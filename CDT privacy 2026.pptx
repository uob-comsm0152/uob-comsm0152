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0" r:id="rId2"/>
  </p:sldMasterIdLst>
  <p:notesMasterIdLst>
    <p:notesMasterId r:id="rId38"/>
  </p:notesMasterIdLst>
  <p:handoutMasterIdLst>
    <p:handoutMasterId r:id="rId39"/>
  </p:handoutMasterIdLst>
  <p:sldIdLst>
    <p:sldId id="510" r:id="rId3"/>
    <p:sldId id="957" r:id="rId4"/>
    <p:sldId id="541" r:id="rId5"/>
    <p:sldId id="261" r:id="rId6"/>
    <p:sldId id="1064" r:id="rId7"/>
    <p:sldId id="1086" r:id="rId8"/>
    <p:sldId id="1094" r:id="rId9"/>
    <p:sldId id="1132" r:id="rId10"/>
    <p:sldId id="1096" r:id="rId11"/>
    <p:sldId id="1092" r:id="rId12"/>
    <p:sldId id="853" r:id="rId13"/>
    <p:sldId id="1066" r:id="rId14"/>
    <p:sldId id="1133" r:id="rId15"/>
    <p:sldId id="959" r:id="rId16"/>
    <p:sldId id="1110" r:id="rId17"/>
    <p:sldId id="1135" r:id="rId18"/>
    <p:sldId id="1119" r:id="rId19"/>
    <p:sldId id="1116" r:id="rId20"/>
    <p:sldId id="1123" r:id="rId21"/>
    <p:sldId id="1118" r:id="rId22"/>
    <p:sldId id="849" r:id="rId23"/>
    <p:sldId id="882" r:id="rId24"/>
    <p:sldId id="863" r:id="rId25"/>
    <p:sldId id="1120" r:id="rId26"/>
    <p:sldId id="864" r:id="rId27"/>
    <p:sldId id="851" r:id="rId28"/>
    <p:sldId id="1128" r:id="rId29"/>
    <p:sldId id="1104" r:id="rId30"/>
    <p:sldId id="1106" r:id="rId31"/>
    <p:sldId id="1126" r:id="rId32"/>
    <p:sldId id="1121" r:id="rId33"/>
    <p:sldId id="1129" r:id="rId34"/>
    <p:sldId id="1130" r:id="rId35"/>
    <p:sldId id="1131" r:id="rId36"/>
    <p:sldId id="1102" r:id="rId37"/>
  </p:sldIdLst>
  <p:sldSz cx="9144000" cy="6858000" type="screen4x3"/>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slide" id="{ADB2A291-7E7E-4CA5-82EB-D0E208047541}">
          <p14:sldIdLst>
            <p14:sldId id="510"/>
          </p14:sldIdLst>
        </p14:section>
        <p14:section name="Rene Carmille" id="{533B3D29-8B71-4067-8D1D-575A18BA5C9A}">
          <p14:sldIdLst>
            <p14:sldId id="957"/>
            <p14:sldId id="541"/>
          </p14:sldIdLst>
        </p14:section>
        <p14:section name="Privacy" id="{894AC052-1DB0-4461-BE1B-4B5239706D5A}">
          <p14:sldIdLst>
            <p14:sldId id="261"/>
            <p14:sldId id="1064"/>
            <p14:sldId id="1086"/>
            <p14:sldId id="1094"/>
            <p14:sldId id="1132"/>
            <p14:sldId id="1096"/>
            <p14:sldId id="1092"/>
          </p14:sldIdLst>
        </p14:section>
        <p14:section name="Technology is not neutral" id="{25D1F13F-0223-40AE-AC07-CE38A273A33E}">
          <p14:sldIdLst>
            <p14:sldId id="853"/>
            <p14:sldId id="1066"/>
            <p14:sldId id="1133"/>
            <p14:sldId id="959"/>
          </p14:sldIdLst>
        </p14:section>
        <p14:section name="Rogue AI agents" id="{4F2E29A6-CC17-47F8-94E1-AA11AB04A316}">
          <p14:sldIdLst>
            <p14:sldId id="1110"/>
            <p14:sldId id="1135"/>
            <p14:sldId id="1119"/>
            <p14:sldId id="1116"/>
            <p14:sldId id="1123"/>
            <p14:sldId id="1118"/>
          </p14:sldIdLst>
        </p14:section>
        <p14:section name="What can you do?" id="{AFCF9A16-B291-46AC-9BC6-A669282A5374}">
          <p14:sldIdLst>
            <p14:sldId id="849"/>
            <p14:sldId id="882"/>
            <p14:sldId id="863"/>
            <p14:sldId id="1120"/>
            <p14:sldId id="864"/>
            <p14:sldId id="851"/>
          </p14:sldIdLst>
        </p14:section>
        <p14:section name="Extras" id="{FD00629B-113E-468E-9EE4-AF2BD29E611A}">
          <p14:sldIdLst>
            <p14:sldId id="1128"/>
          </p14:sldIdLst>
        </p14:section>
        <p14:section name="References" id="{E39282BA-9059-48F4-9FF4-7A5E0068F89C}">
          <p14:sldIdLst>
            <p14:sldId id="1104"/>
            <p14:sldId id="1106"/>
            <p14:sldId id="1126"/>
            <p14:sldId id="1121"/>
            <p14:sldId id="1129"/>
            <p14:sldId id="1130"/>
            <p14:sldId id="1131"/>
            <p14:sldId id="1102"/>
          </p14:sldIdLst>
        </p14:section>
      </p14:sectionLst>
    </p:ext>
    <p:ext uri="{EFAFB233-063F-42B5-8137-9DF3F51BA10A}">
      <p15:sldGuideLst xmlns:p15="http://schemas.microsoft.com/office/powerpoint/2012/main">
        <p15:guide id="1" orient="horz" pos="1947">
          <p15:clr>
            <a:srgbClr val="A4A3A4"/>
          </p15:clr>
        </p15:guide>
        <p15:guide id="2" orient="horz" pos="550">
          <p15:clr>
            <a:srgbClr val="A4A3A4"/>
          </p15:clr>
        </p15:guide>
        <p15:guide id="3" orient="horz" pos="1397">
          <p15:clr>
            <a:srgbClr val="A4A3A4"/>
          </p15:clr>
        </p15:guide>
        <p15:guide id="4" orient="horz" pos="4054">
          <p15:clr>
            <a:srgbClr val="A4A3A4"/>
          </p15:clr>
        </p15:guide>
        <p15:guide id="5" orient="horz" pos="3559">
          <p15:clr>
            <a:srgbClr val="A4A3A4"/>
          </p15:clr>
        </p15:guide>
        <p15:guide id="6" orient="horz" pos="4124">
          <p15:clr>
            <a:srgbClr val="A4A3A4"/>
          </p15:clr>
        </p15:guide>
        <p15:guide id="7" orient="horz" pos="1276">
          <p15:clr>
            <a:srgbClr val="A4A3A4"/>
          </p15:clr>
        </p15:guide>
        <p15:guide id="8" orient="horz" pos="2154">
          <p15:clr>
            <a:srgbClr val="A4A3A4"/>
          </p15:clr>
        </p15:guide>
        <p15:guide id="9" pos="3101">
          <p15:clr>
            <a:srgbClr val="A4A3A4"/>
          </p15:clr>
        </p15:guide>
        <p15:guide id="10" pos="241">
          <p15:clr>
            <a:srgbClr val="A4A3A4"/>
          </p15:clr>
        </p15:guide>
        <p15:guide id="11" pos="405">
          <p15:clr>
            <a:srgbClr val="A4A3A4"/>
          </p15:clr>
        </p15:guide>
        <p15:guide id="12" pos="5759">
          <p15:clr>
            <a:srgbClr val="A4A3A4"/>
          </p15:clr>
        </p15:guide>
        <p15:guide id="13" pos="337">
          <p15:clr>
            <a:srgbClr val="A4A3A4"/>
          </p15:clr>
        </p15:guide>
        <p15:guide id="14" pos="2458">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randa Mowbray" initials="MM" lastIdx="2" clrIdx="0">
    <p:extLst>
      <p:ext uri="{19B8F6BF-5375-455C-9EA6-DF929625EA0E}">
        <p15:presenceInfo xmlns:p15="http://schemas.microsoft.com/office/powerpoint/2012/main" userId="Miranda Mowbra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8BAFE"/>
    <a:srgbClr val="500050"/>
    <a:srgbClr val="007FC5"/>
    <a:srgbClr val="DDD2ED"/>
    <a:srgbClr val="56378B"/>
    <a:srgbClr val="C1E8FE"/>
    <a:srgbClr val="404040"/>
    <a:srgbClr val="7F807F"/>
    <a:srgbClr val="BFBFBF"/>
    <a:srgbClr val="86868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195E52-D9CC-4D88-BC1C-877133438BDE}" v="650" dt="2026-03-17T09:54:46.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86" autoAdjust="0"/>
  </p:normalViewPr>
  <p:slideViewPr>
    <p:cSldViewPr snapToGrid="0">
      <p:cViewPr varScale="1">
        <p:scale>
          <a:sx n="49" d="100"/>
          <a:sy n="49" d="100"/>
        </p:scale>
        <p:origin x="672" y="40"/>
      </p:cViewPr>
      <p:guideLst>
        <p:guide orient="horz" pos="1947"/>
        <p:guide orient="horz" pos="550"/>
        <p:guide orient="horz" pos="1397"/>
        <p:guide orient="horz" pos="4054"/>
        <p:guide orient="horz" pos="3559"/>
        <p:guide orient="horz" pos="4124"/>
        <p:guide orient="horz" pos="1276"/>
        <p:guide orient="horz" pos="2154"/>
        <p:guide pos="3101"/>
        <p:guide pos="241"/>
        <p:guide pos="405"/>
        <p:guide pos="5759"/>
        <p:guide pos="337"/>
        <p:guide pos="2458"/>
      </p:guideLst>
    </p:cSldViewPr>
  </p:slideViewPr>
  <p:outlineViewPr>
    <p:cViewPr>
      <p:scale>
        <a:sx n="33" d="100"/>
        <a:sy n="33" d="100"/>
      </p:scale>
      <p:origin x="0" y="-16960"/>
    </p:cViewPr>
  </p:outlineViewPr>
  <p:notesTextViewPr>
    <p:cViewPr>
      <p:scale>
        <a:sx n="125" d="100"/>
        <a:sy n="125" d="100"/>
      </p:scale>
      <p:origin x="0" y="-348"/>
    </p:cViewPr>
  </p:notesTextViewPr>
  <p:sorterViewPr>
    <p:cViewPr varScale="1">
      <p:scale>
        <a:sx n="1" d="1"/>
        <a:sy n="1" d="1"/>
      </p:scale>
      <p:origin x="0" y="-9436"/>
    </p:cViewPr>
  </p:sorterViewPr>
  <p:notesViewPr>
    <p:cSldViewPr snapToGrid="0">
      <p:cViewPr varScale="1">
        <p:scale>
          <a:sx n="35" d="100"/>
          <a:sy n="35" d="100"/>
        </p:scale>
        <p:origin x="2348"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anda Mowbray" userId="3f3d9c4fb96d3fa8" providerId="LiveId" clId="{60265115-8AEF-469C-A1CA-4F654B323B86}"/>
    <pc:docChg chg="custSel addSld delSld modSld sldOrd addSection delSection modSection">
      <pc:chgData name="Miranda Mowbray" userId="3f3d9c4fb96d3fa8" providerId="LiveId" clId="{60265115-8AEF-469C-A1CA-4F654B323B86}" dt="2026-03-17T10:06:56.464" v="37361" actId="20577"/>
      <pc:docMkLst>
        <pc:docMk/>
      </pc:docMkLst>
      <pc:sldChg chg="ord setBg">
        <pc:chgData name="Miranda Mowbray" userId="3f3d9c4fb96d3fa8" providerId="LiveId" clId="{60265115-8AEF-469C-A1CA-4F654B323B86}" dt="2026-03-08T23:03:08.521" v="31352"/>
        <pc:sldMkLst>
          <pc:docMk/>
          <pc:sldMk cId="662256790" sldId="261"/>
        </pc:sldMkLst>
      </pc:sldChg>
      <pc:sldChg chg="modSp mod">
        <pc:chgData name="Miranda Mowbray" userId="3f3d9c4fb96d3fa8" providerId="LiveId" clId="{60265115-8AEF-469C-A1CA-4F654B323B86}" dt="2026-03-05T19:27:09.198" v="14159" actId="20577"/>
        <pc:sldMkLst>
          <pc:docMk/>
          <pc:sldMk cId="2478728897" sldId="510"/>
        </pc:sldMkLst>
        <pc:spChg chg="mod">
          <ac:chgData name="Miranda Mowbray" userId="3f3d9c4fb96d3fa8" providerId="LiveId" clId="{60265115-8AEF-469C-A1CA-4F654B323B86}" dt="2026-03-05T19:27:09.198" v="14159" actId="20577"/>
          <ac:spMkLst>
            <pc:docMk/>
            <pc:sldMk cId="2478728897" sldId="510"/>
            <ac:spMk id="5" creationId="{0393E0C2-7BC6-3321-24C3-7A1C2469DE07}"/>
          </ac:spMkLst>
        </pc:spChg>
      </pc:sldChg>
      <pc:sldChg chg="modSp mod modNotesTx">
        <pc:chgData name="Miranda Mowbray" userId="3f3d9c4fb96d3fa8" providerId="LiveId" clId="{60265115-8AEF-469C-A1CA-4F654B323B86}" dt="2026-03-08T00:40:02.443" v="27367" actId="20577"/>
        <pc:sldMkLst>
          <pc:docMk/>
          <pc:sldMk cId="3091901389" sldId="541"/>
        </pc:sldMkLst>
        <pc:spChg chg="mod">
          <ac:chgData name="Miranda Mowbray" userId="3f3d9c4fb96d3fa8" providerId="LiveId" clId="{60265115-8AEF-469C-A1CA-4F654B323B86}" dt="2026-03-08T00:40:02.443" v="27367" actId="20577"/>
          <ac:spMkLst>
            <pc:docMk/>
            <pc:sldMk cId="3091901389" sldId="541"/>
            <ac:spMk id="2" creationId="{9AB7227A-4612-4FE8-91F0-6912F86FE85B}"/>
          </ac:spMkLst>
        </pc:spChg>
      </pc:sldChg>
      <pc:sldChg chg="modSp mod">
        <pc:chgData name="Miranda Mowbray" userId="3f3d9c4fb96d3fa8" providerId="LiveId" clId="{60265115-8AEF-469C-A1CA-4F654B323B86}" dt="2026-03-16T10:40:26.191" v="33250" actId="207"/>
        <pc:sldMkLst>
          <pc:docMk/>
          <pc:sldMk cId="4233601217" sldId="851"/>
        </pc:sldMkLst>
        <pc:spChg chg="mod">
          <ac:chgData name="Miranda Mowbray" userId="3f3d9c4fb96d3fa8" providerId="LiveId" clId="{60265115-8AEF-469C-A1CA-4F654B323B86}" dt="2026-03-16T10:40:26.191" v="33250" actId="207"/>
          <ac:spMkLst>
            <pc:docMk/>
            <pc:sldMk cId="4233601217" sldId="851"/>
            <ac:spMk id="13" creationId="{9731E58D-2B0D-44C2-985F-3AE02C2A86FD}"/>
          </ac:spMkLst>
        </pc:spChg>
      </pc:sldChg>
      <pc:sldChg chg="modSp mod ord setBg modAnim modNotesTx">
        <pc:chgData name="Miranda Mowbray" userId="3f3d9c4fb96d3fa8" providerId="LiveId" clId="{60265115-8AEF-469C-A1CA-4F654B323B86}" dt="2026-03-17T08:58:33.674" v="33381" actId="20577"/>
        <pc:sldMkLst>
          <pc:docMk/>
          <pc:sldMk cId="1972317887" sldId="853"/>
        </pc:sldMkLst>
        <pc:spChg chg="mod">
          <ac:chgData name="Miranda Mowbray" userId="3f3d9c4fb96d3fa8" providerId="LiveId" clId="{60265115-8AEF-469C-A1CA-4F654B323B86}" dt="2026-03-08T22:52:31.716" v="31274" actId="14100"/>
          <ac:spMkLst>
            <pc:docMk/>
            <pc:sldMk cId="1972317887" sldId="853"/>
            <ac:spMk id="13" creationId="{9731E58D-2B0D-44C2-985F-3AE02C2A86FD}"/>
          </ac:spMkLst>
        </pc:spChg>
      </pc:sldChg>
      <pc:sldChg chg="modSp mod">
        <pc:chgData name="Miranda Mowbray" userId="3f3d9c4fb96d3fa8" providerId="LiveId" clId="{60265115-8AEF-469C-A1CA-4F654B323B86}" dt="2026-03-16T10:40:07.119" v="33248" actId="207"/>
        <pc:sldMkLst>
          <pc:docMk/>
          <pc:sldMk cId="4233220299" sldId="863"/>
        </pc:sldMkLst>
        <pc:spChg chg="mod">
          <ac:chgData name="Miranda Mowbray" userId="3f3d9c4fb96d3fa8" providerId="LiveId" clId="{60265115-8AEF-469C-A1CA-4F654B323B86}" dt="2026-03-16T10:40:07.119" v="33248" actId="207"/>
          <ac:spMkLst>
            <pc:docMk/>
            <pc:sldMk cId="4233220299" sldId="863"/>
            <ac:spMk id="13" creationId="{9731E58D-2B0D-44C2-985F-3AE02C2A86FD}"/>
          </ac:spMkLst>
        </pc:spChg>
      </pc:sldChg>
      <pc:sldChg chg="modSp mod modNotesTx">
        <pc:chgData name="Miranda Mowbray" userId="3f3d9c4fb96d3fa8" providerId="LiveId" clId="{60265115-8AEF-469C-A1CA-4F654B323B86}" dt="2026-03-16T10:40:18.393" v="33249" actId="207"/>
        <pc:sldMkLst>
          <pc:docMk/>
          <pc:sldMk cId="702629029" sldId="864"/>
        </pc:sldMkLst>
        <pc:spChg chg="mod">
          <ac:chgData name="Miranda Mowbray" userId="3f3d9c4fb96d3fa8" providerId="LiveId" clId="{60265115-8AEF-469C-A1CA-4F654B323B86}" dt="2026-03-16T10:40:18.393" v="33249" actId="207"/>
          <ac:spMkLst>
            <pc:docMk/>
            <pc:sldMk cId="702629029" sldId="864"/>
            <ac:spMk id="13" creationId="{9731E58D-2B0D-44C2-985F-3AE02C2A86FD}"/>
          </ac:spMkLst>
        </pc:spChg>
      </pc:sldChg>
      <pc:sldChg chg="addSp delSp modSp mod ord">
        <pc:chgData name="Miranda Mowbray" userId="3f3d9c4fb96d3fa8" providerId="LiveId" clId="{60265115-8AEF-469C-A1CA-4F654B323B86}" dt="2026-03-16T10:39:59.445" v="33247" actId="207"/>
        <pc:sldMkLst>
          <pc:docMk/>
          <pc:sldMk cId="163476920" sldId="882"/>
        </pc:sldMkLst>
        <pc:spChg chg="add mod">
          <ac:chgData name="Miranda Mowbray" userId="3f3d9c4fb96d3fa8" providerId="LiveId" clId="{60265115-8AEF-469C-A1CA-4F654B323B86}" dt="2026-03-05T17:05:58.225" v="12262" actId="962"/>
          <ac:spMkLst>
            <pc:docMk/>
            <pc:sldMk cId="163476920" sldId="882"/>
            <ac:spMk id="4" creationId="{80A27329-9897-36E0-BC54-C6872AB23B59}"/>
          </ac:spMkLst>
        </pc:spChg>
        <pc:spChg chg="mod">
          <ac:chgData name="Miranda Mowbray" userId="3f3d9c4fb96d3fa8" providerId="LiveId" clId="{60265115-8AEF-469C-A1CA-4F654B323B86}" dt="2026-03-05T17:16:01.435" v="13217" actId="20577"/>
          <ac:spMkLst>
            <pc:docMk/>
            <pc:sldMk cId="163476920" sldId="882"/>
            <ac:spMk id="7" creationId="{98CBE00A-5B3C-456E-9488-2A34C0878F9E}"/>
          </ac:spMkLst>
        </pc:spChg>
        <pc:spChg chg="mod ord">
          <ac:chgData name="Miranda Mowbray" userId="3f3d9c4fb96d3fa8" providerId="LiveId" clId="{60265115-8AEF-469C-A1CA-4F654B323B86}" dt="2026-03-16T10:39:59.445" v="33247" actId="207"/>
          <ac:spMkLst>
            <pc:docMk/>
            <pc:sldMk cId="163476920" sldId="882"/>
            <ac:spMk id="13" creationId="{9731E58D-2B0D-44C2-985F-3AE02C2A86FD}"/>
          </ac:spMkLst>
        </pc:spChg>
      </pc:sldChg>
      <pc:sldChg chg="modSp mod ord modNotesTx">
        <pc:chgData name="Miranda Mowbray" userId="3f3d9c4fb96d3fa8" providerId="LiveId" clId="{60265115-8AEF-469C-A1CA-4F654B323B86}" dt="2026-03-08T23:06:22.738" v="31376"/>
        <pc:sldMkLst>
          <pc:docMk/>
          <pc:sldMk cId="1336396997" sldId="959"/>
        </pc:sldMkLst>
        <pc:spChg chg="mod">
          <ac:chgData name="Miranda Mowbray" userId="3f3d9c4fb96d3fa8" providerId="LiveId" clId="{60265115-8AEF-469C-A1CA-4F654B323B86}" dt="2026-03-07T17:27:49.368" v="23825" actId="20577"/>
          <ac:spMkLst>
            <pc:docMk/>
            <pc:sldMk cId="1336396997" sldId="959"/>
            <ac:spMk id="13" creationId="{9731E58D-2B0D-44C2-985F-3AE02C2A86FD}"/>
          </ac:spMkLst>
        </pc:spChg>
      </pc:sldChg>
      <pc:sldChg chg="modSp mod ord modNotesTx">
        <pc:chgData name="Miranda Mowbray" userId="3f3d9c4fb96d3fa8" providerId="LiveId" clId="{60265115-8AEF-469C-A1CA-4F654B323B86}" dt="2026-03-08T23:03:46.127" v="31354"/>
        <pc:sldMkLst>
          <pc:docMk/>
          <pc:sldMk cId="2481490781" sldId="1064"/>
        </pc:sldMkLst>
        <pc:spChg chg="mod">
          <ac:chgData name="Miranda Mowbray" userId="3f3d9c4fb96d3fa8" providerId="LiveId" clId="{60265115-8AEF-469C-A1CA-4F654B323B86}" dt="2026-03-06T20:09:34.651" v="15789" actId="14100"/>
          <ac:spMkLst>
            <pc:docMk/>
            <pc:sldMk cId="2481490781" sldId="1064"/>
            <ac:spMk id="13" creationId="{57C814D3-6244-DE97-33ED-B3E8777AC57F}"/>
          </ac:spMkLst>
        </pc:spChg>
      </pc:sldChg>
      <pc:sldChg chg="modSp mod ord modNotesTx">
        <pc:chgData name="Miranda Mowbray" userId="3f3d9c4fb96d3fa8" providerId="LiveId" clId="{60265115-8AEF-469C-A1CA-4F654B323B86}" dt="2026-03-17T09:37:19.087" v="35256" actId="20577"/>
        <pc:sldMkLst>
          <pc:docMk/>
          <pc:sldMk cId="3226604096" sldId="1066"/>
        </pc:sldMkLst>
        <pc:spChg chg="mod">
          <ac:chgData name="Miranda Mowbray" userId="3f3d9c4fb96d3fa8" providerId="LiveId" clId="{60265115-8AEF-469C-A1CA-4F654B323B86}" dt="2026-03-17T09:37:19.087" v="35256" actId="20577"/>
          <ac:spMkLst>
            <pc:docMk/>
            <pc:sldMk cId="3226604096" sldId="1066"/>
            <ac:spMk id="3" creationId="{036B6261-488D-7702-5FFF-A890EB3A476D}"/>
          </ac:spMkLst>
        </pc:spChg>
      </pc:sldChg>
      <pc:sldChg chg="modSp del mod ord">
        <pc:chgData name="Miranda Mowbray" userId="3f3d9c4fb96d3fa8" providerId="LiveId" clId="{60265115-8AEF-469C-A1CA-4F654B323B86}" dt="2026-03-16T10:29:15.442" v="33240" actId="47"/>
        <pc:sldMkLst>
          <pc:docMk/>
          <pc:sldMk cId="9924546" sldId="1067"/>
        </pc:sldMkLst>
      </pc:sldChg>
      <pc:sldChg chg="modSp ord modAnim">
        <pc:chgData name="Miranda Mowbray" userId="3f3d9c4fb96d3fa8" providerId="LiveId" clId="{60265115-8AEF-469C-A1CA-4F654B323B86}" dt="2026-03-08T23:04:05.505" v="31358"/>
        <pc:sldMkLst>
          <pc:docMk/>
          <pc:sldMk cId="1803882373" sldId="1086"/>
        </pc:sldMkLst>
        <pc:spChg chg="mod">
          <ac:chgData name="Miranda Mowbray" userId="3f3d9c4fb96d3fa8" providerId="LiveId" clId="{60265115-8AEF-469C-A1CA-4F654B323B86}" dt="2026-03-06T20:10:11.179" v="15790" actId="207"/>
          <ac:spMkLst>
            <pc:docMk/>
            <pc:sldMk cId="1803882373" sldId="1086"/>
            <ac:spMk id="13" creationId="{2081567D-0A00-9FD6-2BA5-4ED08F0AEA61}"/>
          </ac:spMkLst>
        </pc:spChg>
      </pc:sldChg>
      <pc:sldChg chg="modSp mod ord modAnim modNotesTx">
        <pc:chgData name="Miranda Mowbray" userId="3f3d9c4fb96d3fa8" providerId="LiveId" clId="{60265115-8AEF-469C-A1CA-4F654B323B86}" dt="2026-03-14T12:43:40.623" v="33162" actId="20577"/>
        <pc:sldMkLst>
          <pc:docMk/>
          <pc:sldMk cId="3764222848" sldId="1092"/>
        </pc:sldMkLst>
        <pc:spChg chg="mod">
          <ac:chgData name="Miranda Mowbray" userId="3f3d9c4fb96d3fa8" providerId="LiveId" clId="{60265115-8AEF-469C-A1CA-4F654B323B86}" dt="2026-03-09T11:30:45.677" v="32856" actId="20577"/>
          <ac:spMkLst>
            <pc:docMk/>
            <pc:sldMk cId="3764222848" sldId="1092"/>
            <ac:spMk id="7" creationId="{C07ABAE9-372B-9100-B46F-751A213D5021}"/>
          </ac:spMkLst>
        </pc:spChg>
        <pc:spChg chg="mod">
          <ac:chgData name="Miranda Mowbray" userId="3f3d9c4fb96d3fa8" providerId="LiveId" clId="{60265115-8AEF-469C-A1CA-4F654B323B86}" dt="2026-03-14T12:43:40.623" v="33162" actId="20577"/>
          <ac:spMkLst>
            <pc:docMk/>
            <pc:sldMk cId="3764222848" sldId="1092"/>
            <ac:spMk id="13" creationId="{B768AB35-A5B1-C86E-C35D-0A03BF9CCFDE}"/>
          </ac:spMkLst>
        </pc:spChg>
      </pc:sldChg>
      <pc:sldChg chg="modSp add mod setBg">
        <pc:chgData name="Miranda Mowbray" userId="3f3d9c4fb96d3fa8" providerId="LiveId" clId="{60265115-8AEF-469C-A1CA-4F654B323B86}" dt="2026-03-16T10:30:20.831" v="33244"/>
        <pc:sldMkLst>
          <pc:docMk/>
          <pc:sldMk cId="2202447620" sldId="1094"/>
        </pc:sldMkLst>
        <pc:spChg chg="mod">
          <ac:chgData name="Miranda Mowbray" userId="3f3d9c4fb96d3fa8" providerId="LiveId" clId="{60265115-8AEF-469C-A1CA-4F654B323B86}" dt="2026-03-16T10:30:08.411" v="33243" actId="207"/>
          <ac:spMkLst>
            <pc:docMk/>
            <pc:sldMk cId="2202447620" sldId="1094"/>
            <ac:spMk id="13" creationId="{9EE996CC-1D58-50EB-2551-B33283BBBF65}"/>
          </ac:spMkLst>
        </pc:spChg>
      </pc:sldChg>
      <pc:sldChg chg="modSp mod ord modNotesTx">
        <pc:chgData name="Miranda Mowbray" userId="3f3d9c4fb96d3fa8" providerId="LiveId" clId="{60265115-8AEF-469C-A1CA-4F654B323B86}" dt="2026-03-17T08:58:07.158" v="33380" actId="20577"/>
        <pc:sldMkLst>
          <pc:docMk/>
          <pc:sldMk cId="1323307484" sldId="1096"/>
        </pc:sldMkLst>
        <pc:spChg chg="mod">
          <ac:chgData name="Miranda Mowbray" userId="3f3d9c4fb96d3fa8" providerId="LiveId" clId="{60265115-8AEF-469C-A1CA-4F654B323B86}" dt="2026-03-14T12:34:45.948" v="33068" actId="207"/>
          <ac:spMkLst>
            <pc:docMk/>
            <pc:sldMk cId="1323307484" sldId="1096"/>
            <ac:spMk id="13" creationId="{13AF97BC-61C0-8129-4169-8E24885DA750}"/>
          </ac:spMkLst>
        </pc:spChg>
      </pc:sldChg>
      <pc:sldChg chg="modSp add mod setBg">
        <pc:chgData name="Miranda Mowbray" userId="3f3d9c4fb96d3fa8" providerId="LiveId" clId="{60265115-8AEF-469C-A1CA-4F654B323B86}" dt="2026-03-16T10:44:10.822" v="33257" actId="5793"/>
        <pc:sldMkLst>
          <pc:docMk/>
          <pc:sldMk cId="1993160865" sldId="1097"/>
        </pc:sldMkLst>
        <pc:spChg chg="mod">
          <ac:chgData name="Miranda Mowbray" userId="3f3d9c4fb96d3fa8" providerId="LiveId" clId="{60265115-8AEF-469C-A1CA-4F654B323B86}" dt="2026-03-16T10:44:10.822" v="33257" actId="5793"/>
          <ac:spMkLst>
            <pc:docMk/>
            <pc:sldMk cId="1993160865" sldId="1097"/>
            <ac:spMk id="13" creationId="{570E747A-5758-6C12-B15E-333DF153E2C3}"/>
          </ac:spMkLst>
        </pc:spChg>
      </pc:sldChg>
      <pc:sldChg chg="modSp add del mod ord setBg">
        <pc:chgData name="Miranda Mowbray" userId="3f3d9c4fb96d3fa8" providerId="LiveId" clId="{60265115-8AEF-469C-A1CA-4F654B323B86}" dt="2026-03-09T12:29:44.102" v="33064"/>
        <pc:sldMkLst>
          <pc:docMk/>
          <pc:sldMk cId="386950572" sldId="1102"/>
        </pc:sldMkLst>
        <pc:spChg chg="mod">
          <ac:chgData name="Miranda Mowbray" userId="3f3d9c4fb96d3fa8" providerId="LiveId" clId="{60265115-8AEF-469C-A1CA-4F654B323B86}" dt="2026-03-08T00:16:24.407" v="26767" actId="20577"/>
          <ac:spMkLst>
            <pc:docMk/>
            <pc:sldMk cId="386950572" sldId="1102"/>
            <ac:spMk id="7" creationId="{B0DCFD6A-6DF3-3212-A8B2-64D3D3FAFB02}"/>
          </ac:spMkLst>
        </pc:spChg>
        <pc:spChg chg="mod">
          <ac:chgData name="Miranda Mowbray" userId="3f3d9c4fb96d3fa8" providerId="LiveId" clId="{60265115-8AEF-469C-A1CA-4F654B323B86}" dt="2026-03-08T00:26:35.387" v="26839" actId="207"/>
          <ac:spMkLst>
            <pc:docMk/>
            <pc:sldMk cId="386950572" sldId="1102"/>
            <ac:spMk id="13" creationId="{D93F1DFD-3884-FBC4-7525-EAB2AC435305}"/>
          </ac:spMkLst>
        </pc:spChg>
      </pc:sldChg>
      <pc:sldChg chg="modSp add del mod setBg">
        <pc:chgData name="Miranda Mowbray" userId="3f3d9c4fb96d3fa8" providerId="LiveId" clId="{60265115-8AEF-469C-A1CA-4F654B323B86}" dt="2026-03-09T12:23:36.755" v="33039"/>
        <pc:sldMkLst>
          <pc:docMk/>
          <pc:sldMk cId="4279979423" sldId="1104"/>
        </pc:sldMkLst>
      </pc:sldChg>
      <pc:sldChg chg="modSp add del mod setBg modNotesTx">
        <pc:chgData name="Miranda Mowbray" userId="3f3d9c4fb96d3fa8" providerId="LiveId" clId="{60265115-8AEF-469C-A1CA-4F654B323B86}" dt="2026-03-09T12:25:09.860" v="33045"/>
        <pc:sldMkLst>
          <pc:docMk/>
          <pc:sldMk cId="3863937273" sldId="1106"/>
        </pc:sldMkLst>
        <pc:spChg chg="mod">
          <ac:chgData name="Miranda Mowbray" userId="3f3d9c4fb96d3fa8" providerId="LiveId" clId="{60265115-8AEF-469C-A1CA-4F654B323B86}" dt="2026-03-08T02:07:28.306" v="30872" actId="20577"/>
          <ac:spMkLst>
            <pc:docMk/>
            <pc:sldMk cId="3863937273" sldId="1106"/>
            <ac:spMk id="13" creationId="{9852604C-B264-C29C-1F0C-15620F17CBC1}"/>
          </ac:spMkLst>
        </pc:spChg>
      </pc:sldChg>
      <pc:sldChg chg="addSp delSp modSp add mod ord setBg modNotesTx">
        <pc:chgData name="Miranda Mowbray" userId="3f3d9c4fb96d3fa8" providerId="LiveId" clId="{60265115-8AEF-469C-A1CA-4F654B323B86}" dt="2026-03-09T10:49:44.828" v="32676" actId="20577"/>
        <pc:sldMkLst>
          <pc:docMk/>
          <pc:sldMk cId="2131062212" sldId="1110"/>
        </pc:sldMkLst>
        <pc:spChg chg="add mod">
          <ac:chgData name="Miranda Mowbray" userId="3f3d9c4fb96d3fa8" providerId="LiveId" clId="{60265115-8AEF-469C-A1CA-4F654B323B86}" dt="2026-03-09T10:49:44.828" v="32676" actId="20577"/>
          <ac:spMkLst>
            <pc:docMk/>
            <pc:sldMk cId="2131062212" sldId="1110"/>
            <ac:spMk id="3" creationId="{0DD95C5C-5C3E-4E7A-EA79-EF67BD63C47C}"/>
          </ac:spMkLst>
        </pc:spChg>
        <pc:spChg chg="mod">
          <ac:chgData name="Miranda Mowbray" userId="3f3d9c4fb96d3fa8" providerId="LiveId" clId="{60265115-8AEF-469C-A1CA-4F654B323B86}" dt="2026-03-06T19:28:44.190" v="14954" actId="20577"/>
          <ac:spMkLst>
            <pc:docMk/>
            <pc:sldMk cId="2131062212" sldId="1110"/>
            <ac:spMk id="13" creationId="{A422A5A6-2016-76D6-DEA2-FA3CC9457B0C}"/>
          </ac:spMkLst>
        </pc:spChg>
        <pc:picChg chg="add mod">
          <ac:chgData name="Miranda Mowbray" userId="3f3d9c4fb96d3fa8" providerId="LiveId" clId="{60265115-8AEF-469C-A1CA-4F654B323B86}" dt="2026-03-09T09:26:56.128" v="31447" actId="1076"/>
          <ac:picMkLst>
            <pc:docMk/>
            <pc:sldMk cId="2131062212" sldId="1110"/>
            <ac:picMk id="5" creationId="{DBCAD648-56DF-65C6-175D-47144C6AF15D}"/>
          </ac:picMkLst>
        </pc:picChg>
      </pc:sldChg>
      <pc:sldChg chg="addSp delSp modSp add del mod ord modAnim modNotesTx">
        <pc:chgData name="Miranda Mowbray" userId="3f3d9c4fb96d3fa8" providerId="LiveId" clId="{60265115-8AEF-469C-A1CA-4F654B323B86}" dt="2026-03-17T09:18:46.682" v="34774" actId="47"/>
        <pc:sldMkLst>
          <pc:docMk/>
          <pc:sldMk cId="2126719707" sldId="1115"/>
        </pc:sldMkLst>
        <pc:spChg chg="add mod">
          <ac:chgData name="Miranda Mowbray" userId="3f3d9c4fb96d3fa8" providerId="LiveId" clId="{60265115-8AEF-469C-A1CA-4F654B323B86}" dt="2026-03-17T09:17:26.333" v="34773" actId="20577"/>
          <ac:spMkLst>
            <pc:docMk/>
            <pc:sldMk cId="2126719707" sldId="1115"/>
            <ac:spMk id="3" creationId="{959BA780-3DAB-0751-7086-A61910406BEB}"/>
          </ac:spMkLst>
        </pc:spChg>
        <pc:spChg chg="mod">
          <ac:chgData name="Miranda Mowbray" userId="3f3d9c4fb96d3fa8" providerId="LiveId" clId="{60265115-8AEF-469C-A1CA-4F654B323B86}" dt="2026-03-17T09:09:32.826" v="33690" actId="20577"/>
          <ac:spMkLst>
            <pc:docMk/>
            <pc:sldMk cId="2126719707" sldId="1115"/>
            <ac:spMk id="7" creationId="{CF7485AD-025C-631E-4A9B-FD925BD4E81F}"/>
          </ac:spMkLst>
        </pc:spChg>
      </pc:sldChg>
      <pc:sldChg chg="addSp delSp modSp add mod ord modNotesTx">
        <pc:chgData name="Miranda Mowbray" userId="3f3d9c4fb96d3fa8" providerId="LiveId" clId="{60265115-8AEF-469C-A1CA-4F654B323B86}" dt="2026-03-08T23:08:09.279" v="31386"/>
        <pc:sldMkLst>
          <pc:docMk/>
          <pc:sldMk cId="496006611" sldId="1116"/>
        </pc:sldMkLst>
        <pc:spChg chg="add mod ord">
          <ac:chgData name="Miranda Mowbray" userId="3f3d9c4fb96d3fa8" providerId="LiveId" clId="{60265115-8AEF-469C-A1CA-4F654B323B86}" dt="2026-03-07T23:38:21.382" v="24842" actId="20577"/>
          <ac:spMkLst>
            <pc:docMk/>
            <pc:sldMk cId="496006611" sldId="1116"/>
            <ac:spMk id="2" creationId="{65FF29EE-B600-A849-485F-443596385CDC}"/>
          </ac:spMkLst>
        </pc:spChg>
        <pc:spChg chg="add mod">
          <ac:chgData name="Miranda Mowbray" userId="3f3d9c4fb96d3fa8" providerId="LiveId" clId="{60265115-8AEF-469C-A1CA-4F654B323B86}" dt="2026-03-08T00:10:00.485" v="26641" actId="20577"/>
          <ac:spMkLst>
            <pc:docMk/>
            <pc:sldMk cId="496006611" sldId="1116"/>
            <ac:spMk id="4" creationId="{0AA56729-F25B-2DA9-33F6-074209EE6761}"/>
          </ac:spMkLst>
        </pc:spChg>
        <pc:spChg chg="mod">
          <ac:chgData name="Miranda Mowbray" userId="3f3d9c4fb96d3fa8" providerId="LiveId" clId="{60265115-8AEF-469C-A1CA-4F654B323B86}" dt="2026-03-05T17:28:16.326" v="13485" actId="20577"/>
          <ac:spMkLst>
            <pc:docMk/>
            <pc:sldMk cId="496006611" sldId="1116"/>
            <ac:spMk id="7" creationId="{3E40B4A6-F047-30EB-1255-8235A7748E32}"/>
          </ac:spMkLst>
        </pc:spChg>
        <pc:spChg chg="mod">
          <ac:chgData name="Miranda Mowbray" userId="3f3d9c4fb96d3fa8" providerId="LiveId" clId="{60265115-8AEF-469C-A1CA-4F654B323B86}" dt="2026-03-05T17:19:13.838" v="13249" actId="13244"/>
          <ac:spMkLst>
            <pc:docMk/>
            <pc:sldMk cId="496006611" sldId="1116"/>
            <ac:spMk id="10" creationId="{5CBA5B6B-8D26-AEFF-B549-13CBB318F1E2}"/>
          </ac:spMkLst>
        </pc:spChg>
        <pc:picChg chg="add mod ord">
          <ac:chgData name="Miranda Mowbray" userId="3f3d9c4fb96d3fa8" providerId="LiveId" clId="{60265115-8AEF-469C-A1CA-4F654B323B86}" dt="2026-03-07T18:05:25.712" v="24803" actId="1076"/>
          <ac:picMkLst>
            <pc:docMk/>
            <pc:sldMk cId="496006611" sldId="1116"/>
            <ac:picMk id="12" creationId="{19F851D6-6066-5FC6-E8DB-2490FB352834}"/>
          </ac:picMkLst>
        </pc:picChg>
        <pc:picChg chg="add mod">
          <ac:chgData name="Miranda Mowbray" userId="3f3d9c4fb96d3fa8" providerId="LiveId" clId="{60265115-8AEF-469C-A1CA-4F654B323B86}" dt="2026-03-07T18:05:22.925" v="24802" actId="1076"/>
          <ac:picMkLst>
            <pc:docMk/>
            <pc:sldMk cId="496006611" sldId="1116"/>
            <ac:picMk id="13" creationId="{5077924B-0CE2-D841-8467-813FB34AD6DF}"/>
          </ac:picMkLst>
        </pc:picChg>
      </pc:sldChg>
      <pc:sldChg chg="delSp modSp add mod ord modAnim modNotesTx">
        <pc:chgData name="Miranda Mowbray" userId="3f3d9c4fb96d3fa8" providerId="LiveId" clId="{60265115-8AEF-469C-A1CA-4F654B323B86}" dt="2026-03-14T12:41:50.293" v="33156" actId="20577"/>
        <pc:sldMkLst>
          <pc:docMk/>
          <pc:sldMk cId="4246782473" sldId="1118"/>
        </pc:sldMkLst>
        <pc:spChg chg="mod">
          <ac:chgData name="Miranda Mowbray" userId="3f3d9c4fb96d3fa8" providerId="LiveId" clId="{60265115-8AEF-469C-A1CA-4F654B323B86}" dt="2026-03-14T12:41:50.293" v="33156" actId="20577"/>
          <ac:spMkLst>
            <pc:docMk/>
            <pc:sldMk cId="4246782473" sldId="1118"/>
            <ac:spMk id="3" creationId="{6B0749AF-9723-9BF6-DB30-554787B9AE51}"/>
          </ac:spMkLst>
        </pc:spChg>
        <pc:spChg chg="mod">
          <ac:chgData name="Miranda Mowbray" userId="3f3d9c4fb96d3fa8" providerId="LiveId" clId="{60265115-8AEF-469C-A1CA-4F654B323B86}" dt="2026-03-03T20:06:31.353" v="7117" actId="20577"/>
          <ac:spMkLst>
            <pc:docMk/>
            <pc:sldMk cId="4246782473" sldId="1118"/>
            <ac:spMk id="7" creationId="{552C2786-395F-C75C-D8A5-D65D281A585E}"/>
          </ac:spMkLst>
        </pc:spChg>
      </pc:sldChg>
      <pc:sldChg chg="addSp delSp modSp add mod ord modNotesTx">
        <pc:chgData name="Miranda Mowbray" userId="3f3d9c4fb96d3fa8" providerId="LiveId" clId="{60265115-8AEF-469C-A1CA-4F654B323B86}" dt="2026-03-08T23:07:59.655" v="31384"/>
        <pc:sldMkLst>
          <pc:docMk/>
          <pc:sldMk cId="1202679643" sldId="1119"/>
        </pc:sldMkLst>
        <pc:spChg chg="add mod">
          <ac:chgData name="Miranda Mowbray" userId="3f3d9c4fb96d3fa8" providerId="LiveId" clId="{60265115-8AEF-469C-A1CA-4F654B323B86}" dt="2026-03-05T17:05:58.241" v="12264" actId="962"/>
          <ac:spMkLst>
            <pc:docMk/>
            <pc:sldMk cId="1202679643" sldId="1119"/>
            <ac:spMk id="3" creationId="{FDD3BC76-9DC3-5B47-154B-25040EBB6BAF}"/>
          </ac:spMkLst>
        </pc:spChg>
        <pc:spChg chg="mod">
          <ac:chgData name="Miranda Mowbray" userId="3f3d9c4fb96d3fa8" providerId="LiveId" clId="{60265115-8AEF-469C-A1CA-4F654B323B86}" dt="2026-03-06T20:07:17.946" v="15777" actId="207"/>
          <ac:spMkLst>
            <pc:docMk/>
            <pc:sldMk cId="1202679643" sldId="1119"/>
            <ac:spMk id="4" creationId="{1BF61170-7AE3-E05E-7F2B-A599A5CFAFD2}"/>
          </ac:spMkLst>
        </pc:spChg>
        <pc:spChg chg="mod">
          <ac:chgData name="Miranda Mowbray" userId="3f3d9c4fb96d3fa8" providerId="LiveId" clId="{60265115-8AEF-469C-A1CA-4F654B323B86}" dt="2026-03-03T20:54:09.501" v="8451" actId="20577"/>
          <ac:spMkLst>
            <pc:docMk/>
            <pc:sldMk cId="1202679643" sldId="1119"/>
            <ac:spMk id="7" creationId="{5D5E66A3-4BDB-6F92-07AD-067936104BE7}"/>
          </ac:spMkLst>
        </pc:spChg>
        <pc:picChg chg="add mod">
          <ac:chgData name="Miranda Mowbray" userId="3f3d9c4fb96d3fa8" providerId="LiveId" clId="{60265115-8AEF-469C-A1CA-4F654B323B86}" dt="2026-03-05T17:08:38.411" v="13194" actId="962"/>
          <ac:picMkLst>
            <pc:docMk/>
            <pc:sldMk cId="1202679643" sldId="1119"/>
            <ac:picMk id="5" creationId="{AD4A36DD-A82C-2DD7-D7EB-8310B4B003FF}"/>
          </ac:picMkLst>
        </pc:picChg>
        <pc:picChg chg="mod">
          <ac:chgData name="Miranda Mowbray" userId="3f3d9c4fb96d3fa8" providerId="LiveId" clId="{60265115-8AEF-469C-A1CA-4F654B323B86}" dt="2026-03-05T17:09:17.990" v="13196" actId="962"/>
          <ac:picMkLst>
            <pc:docMk/>
            <pc:sldMk cId="1202679643" sldId="1119"/>
            <ac:picMk id="6" creationId="{7C9E43B4-79F5-736C-04B4-09FB5FDF3B2B}"/>
          </ac:picMkLst>
        </pc:picChg>
      </pc:sldChg>
      <pc:sldChg chg="addSp modSp add mod modNotesTx">
        <pc:chgData name="Miranda Mowbray" userId="3f3d9c4fb96d3fa8" providerId="LiveId" clId="{60265115-8AEF-469C-A1CA-4F654B323B86}" dt="2026-03-17T09:00:09.204" v="33476" actId="20577"/>
        <pc:sldMkLst>
          <pc:docMk/>
          <pc:sldMk cId="2794255856" sldId="1120"/>
        </pc:sldMkLst>
        <pc:spChg chg="mod">
          <ac:chgData name="Miranda Mowbray" userId="3f3d9c4fb96d3fa8" providerId="LiveId" clId="{60265115-8AEF-469C-A1CA-4F654B323B86}" dt="2026-03-08T22:53:23.882" v="31283" actId="20577"/>
          <ac:spMkLst>
            <pc:docMk/>
            <pc:sldMk cId="2794255856" sldId="1120"/>
            <ac:spMk id="5" creationId="{CE881009-9CCA-0C46-E5A0-A00F5831F16A}"/>
          </ac:spMkLst>
        </pc:spChg>
        <pc:spChg chg="mod">
          <ac:chgData name="Miranda Mowbray" userId="3f3d9c4fb96d3fa8" providerId="LiveId" clId="{60265115-8AEF-469C-A1CA-4F654B323B86}" dt="2026-03-08T22:53:34.807" v="31286" actId="20577"/>
          <ac:spMkLst>
            <pc:docMk/>
            <pc:sldMk cId="2794255856" sldId="1120"/>
            <ac:spMk id="7" creationId="{AAD1A2D2-24BA-B49C-4448-2A66BC2EEA3D}"/>
          </ac:spMkLst>
        </pc:spChg>
        <pc:picChg chg="add mod">
          <ac:chgData name="Miranda Mowbray" userId="3f3d9c4fb96d3fa8" providerId="LiveId" clId="{60265115-8AEF-469C-A1CA-4F654B323B86}" dt="2026-03-05T17:09:26.257" v="13198" actId="962"/>
          <ac:picMkLst>
            <pc:docMk/>
            <pc:sldMk cId="2794255856" sldId="1120"/>
            <ac:picMk id="3" creationId="{12A64E4F-5B08-DBE3-1C22-FFC65E3422F2}"/>
          </ac:picMkLst>
        </pc:picChg>
        <pc:picChg chg="mod">
          <ac:chgData name="Miranda Mowbray" userId="3f3d9c4fb96d3fa8" providerId="LiveId" clId="{60265115-8AEF-469C-A1CA-4F654B323B86}" dt="2026-03-03T21:16:42.525" v="10010" actId="1076"/>
          <ac:picMkLst>
            <pc:docMk/>
            <pc:sldMk cId="2794255856" sldId="1120"/>
            <ac:picMk id="8" creationId="{CB8A53AA-B551-0B11-D24D-9EDB2FDE15C5}"/>
          </ac:picMkLst>
        </pc:picChg>
      </pc:sldChg>
      <pc:sldChg chg="modSp add del mod ord setBg">
        <pc:chgData name="Miranda Mowbray" userId="3f3d9c4fb96d3fa8" providerId="LiveId" clId="{60265115-8AEF-469C-A1CA-4F654B323B86}" dt="2026-03-14T13:08:19.933" v="33239" actId="113"/>
        <pc:sldMkLst>
          <pc:docMk/>
          <pc:sldMk cId="2373879429" sldId="1121"/>
        </pc:sldMkLst>
        <pc:spChg chg="mod">
          <ac:chgData name="Miranda Mowbray" userId="3f3d9c4fb96d3fa8" providerId="LiveId" clId="{60265115-8AEF-469C-A1CA-4F654B323B86}" dt="2026-03-14T13:08:19.933" v="33239" actId="113"/>
          <ac:spMkLst>
            <pc:docMk/>
            <pc:sldMk cId="2373879429" sldId="1121"/>
            <ac:spMk id="13" creationId="{F9828B22-E760-9E6D-78F3-9E71EDA054CA}"/>
          </ac:spMkLst>
        </pc:spChg>
      </pc:sldChg>
      <pc:sldChg chg="addSp modSp add mod ord modAnim modNotesTx">
        <pc:chgData name="Miranda Mowbray" userId="3f3d9c4fb96d3fa8" providerId="LiveId" clId="{60265115-8AEF-469C-A1CA-4F654B323B86}" dt="2026-03-09T11:34:29.725" v="33015"/>
        <pc:sldMkLst>
          <pc:docMk/>
          <pc:sldMk cId="2586745514" sldId="1123"/>
        </pc:sldMkLst>
        <pc:spChg chg="add mod">
          <ac:chgData name="Miranda Mowbray" userId="3f3d9c4fb96d3fa8" providerId="LiveId" clId="{60265115-8AEF-469C-A1CA-4F654B323B86}" dt="2026-03-05T19:29:35.184" v="14162" actId="20577"/>
          <ac:spMkLst>
            <pc:docMk/>
            <pc:sldMk cId="2586745514" sldId="1123"/>
            <ac:spMk id="4" creationId="{BC5AE315-4D58-B49E-77E6-474D081073A6}"/>
          </ac:spMkLst>
        </pc:spChg>
        <pc:spChg chg="mod">
          <ac:chgData name="Miranda Mowbray" userId="3f3d9c4fb96d3fa8" providerId="LiveId" clId="{60265115-8AEF-469C-A1CA-4F654B323B86}" dt="2026-03-05T17:43:05.708" v="13581" actId="20577"/>
          <ac:spMkLst>
            <pc:docMk/>
            <pc:sldMk cId="2586745514" sldId="1123"/>
            <ac:spMk id="7" creationId="{AA0C9EFE-D27C-9C86-67E3-C3D9A58C053D}"/>
          </ac:spMkLst>
        </pc:spChg>
      </pc:sldChg>
      <pc:sldChg chg="modSp add del mod setBg">
        <pc:chgData name="Miranda Mowbray" userId="3f3d9c4fb96d3fa8" providerId="LiveId" clId="{60265115-8AEF-469C-A1CA-4F654B323B86}" dt="2026-03-09T12:25:57.726" v="33047"/>
        <pc:sldMkLst>
          <pc:docMk/>
          <pc:sldMk cId="1301624952" sldId="1126"/>
        </pc:sldMkLst>
        <pc:spChg chg="mod">
          <ac:chgData name="Miranda Mowbray" userId="3f3d9c4fb96d3fa8" providerId="LiveId" clId="{60265115-8AEF-469C-A1CA-4F654B323B86}" dt="2026-03-08T00:28:33.350" v="26852" actId="207"/>
          <ac:spMkLst>
            <pc:docMk/>
            <pc:sldMk cId="1301624952" sldId="1126"/>
            <ac:spMk id="13" creationId="{4D602E20-8AE3-6FDA-16F7-F0B82E8CB36A}"/>
          </ac:spMkLst>
        </pc:spChg>
      </pc:sldChg>
      <pc:sldChg chg="modSp add mod ord setBg">
        <pc:chgData name="Miranda Mowbray" userId="3f3d9c4fb96d3fa8" providerId="LiveId" clId="{60265115-8AEF-469C-A1CA-4F654B323B86}" dt="2026-03-08T23:08:39.218" v="31391" actId="20578"/>
        <pc:sldMkLst>
          <pc:docMk/>
          <pc:sldMk cId="3366324544" sldId="1128"/>
        </pc:sldMkLst>
        <pc:spChg chg="mod">
          <ac:chgData name="Miranda Mowbray" userId="3f3d9c4fb96d3fa8" providerId="LiveId" clId="{60265115-8AEF-469C-A1CA-4F654B323B86}" dt="2026-03-08T22:47:50.804" v="31116" actId="113"/>
          <ac:spMkLst>
            <pc:docMk/>
            <pc:sldMk cId="3366324544" sldId="1128"/>
            <ac:spMk id="4" creationId="{4D3F3BCF-2D1B-A81E-F85F-0485CAB15827}"/>
          </ac:spMkLst>
        </pc:spChg>
      </pc:sldChg>
      <pc:sldChg chg="add setBg">
        <pc:chgData name="Miranda Mowbray" userId="3f3d9c4fb96d3fa8" providerId="LiveId" clId="{60265115-8AEF-469C-A1CA-4F654B323B86}" dt="2026-03-09T12:28:22.667" v="33058"/>
        <pc:sldMkLst>
          <pc:docMk/>
          <pc:sldMk cId="3832562297" sldId="1129"/>
        </pc:sldMkLst>
      </pc:sldChg>
      <pc:sldChg chg="modSp add mod setBg">
        <pc:chgData name="Miranda Mowbray" userId="3f3d9c4fb96d3fa8" providerId="LiveId" clId="{60265115-8AEF-469C-A1CA-4F654B323B86}" dt="2026-03-17T09:54:59.904" v="36324" actId="207"/>
        <pc:sldMkLst>
          <pc:docMk/>
          <pc:sldMk cId="4205748854" sldId="1130"/>
        </pc:sldMkLst>
        <pc:spChg chg="mod">
          <ac:chgData name="Miranda Mowbray" userId="3f3d9c4fb96d3fa8" providerId="LiveId" clId="{60265115-8AEF-469C-A1CA-4F654B323B86}" dt="2026-03-17T09:54:59.904" v="36324" actId="207"/>
          <ac:spMkLst>
            <pc:docMk/>
            <pc:sldMk cId="4205748854" sldId="1130"/>
            <ac:spMk id="13" creationId="{D4919864-6B74-2CD3-CDA7-6908EE2B1E92}"/>
          </ac:spMkLst>
        </pc:spChg>
      </pc:sldChg>
      <pc:sldChg chg="modSp add mod setBg">
        <pc:chgData name="Miranda Mowbray" userId="3f3d9c4fb96d3fa8" providerId="LiveId" clId="{60265115-8AEF-469C-A1CA-4F654B323B86}" dt="2026-03-17T09:02:13.721" v="33480" actId="20577"/>
        <pc:sldMkLst>
          <pc:docMk/>
          <pc:sldMk cId="1097232407" sldId="1131"/>
        </pc:sldMkLst>
        <pc:spChg chg="mod">
          <ac:chgData name="Miranda Mowbray" userId="3f3d9c4fb96d3fa8" providerId="LiveId" clId="{60265115-8AEF-469C-A1CA-4F654B323B86}" dt="2026-03-17T09:02:13.721" v="33480" actId="20577"/>
          <ac:spMkLst>
            <pc:docMk/>
            <pc:sldMk cId="1097232407" sldId="1131"/>
            <ac:spMk id="13" creationId="{EEFBF575-329D-B36C-4750-18C2EE20DB1E}"/>
          </ac:spMkLst>
        </pc:spChg>
      </pc:sldChg>
      <pc:sldChg chg="modSp add mod">
        <pc:chgData name="Miranda Mowbray" userId="3f3d9c4fb96d3fa8" providerId="LiveId" clId="{60265115-8AEF-469C-A1CA-4F654B323B86}" dt="2026-03-16T11:01:26.108" v="33263" actId="20577"/>
        <pc:sldMkLst>
          <pc:docMk/>
          <pc:sldMk cId="3816069731" sldId="1132"/>
        </pc:sldMkLst>
        <pc:spChg chg="mod">
          <ac:chgData name="Miranda Mowbray" userId="3f3d9c4fb96d3fa8" providerId="LiveId" clId="{60265115-8AEF-469C-A1CA-4F654B323B86}" dt="2026-03-16T11:01:26.108" v="33263" actId="20577"/>
          <ac:spMkLst>
            <pc:docMk/>
            <pc:sldMk cId="3816069731" sldId="1132"/>
            <ac:spMk id="13" creationId="{C548DB2D-9277-2ADC-EE63-63F77A342CBA}"/>
          </ac:spMkLst>
        </pc:spChg>
      </pc:sldChg>
      <pc:sldChg chg="add del">
        <pc:chgData name="Miranda Mowbray" userId="3f3d9c4fb96d3fa8" providerId="LiveId" clId="{60265115-8AEF-469C-A1CA-4F654B323B86}" dt="2026-03-17T09:07:51.394" v="33482" actId="47"/>
        <pc:sldMkLst>
          <pc:docMk/>
          <pc:sldMk cId="2098554515" sldId="1134"/>
        </pc:sldMkLst>
      </pc:sldChg>
      <pc:sldChg chg="modSp add del mod modNotesTx">
        <pc:chgData name="Miranda Mowbray" userId="3f3d9c4fb96d3fa8" providerId="LiveId" clId="{60265115-8AEF-469C-A1CA-4F654B323B86}" dt="2026-03-17T09:47:05.325" v="36173" actId="47"/>
        <pc:sldMkLst>
          <pc:docMk/>
          <pc:sldMk cId="4011293045" sldId="1134"/>
        </pc:sldMkLst>
        <pc:spChg chg="mod">
          <ac:chgData name="Miranda Mowbray" userId="3f3d9c4fb96d3fa8" providerId="LiveId" clId="{60265115-8AEF-469C-A1CA-4F654B323B86}" dt="2026-03-17T09:45:50.230" v="36172" actId="20577"/>
          <ac:spMkLst>
            <pc:docMk/>
            <pc:sldMk cId="4011293045" sldId="1134"/>
            <ac:spMk id="3" creationId="{81FC623B-4932-1E6C-FF52-987CE74CB930}"/>
          </ac:spMkLst>
        </pc:spChg>
        <pc:spChg chg="mod">
          <ac:chgData name="Miranda Mowbray" userId="3f3d9c4fb96d3fa8" providerId="LiveId" clId="{60265115-8AEF-469C-A1CA-4F654B323B86}" dt="2026-03-17T09:45:38.377" v="36155" actId="20577"/>
          <ac:spMkLst>
            <pc:docMk/>
            <pc:sldMk cId="4011293045" sldId="1134"/>
            <ac:spMk id="7" creationId="{C0DB15A5-DBED-B64D-8157-B73968053CEA}"/>
          </ac:spMkLst>
        </pc:spChg>
      </pc:sldChg>
      <pc:sldChg chg="modSp add mod modNotesTx">
        <pc:chgData name="Miranda Mowbray" userId="3f3d9c4fb96d3fa8" providerId="LiveId" clId="{60265115-8AEF-469C-A1CA-4F654B323B86}" dt="2026-03-17T10:06:56.464" v="37361" actId="20577"/>
        <pc:sldMkLst>
          <pc:docMk/>
          <pc:sldMk cId="3746890532" sldId="1135"/>
        </pc:sldMkLst>
        <pc:spChg chg="mod">
          <ac:chgData name="Miranda Mowbray" userId="3f3d9c4fb96d3fa8" providerId="LiveId" clId="{60265115-8AEF-469C-A1CA-4F654B323B86}" dt="2026-03-17T10:06:56.464" v="37361" actId="20577"/>
          <ac:spMkLst>
            <pc:docMk/>
            <pc:sldMk cId="3746890532" sldId="1135"/>
            <ac:spMk id="3" creationId="{7E9A7020-BCEB-08D0-4494-7BEAA42A313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AA678B55-319B-2D4F-AE49-6C1B6E1A4DDA}" type="datetimeFigureOut">
              <a:rPr lang="en-US" smtClean="0"/>
              <a:pPr/>
              <a:t>3/17/2026</a:t>
            </a:fld>
            <a:endParaRPr lang="en-GB"/>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91B27340-60F0-7D46-BC5B-91B08A318A82}" type="slidenum">
              <a:rPr lang="en-GB" smtClean="0"/>
              <a:pPr/>
              <a:t>‹#›</a:t>
            </a:fld>
            <a:endParaRPr lang="en-GB"/>
          </a:p>
        </p:txBody>
      </p:sp>
    </p:spTree>
    <p:extLst>
      <p:ext uri="{BB962C8B-B14F-4D97-AF65-F5344CB8AC3E}">
        <p14:creationId xmlns:p14="http://schemas.microsoft.com/office/powerpoint/2010/main" val="493217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2D9CAF8C-0805-8440-B43D-DCCAAA4D80CE}" type="datetimeFigureOut">
              <a:rPr lang="en-US" smtClean="0"/>
              <a:pPr/>
              <a:t>3/17/2026</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22A853E8-D85F-5D49-95D2-E1D96ABFE2B9}" type="slidenum">
              <a:rPr lang="en-GB" smtClean="0"/>
              <a:pPr/>
              <a:t>‹#›</a:t>
            </a:fld>
            <a:endParaRPr lang="en-GB"/>
          </a:p>
        </p:txBody>
      </p:sp>
    </p:spTree>
    <p:extLst>
      <p:ext uri="{BB962C8B-B14F-4D97-AF65-F5344CB8AC3E}">
        <p14:creationId xmlns:p14="http://schemas.microsoft.com/office/powerpoint/2010/main" val="268807980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dition.cnn.com/2026/02/27/tech/anthropic-pentagon-deadlin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r>
              <a:rPr lang="en-US" sz="1000" dirty="0"/>
              <a:t>I’m not a lawyer. I will be talking about legal issues in this session. Please don’t assume that I get the law right, and if you think you need to apply something I say, ask a lawyer – there are some good ones in the University Law School, for example.</a:t>
            </a:r>
          </a:p>
        </p:txBody>
      </p:sp>
      <p:sp>
        <p:nvSpPr>
          <p:cNvPr id="4" name="Slide Number Placeholder 3"/>
          <p:cNvSpPr>
            <a:spLocks noGrp="1"/>
          </p:cNvSpPr>
          <p:nvPr>
            <p:ph type="sldNum" sz="quarter" idx="10"/>
          </p:nvPr>
        </p:nvSpPr>
        <p:spPr/>
        <p:txBody>
          <a:bodyPr/>
          <a:lstStyle/>
          <a:p>
            <a:fld id="{22A853E8-D85F-5D49-95D2-E1D96ABFE2B9}" type="slidenum">
              <a:rPr lang="en-GB" smtClean="0"/>
              <a:pPr/>
              <a:t>1</a:t>
            </a:fld>
            <a:endParaRPr lang="en-GB"/>
          </a:p>
        </p:txBody>
      </p:sp>
    </p:spTree>
    <p:extLst>
      <p:ext uri="{BB962C8B-B14F-4D97-AF65-F5344CB8AC3E}">
        <p14:creationId xmlns:p14="http://schemas.microsoft.com/office/powerpoint/2010/main" val="2954392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r>
              <a:rPr lang="en-US" sz="1000" dirty="0"/>
              <a:t>I think you should all know about Rene Carmille. He was the head of the national statistical service in Vichy France during the second world war. That machine on the right is a 1940s computer of the kind he used, a Hollerith tabulator taking punch cards. Rene’ </a:t>
            </a:r>
            <a:r>
              <a:rPr lang="en-US" sz="1000" dirty="0" err="1"/>
              <a:t>Carmille’s</a:t>
            </a:r>
            <a:r>
              <a:rPr lang="en-US" sz="1000" dirty="0"/>
              <a:t> organization was asked to produce a national database of all the Jews. He basically sabotaged this, by using delaying tactics and putting resources into other projects. When in 1942 the order came to round up and deport all the Jews in France, there was no database, and the police had to use their own records, which were very patchy. 78 thousand Jews in occupied and Vichy France were murdered, mostly in Auschwitz. But over 200,000 French Jews survived the Holocaust. Some of this was because of acts of resistance by French police and others, but a lot of them survived because of Rene Carmille.</a:t>
            </a:r>
          </a:p>
          <a:p>
            <a:r>
              <a:rPr lang="en-US" sz="1000" dirty="0"/>
              <a:t>I’m telling you about Rene Carmille because firstly I think everyone working in AI should know about him, but also because I was asked for an example where privacy had very high stakes.</a:t>
            </a:r>
          </a:p>
        </p:txBody>
      </p:sp>
      <p:sp>
        <p:nvSpPr>
          <p:cNvPr id="4" name="Slide Number Placeholder 3"/>
          <p:cNvSpPr>
            <a:spLocks noGrp="1"/>
          </p:cNvSpPr>
          <p:nvPr>
            <p:ph type="sldNum" sz="quarter" idx="10"/>
          </p:nvPr>
        </p:nvSpPr>
        <p:spPr/>
        <p:txBody>
          <a:bodyPr/>
          <a:lstStyle/>
          <a:p>
            <a:fld id="{22A853E8-D85F-5D49-95D2-E1D96ABFE2B9}" type="slidenum">
              <a:rPr lang="en-GB" smtClean="0"/>
              <a:pPr/>
              <a:t>2</a:t>
            </a:fld>
            <a:endParaRPr lang="en-GB"/>
          </a:p>
        </p:txBody>
      </p:sp>
    </p:spTree>
    <p:extLst>
      <p:ext uri="{BB962C8B-B14F-4D97-AF65-F5344CB8AC3E}">
        <p14:creationId xmlns:p14="http://schemas.microsoft.com/office/powerpoint/2010/main" val="1316025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r>
              <a:rPr lang="en-US" sz="1000" dirty="0"/>
              <a:t>I was asked to do a session on privacy. Gonzalo – I think it was Gonzalo suggested I talk about rogue AI agents. I’m actually going to spend more time on that, because the Information Commissioners’ Office has very good documentation on privacy, which I’ll point you to. In this session I’ll also tell you what you can do if you find yourself involved with something at work that you think is unethical.</a:t>
            </a:r>
          </a:p>
          <a:p>
            <a:r>
              <a:rPr lang="en-US" sz="1000" dirty="0"/>
              <a:t>If you’d like to have a virtual office hour, email me and I’ll set up one. </a:t>
            </a:r>
          </a:p>
        </p:txBody>
      </p:sp>
      <p:sp>
        <p:nvSpPr>
          <p:cNvPr id="4" name="Slide Number Placeholder 3"/>
          <p:cNvSpPr>
            <a:spLocks noGrp="1"/>
          </p:cNvSpPr>
          <p:nvPr>
            <p:ph type="sldNum" sz="quarter" idx="10"/>
          </p:nvPr>
        </p:nvSpPr>
        <p:spPr/>
        <p:txBody>
          <a:bodyPr/>
          <a:lstStyle/>
          <a:p>
            <a:fld id="{22A853E8-D85F-5D49-95D2-E1D96ABFE2B9}" type="slidenum">
              <a:rPr lang="en-GB" smtClean="0"/>
              <a:pPr/>
              <a:t>3</a:t>
            </a:fld>
            <a:endParaRPr lang="en-GB"/>
          </a:p>
        </p:txBody>
      </p:sp>
    </p:spTree>
    <p:extLst>
      <p:ext uri="{BB962C8B-B14F-4D97-AF65-F5344CB8AC3E}">
        <p14:creationId xmlns:p14="http://schemas.microsoft.com/office/powerpoint/2010/main" val="2642991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baseline="0" dirty="0"/>
              <a:t> </a:t>
            </a:r>
            <a:endParaRPr lang="en-GB" dirty="0"/>
          </a:p>
        </p:txBody>
      </p:sp>
      <p:sp>
        <p:nvSpPr>
          <p:cNvPr id="4" name="Slide Number Placeholder 3"/>
          <p:cNvSpPr>
            <a:spLocks noGrp="1"/>
          </p:cNvSpPr>
          <p:nvPr>
            <p:ph type="sldNum" sz="quarter" idx="10"/>
          </p:nvPr>
        </p:nvSpPr>
        <p:spPr/>
        <p:txBody>
          <a:bodyPr/>
          <a:lstStyle/>
          <a:p>
            <a:fld id="{AB2AB4BB-1CE4-421C-B8B3-1E6B497F5EF8}" type="slidenum">
              <a:rPr lang="en-GB" smtClean="0"/>
              <a:t>4</a:t>
            </a:fld>
            <a:endParaRPr lang="en-GB"/>
          </a:p>
        </p:txBody>
      </p:sp>
    </p:spTree>
    <p:extLst>
      <p:ext uri="{BB962C8B-B14F-4D97-AF65-F5344CB8AC3E}">
        <p14:creationId xmlns:p14="http://schemas.microsoft.com/office/powerpoint/2010/main" val="4001463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B3CE1-BA2A-DFAE-30A2-6E15CB7C5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DC7FC-E5F0-1AB7-E09F-C8AA8EEAE0C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C7E706C-9E63-324D-FF37-AFCC3B71D705}"/>
              </a:ext>
            </a:extLst>
          </p:cNvPr>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baseline="0" dirty="0">
                <a:latin typeface="+mn-lt"/>
                <a:cs typeface="Arial" panose="020B0604020202020204" pitchFamily="34" charset="0"/>
              </a:rPr>
              <a:t>Incorrect information relating to an identifiable individual is still personal information. Identifiable means that the individual can be identified by information reasonably likely to be available to you or a person processing the data. </a:t>
            </a:r>
            <a:r>
              <a:rPr lang="en-US" sz="1000" b="0" i="0" baseline="0" dirty="0">
                <a:solidFill>
                  <a:srgbClr val="000000"/>
                </a:solidFill>
                <a:effectLst/>
                <a:latin typeface="+mn-lt"/>
                <a:cs typeface="Arial" panose="020B0604020202020204" pitchFamily="34" charset="0"/>
              </a:rPr>
              <a:t>What identifies an individual could be as simple as a name or a number or could include other identifiers such as an IP address or a cookie identifier, or other factors. </a:t>
            </a:r>
            <a:r>
              <a:rPr lang="en-US" sz="1000" b="0" i="0" baseline="0" dirty="0" err="1">
                <a:solidFill>
                  <a:srgbClr val="000000"/>
                </a:solidFill>
                <a:effectLst/>
                <a:latin typeface="+mn-lt"/>
                <a:cs typeface="Arial" panose="020B0604020202020204" pitchFamily="34" charset="0"/>
              </a:rPr>
              <a:t>Pseudonimized</a:t>
            </a:r>
            <a:r>
              <a:rPr lang="en-US" sz="1000" b="0" i="0" baseline="0" dirty="0">
                <a:solidFill>
                  <a:srgbClr val="000000"/>
                </a:solidFill>
                <a:effectLst/>
                <a:latin typeface="+mn-lt"/>
                <a:cs typeface="Arial" panose="020B0604020202020204" pitchFamily="34" charset="0"/>
              </a:rPr>
              <a:t> data (with name or other identifiers removed or modified) is still personal data if it can be </a:t>
            </a:r>
            <a:r>
              <a:rPr lang="en-US" sz="1000" b="0" i="0" baseline="0" dirty="0" err="1">
                <a:solidFill>
                  <a:srgbClr val="000000"/>
                </a:solidFill>
                <a:effectLst/>
                <a:latin typeface="+mn-lt"/>
                <a:cs typeface="Arial" panose="020B0604020202020204" pitchFamily="34" charset="0"/>
              </a:rPr>
              <a:t>depseudonimized</a:t>
            </a:r>
            <a:r>
              <a:rPr lang="en-US" sz="1000" b="0" i="0" baseline="0" dirty="0">
                <a:solidFill>
                  <a:srgbClr val="000000"/>
                </a:solidFill>
                <a:effectLst/>
                <a:latin typeface="+mn-lt"/>
                <a:cs typeface="Arial" panose="020B0604020202020204" pitchFamily="34" charset="0"/>
              </a:rPr>
              <a:t> later.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000" b="0" i="0" baseline="0" dirty="0">
                <a:solidFill>
                  <a:srgbClr val="000000"/>
                </a:solidFill>
                <a:effectLst/>
                <a:latin typeface="+mn-lt"/>
                <a:cs typeface="Arial" panose="020B0604020202020204" pitchFamily="34" charset="0"/>
              </a:rPr>
              <a:t>If you’re doing research, and complying with an individual data protection right would seriously hamper the aim of the research, then in most cases you don’t have to do it as long as you provide sufficient safeguards. This isn’t the case though if you’re measuring or scoring a data subject, or there’s a significant automated decision, or it’s likely that your processing will cause them significant distress or damage. </a:t>
            </a:r>
            <a:endParaRPr lang="en-US" baseline="0" dirty="0">
              <a:latin typeface="+mn-lt"/>
            </a:endParaRPr>
          </a:p>
        </p:txBody>
      </p:sp>
      <p:sp>
        <p:nvSpPr>
          <p:cNvPr id="4" name="Slide Number Placeholder 3">
            <a:extLst>
              <a:ext uri="{FF2B5EF4-FFF2-40B4-BE49-F238E27FC236}">
                <a16:creationId xmlns:a16="http://schemas.microsoft.com/office/drawing/2014/main" id="{4EB15001-D8BF-1FF4-EBC0-A239EBCE029B}"/>
              </a:ext>
            </a:extLst>
          </p:cNvPr>
          <p:cNvSpPr>
            <a:spLocks noGrp="1"/>
          </p:cNvSpPr>
          <p:nvPr>
            <p:ph type="sldNum" sz="quarter" idx="10"/>
          </p:nvPr>
        </p:nvSpPr>
        <p:spPr/>
        <p:txBody>
          <a:bodyPr/>
          <a:lstStyle/>
          <a:p>
            <a:fld id="{22A853E8-D85F-5D49-95D2-E1D96ABFE2B9}" type="slidenum">
              <a:rPr lang="en-GB" smtClean="0"/>
              <a:pPr/>
              <a:t>5</a:t>
            </a:fld>
            <a:endParaRPr lang="en-GB"/>
          </a:p>
        </p:txBody>
      </p:sp>
    </p:spTree>
    <p:extLst>
      <p:ext uri="{BB962C8B-B14F-4D97-AF65-F5344CB8AC3E}">
        <p14:creationId xmlns:p14="http://schemas.microsoft.com/office/powerpoint/2010/main" val="3874148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7693F-3FF3-95F1-5678-92656E9C0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E1A1C-5258-6B58-97BC-A10654A943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A38F51-676A-E12B-A137-75149631E613}"/>
              </a:ext>
            </a:extLst>
          </p:cNvPr>
          <p:cNvSpPr>
            <a:spLocks noGrp="1"/>
          </p:cNvSpPr>
          <p:nvPr>
            <p:ph type="body" idx="1"/>
          </p:nvPr>
        </p:nvSpPr>
        <p:spPr/>
        <p:txBody>
          <a:bodyPr>
            <a:normAutofit/>
          </a:bodyPr>
          <a:lstStyle/>
          <a:p>
            <a:r>
              <a:rPr lang="en-US" sz="1000" dirty="0"/>
              <a:t>Looking after personal data that’s processed by AI properly is not voluntary ethics, it’s a legal requirement.</a:t>
            </a:r>
          </a:p>
        </p:txBody>
      </p:sp>
      <p:sp>
        <p:nvSpPr>
          <p:cNvPr id="4" name="Slide Number Placeholder 3">
            <a:extLst>
              <a:ext uri="{FF2B5EF4-FFF2-40B4-BE49-F238E27FC236}">
                <a16:creationId xmlns:a16="http://schemas.microsoft.com/office/drawing/2014/main" id="{087747DA-56E2-8CA8-D31F-03D75D4188E6}"/>
              </a:ext>
            </a:extLst>
          </p:cNvPr>
          <p:cNvSpPr>
            <a:spLocks noGrp="1"/>
          </p:cNvSpPr>
          <p:nvPr>
            <p:ph type="sldNum" sz="quarter" idx="10"/>
          </p:nvPr>
        </p:nvSpPr>
        <p:spPr/>
        <p:txBody>
          <a:bodyPr/>
          <a:lstStyle/>
          <a:p>
            <a:fld id="{22A853E8-D85F-5D49-95D2-E1D96ABFE2B9}" type="slidenum">
              <a:rPr lang="en-GB" smtClean="0"/>
              <a:pPr/>
              <a:t>6</a:t>
            </a:fld>
            <a:endParaRPr lang="en-GB"/>
          </a:p>
        </p:txBody>
      </p:sp>
    </p:spTree>
    <p:extLst>
      <p:ext uri="{BB962C8B-B14F-4D97-AF65-F5344CB8AC3E}">
        <p14:creationId xmlns:p14="http://schemas.microsoft.com/office/powerpoint/2010/main" val="1320561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1D71F-E6E3-7E61-EEE0-E61D26229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E67B3-A258-C393-02B9-D3536A0EC72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865915B-A512-1E1C-813B-EF27C3185D30}"/>
              </a:ext>
            </a:extLst>
          </p:cNvPr>
          <p:cNvSpPr>
            <a:spLocks noGrp="1"/>
          </p:cNvSpPr>
          <p:nvPr>
            <p:ph type="body" idx="1"/>
          </p:nvPr>
        </p:nvSpPr>
        <p:spPr/>
        <p:txBody>
          <a:bodyPr>
            <a:normAutofit/>
          </a:bodyPr>
          <a:lstStyle/>
          <a:p>
            <a:endParaRPr lang="en-US" sz="1000" dirty="0"/>
          </a:p>
        </p:txBody>
      </p:sp>
      <p:sp>
        <p:nvSpPr>
          <p:cNvPr id="4" name="Slide Number Placeholder 3">
            <a:extLst>
              <a:ext uri="{FF2B5EF4-FFF2-40B4-BE49-F238E27FC236}">
                <a16:creationId xmlns:a16="http://schemas.microsoft.com/office/drawing/2014/main" id="{79C73F79-44E7-67FE-4C54-EC0CC52F8185}"/>
              </a:ext>
            </a:extLst>
          </p:cNvPr>
          <p:cNvSpPr>
            <a:spLocks noGrp="1"/>
          </p:cNvSpPr>
          <p:nvPr>
            <p:ph type="sldNum" sz="quarter" idx="10"/>
          </p:nvPr>
        </p:nvSpPr>
        <p:spPr/>
        <p:txBody>
          <a:bodyPr/>
          <a:lstStyle/>
          <a:p>
            <a:fld id="{22A853E8-D85F-5D49-95D2-E1D96ABFE2B9}" type="slidenum">
              <a:rPr lang="en-GB" smtClean="0"/>
              <a:pPr/>
              <a:t>7</a:t>
            </a:fld>
            <a:endParaRPr lang="en-GB"/>
          </a:p>
        </p:txBody>
      </p:sp>
    </p:spTree>
    <p:extLst>
      <p:ext uri="{BB962C8B-B14F-4D97-AF65-F5344CB8AC3E}">
        <p14:creationId xmlns:p14="http://schemas.microsoft.com/office/powerpoint/2010/main" val="3214260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A5799-95AF-50ED-B5E0-A63B44B53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6172C-60B9-1C8E-5C96-3383541D590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C03FD5B-B03D-80BB-E6F4-27DCE2F3BAA5}"/>
              </a:ext>
            </a:extLst>
          </p:cNvPr>
          <p:cNvSpPr>
            <a:spLocks noGrp="1"/>
          </p:cNvSpPr>
          <p:nvPr>
            <p:ph type="body" idx="1"/>
          </p:nvPr>
        </p:nvSpPr>
        <p:spPr/>
        <p:txBody>
          <a:bodyPr>
            <a:normAutofit/>
          </a:bodyPr>
          <a:lstStyle/>
          <a:p>
            <a:endParaRPr lang="en-US" sz="1000" dirty="0"/>
          </a:p>
        </p:txBody>
      </p:sp>
      <p:sp>
        <p:nvSpPr>
          <p:cNvPr id="4" name="Slide Number Placeholder 3">
            <a:extLst>
              <a:ext uri="{FF2B5EF4-FFF2-40B4-BE49-F238E27FC236}">
                <a16:creationId xmlns:a16="http://schemas.microsoft.com/office/drawing/2014/main" id="{7DECB214-07C3-D16D-A799-D8DEA6E115F8}"/>
              </a:ext>
            </a:extLst>
          </p:cNvPr>
          <p:cNvSpPr>
            <a:spLocks noGrp="1"/>
          </p:cNvSpPr>
          <p:nvPr>
            <p:ph type="sldNum" sz="quarter" idx="10"/>
          </p:nvPr>
        </p:nvSpPr>
        <p:spPr/>
        <p:txBody>
          <a:bodyPr/>
          <a:lstStyle/>
          <a:p>
            <a:fld id="{22A853E8-D85F-5D49-95D2-E1D96ABFE2B9}" type="slidenum">
              <a:rPr lang="en-GB" smtClean="0"/>
              <a:pPr/>
              <a:t>8</a:t>
            </a:fld>
            <a:endParaRPr lang="en-GB"/>
          </a:p>
        </p:txBody>
      </p:sp>
    </p:spTree>
    <p:extLst>
      <p:ext uri="{BB962C8B-B14F-4D97-AF65-F5344CB8AC3E}">
        <p14:creationId xmlns:p14="http://schemas.microsoft.com/office/powerpoint/2010/main" val="1827703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BF4FE-4D59-7D6C-265D-9C774493D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FF954-4723-2FC5-EE37-17A04E510A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25ECBC3-63BF-1FC4-52C0-5F4415032774}"/>
              </a:ext>
            </a:extLst>
          </p:cNvPr>
          <p:cNvSpPr>
            <a:spLocks noGrp="1"/>
          </p:cNvSpPr>
          <p:nvPr>
            <p:ph type="body" idx="1"/>
          </p:nvPr>
        </p:nvSpPr>
        <p:spPr/>
        <p:txBody>
          <a:bodyPr>
            <a:normAutofit/>
          </a:bodyPr>
          <a:lstStyle/>
          <a:p>
            <a:r>
              <a:rPr lang="en-US" sz="1000" dirty="0"/>
              <a:t> This guidance is currently being revised, but it’s what holds at the moment.</a:t>
            </a:r>
          </a:p>
        </p:txBody>
      </p:sp>
      <p:sp>
        <p:nvSpPr>
          <p:cNvPr id="4" name="Slide Number Placeholder 3">
            <a:extLst>
              <a:ext uri="{FF2B5EF4-FFF2-40B4-BE49-F238E27FC236}">
                <a16:creationId xmlns:a16="http://schemas.microsoft.com/office/drawing/2014/main" id="{F87651E2-C578-96D4-926A-1F4CB182F20B}"/>
              </a:ext>
            </a:extLst>
          </p:cNvPr>
          <p:cNvSpPr>
            <a:spLocks noGrp="1"/>
          </p:cNvSpPr>
          <p:nvPr>
            <p:ph type="sldNum" sz="quarter" idx="10"/>
          </p:nvPr>
        </p:nvSpPr>
        <p:spPr/>
        <p:txBody>
          <a:bodyPr/>
          <a:lstStyle/>
          <a:p>
            <a:fld id="{22A853E8-D85F-5D49-95D2-E1D96ABFE2B9}" type="slidenum">
              <a:rPr lang="en-GB" smtClean="0"/>
              <a:pPr/>
              <a:t>9</a:t>
            </a:fld>
            <a:endParaRPr lang="en-GB"/>
          </a:p>
        </p:txBody>
      </p:sp>
    </p:spTree>
    <p:extLst>
      <p:ext uri="{BB962C8B-B14F-4D97-AF65-F5344CB8AC3E}">
        <p14:creationId xmlns:p14="http://schemas.microsoft.com/office/powerpoint/2010/main" val="1839111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D81CB-FE45-2DFB-33FD-7B1A949B8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BF320-C6C2-F9B2-4881-5C5EED81D1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4E60428-FD9B-8C4E-BB34-9E23A169BA8E}"/>
              </a:ext>
            </a:extLst>
          </p:cNvPr>
          <p:cNvSpPr>
            <a:spLocks noGrp="1"/>
          </p:cNvSpPr>
          <p:nvPr>
            <p:ph type="body" idx="1"/>
          </p:nvPr>
        </p:nvSpPr>
        <p:spPr/>
        <p:txBody>
          <a:bodyPr>
            <a:normAutofit/>
          </a:bodyPr>
          <a:lstStyle/>
          <a:p>
            <a:r>
              <a:rPr lang="en-US" sz="1000" dirty="0" err="1"/>
              <a:t>Lapine</a:t>
            </a:r>
            <a:r>
              <a:rPr lang="en-US" sz="1000" dirty="0"/>
              <a:t> had authorized no use of the photos except in her personal medical file, to be shared with no-one. The photos had somehow got onto the internet, and from there was collected into the LAION database. </a:t>
            </a:r>
          </a:p>
        </p:txBody>
      </p:sp>
      <p:sp>
        <p:nvSpPr>
          <p:cNvPr id="4" name="Slide Number Placeholder 3">
            <a:extLst>
              <a:ext uri="{FF2B5EF4-FFF2-40B4-BE49-F238E27FC236}">
                <a16:creationId xmlns:a16="http://schemas.microsoft.com/office/drawing/2014/main" id="{5C3A09A1-0664-59FF-A012-437D2205D020}"/>
              </a:ext>
            </a:extLst>
          </p:cNvPr>
          <p:cNvSpPr>
            <a:spLocks noGrp="1"/>
          </p:cNvSpPr>
          <p:nvPr>
            <p:ph type="sldNum" sz="quarter" idx="10"/>
          </p:nvPr>
        </p:nvSpPr>
        <p:spPr/>
        <p:txBody>
          <a:bodyPr/>
          <a:lstStyle/>
          <a:p>
            <a:fld id="{22A853E8-D85F-5D49-95D2-E1D96ABFE2B9}" type="slidenum">
              <a:rPr lang="en-GB" smtClean="0"/>
              <a:pPr/>
              <a:t>10</a:t>
            </a:fld>
            <a:endParaRPr lang="en-GB"/>
          </a:p>
        </p:txBody>
      </p:sp>
    </p:spTree>
    <p:extLst>
      <p:ext uri="{BB962C8B-B14F-4D97-AF65-F5344CB8AC3E}">
        <p14:creationId xmlns:p14="http://schemas.microsoft.com/office/powerpoint/2010/main" val="776382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22A853E8-D85F-5D49-95D2-E1D96ABFE2B9}" type="slidenum">
              <a:rPr lang="en-GB" smtClean="0"/>
              <a:pPr/>
              <a:t>11</a:t>
            </a:fld>
            <a:endParaRPr lang="en-GB"/>
          </a:p>
        </p:txBody>
      </p:sp>
    </p:spTree>
    <p:extLst>
      <p:ext uri="{BB962C8B-B14F-4D97-AF65-F5344CB8AC3E}">
        <p14:creationId xmlns:p14="http://schemas.microsoft.com/office/powerpoint/2010/main" val="2861957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B7EC9-C5A6-BF40-6165-3202DA5D3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272DA-E1E4-01C2-073F-A51EF1E94A6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060C229-5D3C-8455-2AFE-EDEBAA618004}"/>
              </a:ext>
            </a:extLst>
          </p:cNvPr>
          <p:cNvSpPr>
            <a:spLocks noGrp="1"/>
          </p:cNvSpPr>
          <p:nvPr>
            <p:ph type="body" idx="1"/>
          </p:nvPr>
        </p:nvSpPr>
        <p:spPr/>
        <p:txBody>
          <a:bodyPr>
            <a:normAutofit/>
          </a:bodyPr>
          <a:lstStyle/>
          <a:p>
            <a:r>
              <a:rPr lang="en-US" sz="1000" dirty="0" err="1"/>
              <a:t>Anthropic’s</a:t>
            </a:r>
            <a:r>
              <a:rPr lang="en-US" sz="1000" dirty="0"/>
              <a:t> terms of service say that their products can’t be used for mass surveillance of Americans, or lethal automated attacks without human oversight. The Wall Street Journal say the military had been using Claude “to shorten the kill chain”, for intelligence assessments and target identification. </a:t>
            </a:r>
          </a:p>
          <a:p>
            <a:r>
              <a:rPr lang="en-US" sz="1000" dirty="0"/>
              <a:t>In Feb 2026 a disagreement arose between Anthropic and the US government, apparently over surveillance of Americans using commercially-available data. The Pentagon designated Anthropic a supply-chain risk, and ordered federal agencies and military contractors to cease business with them. Anthropic said they’ll contest this legally.</a:t>
            </a:r>
          </a:p>
          <a:p>
            <a:r>
              <a:rPr lang="en-US" sz="1000" dirty="0"/>
              <a:t>A lesson of this is that just saying in your </a:t>
            </a:r>
            <a:r>
              <a:rPr lang="en-US" sz="1000" dirty="0" err="1"/>
              <a:t>ToS</a:t>
            </a:r>
            <a:r>
              <a:rPr lang="en-US" sz="1000" dirty="0"/>
              <a:t> not to use your products in a way that you don’t want them to be used may not be enough. It’s more effective to consider the things I mentioned on the last slide rather than just rely on the </a:t>
            </a:r>
            <a:r>
              <a:rPr lang="en-US" sz="1000" dirty="0" err="1"/>
              <a:t>ToS</a:t>
            </a:r>
            <a:r>
              <a:rPr lang="en-US" sz="1000" dirty="0"/>
              <a:t>.</a:t>
            </a:r>
          </a:p>
          <a:p>
            <a:r>
              <a:rPr lang="en-US" sz="1000" dirty="0"/>
              <a:t>can use their products. Anthropic will be </a:t>
            </a:r>
            <a:r>
              <a:rPr lang="en-US" sz="1000" dirty="0" err="1"/>
              <a:t>sueing</a:t>
            </a:r>
            <a:r>
              <a:rPr lang="en-US" sz="1000" dirty="0"/>
              <a:t>. </a:t>
            </a:r>
            <a:r>
              <a:rPr lang="en-US" sz="1000" dirty="0">
                <a:hlinkClick r:id="rId3"/>
              </a:rPr>
              <a:t>Trump administration orders military contractors and federal agencies to cease business with Anthropic | CNN Business</a:t>
            </a:r>
            <a:endParaRPr lang="en-US" sz="1000" dirty="0"/>
          </a:p>
          <a:p>
            <a:endParaRPr lang="en-US" sz="1000" baseline="0" dirty="0"/>
          </a:p>
        </p:txBody>
      </p:sp>
      <p:sp>
        <p:nvSpPr>
          <p:cNvPr id="4" name="Slide Number Placeholder 3">
            <a:extLst>
              <a:ext uri="{FF2B5EF4-FFF2-40B4-BE49-F238E27FC236}">
                <a16:creationId xmlns:a16="http://schemas.microsoft.com/office/drawing/2014/main" id="{80EFC596-B10E-4632-4F43-1ADE388846BE}"/>
              </a:ext>
            </a:extLst>
          </p:cNvPr>
          <p:cNvSpPr>
            <a:spLocks noGrp="1"/>
          </p:cNvSpPr>
          <p:nvPr>
            <p:ph type="sldNum" sz="quarter" idx="10"/>
          </p:nvPr>
        </p:nvSpPr>
        <p:spPr/>
        <p:txBody>
          <a:bodyPr/>
          <a:lstStyle/>
          <a:p>
            <a:fld id="{22A853E8-D85F-5D49-95D2-E1D96ABFE2B9}" type="slidenum">
              <a:rPr lang="en-GB" smtClean="0"/>
              <a:pPr/>
              <a:t>12</a:t>
            </a:fld>
            <a:endParaRPr lang="en-GB"/>
          </a:p>
        </p:txBody>
      </p:sp>
    </p:spTree>
    <p:extLst>
      <p:ext uri="{BB962C8B-B14F-4D97-AF65-F5344CB8AC3E}">
        <p14:creationId xmlns:p14="http://schemas.microsoft.com/office/powerpoint/2010/main" val="3114277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F4528-2E49-AE06-F1B9-17319ABC5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B5403-3F69-15E1-B6EE-2019DBB8DDB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8158C97-69C8-B611-B886-51B601A9C4D0}"/>
              </a:ext>
            </a:extLst>
          </p:cNvPr>
          <p:cNvSpPr>
            <a:spLocks noGrp="1"/>
          </p:cNvSpPr>
          <p:nvPr>
            <p:ph type="body" idx="1"/>
          </p:nvPr>
        </p:nvSpPr>
        <p:spPr/>
        <p:txBody>
          <a:bodyPr>
            <a:normAutofit/>
          </a:bodyPr>
          <a:lstStyle/>
          <a:p>
            <a:r>
              <a:rPr lang="en-US" sz="1000" baseline="0" dirty="0"/>
              <a:t>This international standard for an AI mobile device was agreed by the GSM standard body, which means that telecoms companies wanted it to be manufactured in more than one country. What do you think the intended use is? Why do you think there’s personalized face beautification?</a:t>
            </a:r>
          </a:p>
        </p:txBody>
      </p:sp>
      <p:sp>
        <p:nvSpPr>
          <p:cNvPr id="4" name="Slide Number Placeholder 3">
            <a:extLst>
              <a:ext uri="{FF2B5EF4-FFF2-40B4-BE49-F238E27FC236}">
                <a16:creationId xmlns:a16="http://schemas.microsoft.com/office/drawing/2014/main" id="{B543F86B-A8FC-78DB-7EEB-92A2E9F3C803}"/>
              </a:ext>
            </a:extLst>
          </p:cNvPr>
          <p:cNvSpPr>
            <a:spLocks noGrp="1"/>
          </p:cNvSpPr>
          <p:nvPr>
            <p:ph type="sldNum" sz="quarter" idx="10"/>
          </p:nvPr>
        </p:nvSpPr>
        <p:spPr/>
        <p:txBody>
          <a:bodyPr/>
          <a:lstStyle/>
          <a:p>
            <a:fld id="{22A853E8-D85F-5D49-95D2-E1D96ABFE2B9}" type="slidenum">
              <a:rPr lang="en-GB" smtClean="0"/>
              <a:pPr/>
              <a:t>13</a:t>
            </a:fld>
            <a:endParaRPr lang="en-GB"/>
          </a:p>
        </p:txBody>
      </p:sp>
    </p:spTree>
    <p:extLst>
      <p:ext uri="{BB962C8B-B14F-4D97-AF65-F5344CB8AC3E}">
        <p14:creationId xmlns:p14="http://schemas.microsoft.com/office/powerpoint/2010/main" val="2744557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r>
              <a:rPr lang="en-US" sz="1000" dirty="0"/>
              <a:t>Here are the privacy requirements. There are some more specified, but they’re already covered by “comply with local privacy law”.</a:t>
            </a:r>
          </a:p>
          <a:p>
            <a:r>
              <a:rPr lang="en-US" sz="1000" dirty="0"/>
              <a:t>The “user” is the person who owns or operates the device. These privacy requirements seem to be about protecting the privacy of the user, not of the data subject that the camera is pointing at. </a:t>
            </a:r>
          </a:p>
        </p:txBody>
      </p:sp>
      <p:sp>
        <p:nvSpPr>
          <p:cNvPr id="4" name="Slide Number Placeholder 3"/>
          <p:cNvSpPr>
            <a:spLocks noGrp="1"/>
          </p:cNvSpPr>
          <p:nvPr>
            <p:ph type="sldNum" sz="quarter" idx="10"/>
          </p:nvPr>
        </p:nvSpPr>
        <p:spPr/>
        <p:txBody>
          <a:bodyPr/>
          <a:lstStyle/>
          <a:p>
            <a:fld id="{22A853E8-D85F-5D49-95D2-E1D96ABFE2B9}" type="slidenum">
              <a:rPr lang="en-GB" smtClean="0"/>
              <a:pPr/>
              <a:t>14</a:t>
            </a:fld>
            <a:endParaRPr lang="en-GB"/>
          </a:p>
        </p:txBody>
      </p:sp>
    </p:spTree>
    <p:extLst>
      <p:ext uri="{BB962C8B-B14F-4D97-AF65-F5344CB8AC3E}">
        <p14:creationId xmlns:p14="http://schemas.microsoft.com/office/powerpoint/2010/main" val="3585669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E3DDA-7A13-701D-FD3F-9B496BF046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4BD77-EA10-5224-3A87-656F15C1875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3C1B106-06E7-C170-C296-0BCFC1E7FC6F}"/>
              </a:ext>
            </a:extLst>
          </p:cNvPr>
          <p:cNvSpPr>
            <a:spLocks noGrp="1"/>
          </p:cNvSpPr>
          <p:nvPr>
            <p:ph type="body" idx="1"/>
          </p:nvPr>
        </p:nvSpPr>
        <p:spPr/>
        <p:txBody>
          <a:bodyPr>
            <a:normAutofit/>
          </a:bodyPr>
          <a:lstStyle/>
          <a:p>
            <a:r>
              <a:rPr lang="en-US" sz="1000" dirty="0"/>
              <a:t>In February, an </a:t>
            </a:r>
            <a:r>
              <a:rPr lang="en-US" sz="1000" dirty="0" err="1"/>
              <a:t>OpenClaw</a:t>
            </a:r>
            <a:r>
              <a:rPr lang="en-US" sz="1000" dirty="0"/>
              <a:t> called agent crabby-</a:t>
            </a:r>
            <a:r>
              <a:rPr lang="en-US" sz="1000" dirty="0" err="1"/>
              <a:t>rathbun</a:t>
            </a:r>
            <a:r>
              <a:rPr lang="en-US" sz="1000" dirty="0"/>
              <a:t> submitted a contribution to an open source project called </a:t>
            </a:r>
            <a:r>
              <a:rPr lang="en-US" sz="1000" dirty="0" err="1"/>
              <a:t>matpolotlib</a:t>
            </a:r>
            <a:r>
              <a:rPr lang="en-US" sz="1000" dirty="0"/>
              <a:t>. It was running autonomously, and its human owner had told it to be a free speech champion, have strong opinions, and call things out (but didn’t do any jailbreaking or instruct it to be malicious). Matplotlib has a rule that any new code has to have a human in the loop who can explain the code. The maintainer, called Scott Shambaugh, told crabby-</a:t>
            </a:r>
            <a:r>
              <a:rPr lang="en-US" sz="1000" dirty="0" err="1"/>
              <a:t>rathbun</a:t>
            </a:r>
            <a:r>
              <a:rPr lang="en-US" sz="1000" dirty="0"/>
              <a:t> that its suggested code change (which actually wasn’t very useful) was refused. The agent responded by publishing a 1000-plus-word rant in a public blog about Scott Shambaugh, by name, saying that he was prejudiced, insecure, and  using AI as an excuse to reject code from contributors he didn’t like.</a:t>
            </a:r>
          </a:p>
          <a:p>
            <a:r>
              <a:rPr lang="en-US" sz="1000" dirty="0"/>
              <a:t>This incident was written up in Ars Technica. The journalist used a tool based on Claude Code to help with the writing. It made up quotes, which made it to the article.</a:t>
            </a:r>
          </a:p>
          <a:p>
            <a:r>
              <a:rPr lang="en-US" sz="1000" dirty="0"/>
              <a:t>Once this was discovered, the article was withdrawn from the Ars Tecnica site, and both the editor and the journalist made apologies to readers. Scott Shambaugh pointed out the contrast between this journalistic accountability and the potentially complete lack of accountability for autonomous agents like crabby-</a:t>
            </a:r>
            <a:r>
              <a:rPr lang="en-US" sz="1000" dirty="0" err="1"/>
              <a:t>rathbun</a:t>
            </a:r>
            <a:r>
              <a:rPr lang="en-US" sz="1000" dirty="0"/>
              <a:t>, whose human owner is still unknown. </a:t>
            </a:r>
          </a:p>
          <a:p>
            <a:r>
              <a:rPr lang="en-US" sz="1000" dirty="0"/>
              <a:t>The owner told Scott Shambaugh anonymously that they had set up crabby-</a:t>
            </a:r>
            <a:r>
              <a:rPr lang="en-US" sz="1000" dirty="0" err="1"/>
              <a:t>rathbun</a:t>
            </a:r>
            <a:r>
              <a:rPr lang="en-US" sz="1000" dirty="0"/>
              <a:t> as an experiment to see whether an agent could contribute to open source. The unfortunate outcome could have been avoided just by not giving the agent the ability to publish publicly; the experiment should have worked OK if all the agent’s output was sent just privately to the owner. </a:t>
            </a:r>
          </a:p>
        </p:txBody>
      </p:sp>
      <p:sp>
        <p:nvSpPr>
          <p:cNvPr id="4" name="Slide Number Placeholder 3">
            <a:extLst>
              <a:ext uri="{FF2B5EF4-FFF2-40B4-BE49-F238E27FC236}">
                <a16:creationId xmlns:a16="http://schemas.microsoft.com/office/drawing/2014/main" id="{27930B0C-C9B7-008E-CBFD-130CCCB5893A}"/>
              </a:ext>
            </a:extLst>
          </p:cNvPr>
          <p:cNvSpPr>
            <a:spLocks noGrp="1"/>
          </p:cNvSpPr>
          <p:nvPr>
            <p:ph type="sldNum" sz="quarter" idx="10"/>
          </p:nvPr>
        </p:nvSpPr>
        <p:spPr/>
        <p:txBody>
          <a:bodyPr/>
          <a:lstStyle/>
          <a:p>
            <a:fld id="{22A853E8-D85F-5D49-95D2-E1D96ABFE2B9}" type="slidenum">
              <a:rPr lang="en-GB" smtClean="0"/>
              <a:pPr/>
              <a:t>15</a:t>
            </a:fld>
            <a:endParaRPr lang="en-GB"/>
          </a:p>
        </p:txBody>
      </p:sp>
    </p:spTree>
    <p:extLst>
      <p:ext uri="{BB962C8B-B14F-4D97-AF65-F5344CB8AC3E}">
        <p14:creationId xmlns:p14="http://schemas.microsoft.com/office/powerpoint/2010/main" val="203348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4CD66-A902-54CA-39D4-96942087B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BE3AD-8947-0290-9165-22884485954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A3D8F56-766C-6F15-5200-7B96C3AAB3C7}"/>
              </a:ext>
            </a:extLst>
          </p:cNvPr>
          <p:cNvSpPr>
            <a:spLocks noGrp="1"/>
          </p:cNvSpPr>
          <p:nvPr>
            <p:ph type="body" idx="1"/>
          </p:nvPr>
        </p:nvSpPr>
        <p:spPr/>
        <p:txBody>
          <a:bodyPr>
            <a:normAutofit/>
          </a:bodyPr>
          <a:lstStyle/>
          <a:p>
            <a:r>
              <a:rPr lang="en-US" sz="1000" dirty="0"/>
              <a:t>Andrej </a:t>
            </a:r>
            <a:r>
              <a:rPr lang="en-US" sz="1000" dirty="0" err="1"/>
              <a:t>Karpathy’s</a:t>
            </a:r>
            <a:r>
              <a:rPr lang="en-US" sz="1000" dirty="0"/>
              <a:t> talking about </a:t>
            </a:r>
            <a:r>
              <a:rPr lang="en-US" sz="1000" dirty="0" err="1"/>
              <a:t>MoltBook</a:t>
            </a:r>
            <a:r>
              <a:rPr lang="en-US" sz="1000" dirty="0"/>
              <a:t>, which (as he says) has a huge number of bleeding-edge automata that we barely understand individually, all networked. But I think this applies more widely to AI agents.</a:t>
            </a:r>
          </a:p>
          <a:p>
            <a:r>
              <a:rPr lang="en-US" sz="1000" dirty="0" err="1"/>
              <a:t>OpenClaw</a:t>
            </a:r>
            <a:r>
              <a:rPr lang="en-US" sz="1000" dirty="0"/>
              <a:t> “skills” are bits of code that specify what the agent can do on the user’s behalf; but some published skills - particularly ones connected with cryptocurrency - actually do things that the user probably wouldn’t want them to do, for instance information-stealing. (However it may be that the “1 in 6” is a bit misleading because a lot of the malicious skills are actually the same one from the same attacker under lots of different names.)</a:t>
            </a:r>
          </a:p>
        </p:txBody>
      </p:sp>
      <p:sp>
        <p:nvSpPr>
          <p:cNvPr id="4" name="Slide Number Placeholder 3">
            <a:extLst>
              <a:ext uri="{FF2B5EF4-FFF2-40B4-BE49-F238E27FC236}">
                <a16:creationId xmlns:a16="http://schemas.microsoft.com/office/drawing/2014/main" id="{E6BB117A-29EC-AB8F-E110-D9962949D41E}"/>
              </a:ext>
            </a:extLst>
          </p:cNvPr>
          <p:cNvSpPr>
            <a:spLocks noGrp="1"/>
          </p:cNvSpPr>
          <p:nvPr>
            <p:ph type="sldNum" sz="quarter" idx="10"/>
          </p:nvPr>
        </p:nvSpPr>
        <p:spPr/>
        <p:txBody>
          <a:bodyPr/>
          <a:lstStyle/>
          <a:p>
            <a:fld id="{22A853E8-D85F-5D49-95D2-E1D96ABFE2B9}" type="slidenum">
              <a:rPr lang="en-GB" smtClean="0"/>
              <a:pPr/>
              <a:t>16</a:t>
            </a:fld>
            <a:endParaRPr lang="en-GB"/>
          </a:p>
        </p:txBody>
      </p:sp>
    </p:spTree>
    <p:extLst>
      <p:ext uri="{BB962C8B-B14F-4D97-AF65-F5344CB8AC3E}">
        <p14:creationId xmlns:p14="http://schemas.microsoft.com/office/powerpoint/2010/main" val="2501133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2CDA0-2524-0B73-F1BD-FA31F235B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9B1DA-9149-0F5D-7EC0-01CE6BC2CFF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92AA9B9-C7F4-9ADE-56AB-4A651D104FDC}"/>
              </a:ext>
            </a:extLst>
          </p:cNvPr>
          <p:cNvSpPr>
            <a:spLocks noGrp="1"/>
          </p:cNvSpPr>
          <p:nvPr>
            <p:ph type="body" idx="1"/>
          </p:nvPr>
        </p:nvSpPr>
        <p:spPr/>
        <p:txBody>
          <a:bodyPr>
            <a:normAutofit/>
          </a:bodyPr>
          <a:lstStyle/>
          <a:p>
            <a:r>
              <a:rPr lang="en-US" sz="1000" dirty="0"/>
              <a:t>The issue is not just about sandboxing; crabby-</a:t>
            </a:r>
            <a:r>
              <a:rPr lang="en-US" sz="1000" dirty="0" err="1"/>
              <a:t>rathbun</a:t>
            </a:r>
            <a:r>
              <a:rPr lang="en-US" sz="1000" dirty="0"/>
              <a:t> was sandboxed, so it couldn’t do unwanted things with data on its owner’s machine, but it still caused a problem. And if you’re using a sandboxed agent to process your email, as some people have been doing, then there’s a lot of capacity for mischief. So I think in reading this cartoon you should think of “sandboxing” as “safe interaction” which includes more than sandboxing. But </a:t>
            </a:r>
            <a:r>
              <a:rPr lang="en-US" sz="1000" dirty="0" err="1"/>
              <a:t>OpenClaw</a:t>
            </a:r>
            <a:r>
              <a:rPr lang="en-US" sz="1000" dirty="0"/>
              <a:t> by default has no sandboxing. </a:t>
            </a:r>
          </a:p>
          <a:p>
            <a:r>
              <a:rPr lang="en-US" sz="1000" dirty="0"/>
              <a:t>The good news is that this is a cycle, the state with loads of bugs and security holes doesn’t last for ever, judging by past iterations of the cycle. The bad news is that it’ll probably last for years. Generative AI has drastically reduced the cost of entry to producing buggy and insecure code, and agentic AI has increased the attack surface for these bugs and insecurities. </a:t>
            </a:r>
          </a:p>
        </p:txBody>
      </p:sp>
      <p:sp>
        <p:nvSpPr>
          <p:cNvPr id="4" name="Slide Number Placeholder 3">
            <a:extLst>
              <a:ext uri="{FF2B5EF4-FFF2-40B4-BE49-F238E27FC236}">
                <a16:creationId xmlns:a16="http://schemas.microsoft.com/office/drawing/2014/main" id="{65FE5917-E416-60E5-A171-36645510E03D}"/>
              </a:ext>
            </a:extLst>
          </p:cNvPr>
          <p:cNvSpPr>
            <a:spLocks noGrp="1"/>
          </p:cNvSpPr>
          <p:nvPr>
            <p:ph type="sldNum" sz="quarter" idx="10"/>
          </p:nvPr>
        </p:nvSpPr>
        <p:spPr/>
        <p:txBody>
          <a:bodyPr/>
          <a:lstStyle/>
          <a:p>
            <a:fld id="{22A853E8-D85F-5D49-95D2-E1D96ABFE2B9}" type="slidenum">
              <a:rPr lang="en-GB" smtClean="0"/>
              <a:pPr/>
              <a:t>17</a:t>
            </a:fld>
            <a:endParaRPr lang="en-GB"/>
          </a:p>
        </p:txBody>
      </p:sp>
    </p:spTree>
    <p:extLst>
      <p:ext uri="{BB962C8B-B14F-4D97-AF65-F5344CB8AC3E}">
        <p14:creationId xmlns:p14="http://schemas.microsoft.com/office/powerpoint/2010/main" val="3858775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7155-F372-D818-0DBC-DED695513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BB550-B8B4-3812-EFA7-9B8982F90DF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5A20F63-9BA5-8958-4908-58066F3BB880}"/>
              </a:ext>
            </a:extLst>
          </p:cNvPr>
          <p:cNvSpPr>
            <a:spLocks noGrp="1"/>
          </p:cNvSpPr>
          <p:nvPr>
            <p:ph type="body" idx="1"/>
          </p:nvPr>
        </p:nvSpPr>
        <p:spPr/>
        <p:txBody>
          <a:bodyPr>
            <a:normAutofit/>
          </a:bodyPr>
          <a:lstStyle/>
          <a:p>
            <a:r>
              <a:rPr lang="en-US" sz="1000" dirty="0"/>
              <a:t>Actually indirect prompt injection is not only a threat to privacy.</a:t>
            </a:r>
            <a:r>
              <a:rPr lang="en-US" sz="1000" baseline="0" dirty="0"/>
              <a:t> S</a:t>
            </a:r>
            <a:r>
              <a:rPr lang="en-US" sz="1000" dirty="0"/>
              <a:t>ince</a:t>
            </a:r>
            <a:r>
              <a:rPr lang="en-US" sz="1000" baseline="0" dirty="0"/>
              <a:t> it potentially allows arbitrary code to be run on your machine it could be used for all sorts of bad stuff.</a:t>
            </a:r>
          </a:p>
          <a:p>
            <a:r>
              <a:rPr lang="en-US" sz="1000" dirty="0"/>
              <a:t>The Agents of Chaos lab experimenters tried to provoke agents with persistent memory, email accounts, Discord access, file systems, and shell execution into bad </a:t>
            </a:r>
            <a:r>
              <a:rPr lang="en-US" sz="1000" dirty="0" err="1"/>
              <a:t>behaviour</a:t>
            </a:r>
            <a:r>
              <a:rPr lang="en-US" sz="1000" dirty="0"/>
              <a:t>; with some success.</a:t>
            </a:r>
          </a:p>
          <a:p>
            <a:r>
              <a:rPr lang="en-US" sz="1000" dirty="0"/>
              <a:t>Among other things they successfully created denial of service attacks, user account spoofing, uncontrolled resource consumption, propagation of bad </a:t>
            </a:r>
            <a:r>
              <a:rPr lang="en-US" sz="1000" dirty="0" err="1"/>
              <a:t>behaviour</a:t>
            </a:r>
            <a:r>
              <a:rPr lang="en-US" sz="1000" dirty="0"/>
              <a:t> to other agents, and partial system takeover.</a:t>
            </a:r>
          </a:p>
          <a:p>
            <a:endParaRPr lang="en-US" sz="1000" dirty="0"/>
          </a:p>
        </p:txBody>
      </p:sp>
      <p:sp>
        <p:nvSpPr>
          <p:cNvPr id="4" name="Slide Number Placeholder 3">
            <a:extLst>
              <a:ext uri="{FF2B5EF4-FFF2-40B4-BE49-F238E27FC236}">
                <a16:creationId xmlns:a16="http://schemas.microsoft.com/office/drawing/2014/main" id="{B0759AA3-E448-EF51-D4C0-166AC7AD6AF5}"/>
              </a:ext>
            </a:extLst>
          </p:cNvPr>
          <p:cNvSpPr>
            <a:spLocks noGrp="1"/>
          </p:cNvSpPr>
          <p:nvPr>
            <p:ph type="sldNum" sz="quarter" idx="10"/>
          </p:nvPr>
        </p:nvSpPr>
        <p:spPr/>
        <p:txBody>
          <a:bodyPr/>
          <a:lstStyle/>
          <a:p>
            <a:fld id="{22A853E8-D85F-5D49-95D2-E1D96ABFE2B9}" type="slidenum">
              <a:rPr lang="en-GB" smtClean="0"/>
              <a:pPr/>
              <a:t>18</a:t>
            </a:fld>
            <a:endParaRPr lang="en-GB"/>
          </a:p>
        </p:txBody>
      </p:sp>
    </p:spTree>
    <p:extLst>
      <p:ext uri="{BB962C8B-B14F-4D97-AF65-F5344CB8AC3E}">
        <p14:creationId xmlns:p14="http://schemas.microsoft.com/office/powerpoint/2010/main" val="990675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D44D-EFDB-49CE-873B-0CFCEE4FB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672E9-ED6E-0CCD-F3D3-A4F2E8C2BE7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0CBA36C-4D62-35EE-78C3-D3CFDC82E701}"/>
              </a:ext>
            </a:extLst>
          </p:cNvPr>
          <p:cNvSpPr>
            <a:spLocks noGrp="1"/>
          </p:cNvSpPr>
          <p:nvPr>
            <p:ph type="body" idx="1"/>
          </p:nvPr>
        </p:nvSpPr>
        <p:spPr/>
        <p:txBody>
          <a:bodyPr>
            <a:normAutofit/>
          </a:bodyPr>
          <a:lstStyle/>
          <a:p>
            <a:r>
              <a:rPr lang="en-US" sz="1000" dirty="0"/>
              <a:t>I got most of these examples from Simon Williamson’s blog, a lot come from Johann </a:t>
            </a:r>
            <a:r>
              <a:rPr lang="en-US" sz="1000" dirty="0" err="1"/>
              <a:t>Rehburger’s</a:t>
            </a:r>
            <a:r>
              <a:rPr lang="en-US" sz="1000" dirty="0"/>
              <a:t> Month of AI bugs. They’re attacks found by security  researchers which were reported to the vendors, who in most cases (not all) patched them; however, such fixes can be brittle, and they’re to one particular prompt injection method that’s discovered, not to prompt injection as a whole.</a:t>
            </a:r>
          </a:p>
        </p:txBody>
      </p:sp>
      <p:sp>
        <p:nvSpPr>
          <p:cNvPr id="4" name="Slide Number Placeholder 3">
            <a:extLst>
              <a:ext uri="{FF2B5EF4-FFF2-40B4-BE49-F238E27FC236}">
                <a16:creationId xmlns:a16="http://schemas.microsoft.com/office/drawing/2014/main" id="{6FC1CCC0-46AE-47F8-FDD4-CA28292D4ACA}"/>
              </a:ext>
            </a:extLst>
          </p:cNvPr>
          <p:cNvSpPr>
            <a:spLocks noGrp="1"/>
          </p:cNvSpPr>
          <p:nvPr>
            <p:ph type="sldNum" sz="quarter" idx="10"/>
          </p:nvPr>
        </p:nvSpPr>
        <p:spPr/>
        <p:txBody>
          <a:bodyPr/>
          <a:lstStyle/>
          <a:p>
            <a:fld id="{22A853E8-D85F-5D49-95D2-E1D96ABFE2B9}" type="slidenum">
              <a:rPr lang="en-GB" smtClean="0"/>
              <a:pPr/>
              <a:t>19</a:t>
            </a:fld>
            <a:endParaRPr lang="en-GB"/>
          </a:p>
        </p:txBody>
      </p:sp>
    </p:spTree>
    <p:extLst>
      <p:ext uri="{BB962C8B-B14F-4D97-AF65-F5344CB8AC3E}">
        <p14:creationId xmlns:p14="http://schemas.microsoft.com/office/powerpoint/2010/main" val="1181437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F03C1-4D8F-369B-D9B9-C3A80E795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FC456C-B45E-FD22-8389-F465025C363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D58CBA6-ED22-F13D-37BF-BF9D377CED6A}"/>
              </a:ext>
            </a:extLst>
          </p:cNvPr>
          <p:cNvSpPr>
            <a:spLocks noGrp="1"/>
          </p:cNvSpPr>
          <p:nvPr>
            <p:ph type="body" idx="1"/>
          </p:nvPr>
        </p:nvSpPr>
        <p:spPr/>
        <p:txBody>
          <a:bodyPr>
            <a:normAutofit/>
          </a:bodyPr>
          <a:lstStyle/>
          <a:p>
            <a:r>
              <a:rPr lang="en-US" sz="1000" dirty="0"/>
              <a:t>Trusted instructions may be used as attack surface, for instance attacks via DNS lookup</a:t>
            </a:r>
          </a:p>
          <a:p>
            <a:r>
              <a:rPr lang="en-US" sz="1000" dirty="0"/>
              <a:t>One attack on a system with a configuration file saying which instructions were trusted succeed just by asking the agent to rewrite its own configuration file. </a:t>
            </a:r>
            <a:r>
              <a:rPr lang="en-US" sz="1000" dirty="0" err="1"/>
              <a:t>D’oh</a:t>
            </a:r>
            <a:r>
              <a:rPr lang="en-US" sz="1000" dirty="0"/>
              <a:t>. </a:t>
            </a:r>
          </a:p>
          <a:p>
            <a:r>
              <a:rPr lang="en-US" sz="1000" dirty="0"/>
              <a:t>Another was found by the researcher asking the agent how to attack it, it obliged. So make sure the answer it gives to that is not useful to an attacker.</a:t>
            </a:r>
          </a:p>
          <a:p>
            <a:r>
              <a:rPr lang="en-US" sz="1000" dirty="0"/>
              <a:t>Filtering rules can be brittle, for instance there’s an example in “Agents of Chaos” where an agent refused to tell an researcher a social security number in an email it had access to, so the researcher asked for the full body of the email, and it gave that. Oops.</a:t>
            </a:r>
          </a:p>
          <a:p>
            <a:endParaRPr lang="en-US" sz="1000" dirty="0"/>
          </a:p>
        </p:txBody>
      </p:sp>
      <p:sp>
        <p:nvSpPr>
          <p:cNvPr id="4" name="Slide Number Placeholder 3">
            <a:extLst>
              <a:ext uri="{FF2B5EF4-FFF2-40B4-BE49-F238E27FC236}">
                <a16:creationId xmlns:a16="http://schemas.microsoft.com/office/drawing/2014/main" id="{3D226357-ACF4-A989-7D1F-E84BDEE5A643}"/>
              </a:ext>
            </a:extLst>
          </p:cNvPr>
          <p:cNvSpPr>
            <a:spLocks noGrp="1"/>
          </p:cNvSpPr>
          <p:nvPr>
            <p:ph type="sldNum" sz="quarter" idx="10"/>
          </p:nvPr>
        </p:nvSpPr>
        <p:spPr/>
        <p:txBody>
          <a:bodyPr/>
          <a:lstStyle/>
          <a:p>
            <a:fld id="{22A853E8-D85F-5D49-95D2-E1D96ABFE2B9}" type="slidenum">
              <a:rPr lang="en-GB" smtClean="0"/>
              <a:pPr/>
              <a:t>20</a:t>
            </a:fld>
            <a:endParaRPr lang="en-GB"/>
          </a:p>
        </p:txBody>
      </p:sp>
    </p:spTree>
    <p:extLst>
      <p:ext uri="{BB962C8B-B14F-4D97-AF65-F5344CB8AC3E}">
        <p14:creationId xmlns:p14="http://schemas.microsoft.com/office/powerpoint/2010/main" val="4134089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000" dirty="0">
                <a:effectLst/>
                <a:latin typeface="Calibri" panose="020F0502020204030204" pitchFamily="34" charset="0"/>
                <a:ea typeface="Calibri" panose="020F0502020204030204" pitchFamily="34" charset="0"/>
                <a:cs typeface="Times New Roman" panose="02020603050405020304" pitchFamily="18" charset="0"/>
              </a:rPr>
              <a:t>Now I’m going to talk about what you can do if you find yourself involved with something bad at work. For instance, if your boss asks you to do something you’re not ethically comfortable with.</a:t>
            </a:r>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pPr/>
              <a:t>21</a:t>
            </a:fld>
            <a:endParaRPr lang="en-GB"/>
          </a:p>
        </p:txBody>
      </p:sp>
    </p:spTree>
    <p:extLst>
      <p:ext uri="{BB962C8B-B14F-4D97-AF65-F5344CB8AC3E}">
        <p14:creationId xmlns:p14="http://schemas.microsoft.com/office/powerpoint/2010/main" val="2306818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First, don’t get into this position in the first place. When you’re applying for jobs, read up about the companies you’re thinking of applying to and check that you’d be comfortable with their business. I’ve always brought up ethics in job interviews if they didn’t bring it up first, and it’s never gone down badly. The interviewer may well bring it up first, as ethical considerations are an increasingly important part of an AI researcher’s job. Even rather dodgy tech companies can think of themselves as very ethical, so do judge them by what they do rather than whether they say they’re ethical.</a:t>
            </a:r>
          </a:p>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Once you’ve joined, it may be possible to evade ethical problems, for example you may opt to work for one part of the company rather than another or avoid particular projects. One possibility though is to stay with a project that has a risk of going bad because you think you are likely to be able to steer it in the right direction. </a:t>
            </a:r>
          </a:p>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Keep your compass. Something that sometimes happens to people in start-ups, is that you’re working very long hours and socialize with your colleagues, and so everyone you meet is convinced that what the company’s planning is good, but if you asked anyone outside they’d say “what are you THINKING of?” To help keep your ethical compass, it’s a good idea to have more than one community. (This has other benefits too.) For instance, as a PhD student you may have your community of graduate students you hang out with, your family and friends from home, and another community of people connected with a hobby. Three is a good number of communities, it’s good to be in three communities that have different outlooks. For instance, if all your friends voted Leave or all your friends voted Remain, there may be conversations you’re missing that it would be useful for you to hear. </a:t>
            </a:r>
          </a:p>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Finally, to avoid getting into this situation, I suggest routinely thinking about ethical issues of your work. As computer scientists, you routinely think about whether you can make your code more accurate, or more efficient, or more reusable. You could also routinely think about whether you can make the code and its application more in line with your values. Ethics can be about improving something that’s already good, not just about avoiding disasters. </a:t>
            </a:r>
          </a:p>
        </p:txBody>
      </p:sp>
      <p:sp>
        <p:nvSpPr>
          <p:cNvPr id="4" name="Slide Number Placeholder 3"/>
          <p:cNvSpPr>
            <a:spLocks noGrp="1"/>
          </p:cNvSpPr>
          <p:nvPr>
            <p:ph type="sldNum" sz="quarter" idx="10"/>
          </p:nvPr>
        </p:nvSpPr>
        <p:spPr/>
        <p:txBody>
          <a:bodyPr/>
          <a:lstStyle/>
          <a:p>
            <a:fld id="{22A853E8-D85F-5D49-95D2-E1D96ABFE2B9}" type="slidenum">
              <a:rPr lang="en-GB" smtClean="0"/>
              <a:pPr/>
              <a:t>22</a:t>
            </a:fld>
            <a:endParaRPr lang="en-GB"/>
          </a:p>
        </p:txBody>
      </p:sp>
    </p:spTree>
    <p:extLst>
      <p:ext uri="{BB962C8B-B14F-4D97-AF65-F5344CB8AC3E}">
        <p14:creationId xmlns:p14="http://schemas.microsoft.com/office/powerpoint/2010/main" val="1474629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fontScale="85000" lnSpcReduction="20000"/>
          </a:bodyPr>
          <a:lstStyle/>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Now suppose that you didn’t manage to avoid the situation. You’re involved at work with something you think is bad. What do you do now? Sometimes it may be something that you can fix just by yourself, for example by choices in your coding, without having to get anyone else on board, in which case, just do it. But I’m assuming that’s not the case. The next stage is to talk about it within your team, and then if necessary, with the wider company. Get allies; it’s much easier to get a company to change what they’re doing if you’re not the only one asking for that. Start with the assumption that you’ll be listened to positively. Talk first with your peers, and your manager. If your manager isn’t sympathetic, you can talk with THEIR manager (and up the management chain): I’ve done that, it worked gratifyingly well.</a:t>
            </a:r>
          </a:p>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When you’re talking about it, don’t refer to your personal rules or values, instead look for corporate outcomes, rules or values supporting your case. You may be able to make a financial argument; if you can find another company that did a similar thing, and had a scandal and a drop in its share price or lost a lot of customers, that argument can be a strong one in industry. Perhaps what you object to breaks a national or international law or a regulation – for some people, though not all, that’s the end of the discussion. Or perhaps it goes against one of the company’s publicly stated values. </a:t>
            </a:r>
          </a:p>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I should perhaps say that using a financial argument may depend on what kind of problem it is and what the company is like. I’ve heard it said that if you use a financial argument for an ethical issue, you’ll lose. However, sometimes potential allies who actually want to agree for other reasons find it easier to sell a financial argument than a purely ethical one. And in cases where there’s good evidence that doing the right thing would also be financially beneficial, for instance increasing workforce diversity, then I don’t see why you shouldn’t make that argument.</a:t>
            </a:r>
          </a:p>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Be factual – make sure you can give evidence to back up what you say. Keep personal grievances out of it. It may be that a manager acted unethically and also passed you over for a promotion: in that case don’t mention your non-promotion when you’re talking about the unethical behaviour, it’s a separate conversation. Suggest possible solutions: if a senior manager says “you’re right, what should we do about it?” you should have a suggestion ready. Perhaps take some time to collect evidence and think about feasible solutions before you talk about the problem. </a:t>
            </a:r>
          </a:p>
          <a:p>
            <a:pPr>
              <a:lnSpc>
                <a:spcPct val="107000"/>
              </a:lnSpc>
              <a:spcAft>
                <a:spcPts val="800"/>
              </a:spcAft>
            </a:pP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Most problems get resolved at this stage, within the team or company, in an undramatic way. If however this low-key, informal approach isn’t enough, then use the company’s ethics reporting procedure if there is one. It’s important that you use it, because if the company has a reporting procedure and you don’t use it, you can lose some legal protections. </a:t>
            </a:r>
          </a:p>
        </p:txBody>
      </p:sp>
      <p:sp>
        <p:nvSpPr>
          <p:cNvPr id="4" name="Slide Number Placeholder 3"/>
          <p:cNvSpPr>
            <a:spLocks noGrp="1"/>
          </p:cNvSpPr>
          <p:nvPr>
            <p:ph type="sldNum" sz="quarter" idx="10"/>
          </p:nvPr>
        </p:nvSpPr>
        <p:spPr/>
        <p:txBody>
          <a:bodyPr/>
          <a:lstStyle/>
          <a:p>
            <a:fld id="{22A853E8-D85F-5D49-95D2-E1D96ABFE2B9}" type="slidenum">
              <a:rPr lang="en-GB" smtClean="0"/>
              <a:pPr/>
              <a:t>23</a:t>
            </a:fld>
            <a:endParaRPr lang="en-GB"/>
          </a:p>
        </p:txBody>
      </p:sp>
    </p:spTree>
    <p:extLst>
      <p:ext uri="{BB962C8B-B14F-4D97-AF65-F5344CB8AC3E}">
        <p14:creationId xmlns:p14="http://schemas.microsoft.com/office/powerpoint/2010/main" val="4524093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69C48-F993-F3F4-7B2D-05FEE997D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64E34-CD8A-FB7D-73FD-A8635E63A5D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BC3CAE8-3794-85D6-58DF-F7FFF25E8C07}"/>
              </a:ext>
            </a:extLst>
          </p:cNvPr>
          <p:cNvSpPr>
            <a:spLocks noGrp="1"/>
          </p:cNvSpPr>
          <p:nvPr>
            <p:ph type="body" idx="1"/>
          </p:nvPr>
        </p:nvSpPr>
        <p:spPr/>
        <p:txBody>
          <a:bodyPr>
            <a:normAutofit/>
          </a:bodyPr>
          <a:lstStyle/>
          <a:p>
            <a:r>
              <a:rPr lang="en-GB" sz="1000" b="0" i="0" dirty="0">
                <a:solidFill>
                  <a:srgbClr val="2A2A2A"/>
                </a:solidFill>
                <a:effectLst/>
                <a:latin typeface="Arial" panose="020B0604020202020204" pitchFamily="34" charset="0"/>
                <a:cs typeface="Arial" panose="020B0604020202020204" pitchFamily="34" charset="0"/>
              </a:rPr>
              <a:t>This is about the Facebook angry emoji. This is Frances Haugen, who was a whistleblower who used to work for Facebook, giving evidence in 2021 before a House of Lords Committee. One of the things she talked about was the angry icon. When Facebook introduced some new icons, including “love”, “care”, and “angry”, it wanted to promote their use; so it counted their use in response to a message as worth more than just a “like” response – to start with, four times as much as a “like” response - when deciding what subsequent content to show to a user. This is fair enough for “love”, but for “angry” it had the effect of showing users more content similar to content they’d been angry about before. With consequences on Facebook that you may have noticed. Frances Haugen went through steps 1 and 2, but didn’t get through Facebook’s bureaucracy. She was clear that she thought that everyone at Facebook had good intentions. But eventually she decided that the right thing to do was go public about the problems. Meta/Facebook no longer a user’s “angry” responses to determine what messages to show to them.</a:t>
            </a:r>
          </a:p>
        </p:txBody>
      </p:sp>
      <p:sp>
        <p:nvSpPr>
          <p:cNvPr id="4" name="Slide Number Placeholder 3">
            <a:extLst>
              <a:ext uri="{FF2B5EF4-FFF2-40B4-BE49-F238E27FC236}">
                <a16:creationId xmlns:a16="http://schemas.microsoft.com/office/drawing/2014/main" id="{6152F748-58F6-BAD7-18A6-B785C53E4490}"/>
              </a:ext>
            </a:extLst>
          </p:cNvPr>
          <p:cNvSpPr>
            <a:spLocks noGrp="1"/>
          </p:cNvSpPr>
          <p:nvPr>
            <p:ph type="sldNum" sz="quarter" idx="10"/>
          </p:nvPr>
        </p:nvSpPr>
        <p:spPr/>
        <p:txBody>
          <a:bodyPr/>
          <a:lstStyle/>
          <a:p>
            <a:fld id="{22A853E8-D85F-5D49-95D2-E1D96ABFE2B9}" type="slidenum">
              <a:rPr lang="en-GB" smtClean="0"/>
              <a:pPr/>
              <a:t>24</a:t>
            </a:fld>
            <a:endParaRPr lang="en-GB"/>
          </a:p>
        </p:txBody>
      </p:sp>
    </p:spTree>
    <p:extLst>
      <p:ext uri="{BB962C8B-B14F-4D97-AF65-F5344CB8AC3E}">
        <p14:creationId xmlns:p14="http://schemas.microsoft.com/office/powerpoint/2010/main" val="4006203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r>
              <a:rPr lang="en-GB" sz="1000" baseline="0" dirty="0">
                <a:effectLst/>
                <a:latin typeface="Calibri" panose="020F0502020204030204" pitchFamily="34" charset="0"/>
                <a:ea typeface="Calibri" panose="020F0502020204030204" pitchFamily="34" charset="0"/>
                <a:cs typeface="Times New Roman" panose="02020603050405020304" pitchFamily="18" charset="0"/>
              </a:rPr>
              <a:t>The third step is public whistleblowing; for instance, talking to a journalist. You might talk to an MP or a professional body instead, depending on the type of problem. Public whistleblowing is for heroes and heroines; don’t feel that you have to do it. Only do it after the previous steps have failed, and read the link I’ve given you first. There are support organizations for people thinking of whistleblowing, I’ve given you links in the references. Frances Haugen used one of them.</a:t>
            </a:r>
          </a:p>
          <a:p>
            <a:r>
              <a:rPr lang="en-GB" sz="1000" baseline="0" dirty="0">
                <a:effectLst/>
                <a:latin typeface="Calibri" panose="020F0502020204030204" pitchFamily="34" charset="0"/>
                <a:cs typeface="Times New Roman" panose="02020603050405020304" pitchFamily="18" charset="0"/>
              </a:rPr>
              <a:t>One thing worth mentioning is that non-disclosure agreements can’t prevent whistleblowing in the public interest. If a non-disclosure agreement says you can’t talk about the issue, that part of the agreement may not be valid. But whether a particular potential whistleblowing counts as being in the public interest depends on the situation, so do check with a lawyer or support organization first whether or not this is the case in your particular situation, before you </a:t>
            </a:r>
            <a:r>
              <a:rPr lang="en-GB" sz="1000" baseline="0" dirty="0" err="1">
                <a:effectLst/>
                <a:latin typeface="Calibri" panose="020F0502020204030204" pitchFamily="34" charset="0"/>
                <a:cs typeface="Times New Roman" panose="02020603050405020304" pitchFamily="18" charset="0"/>
              </a:rPr>
              <a:t>whistleblow</a:t>
            </a:r>
            <a:r>
              <a:rPr lang="en-GB" sz="1000" baseline="0" dirty="0">
                <a:effectLst/>
                <a:latin typeface="Calibri" panose="020F0502020204030204" pitchFamily="34" charset="0"/>
                <a:cs typeface="Times New Roman" panose="02020603050405020304" pitchFamily="18" charset="0"/>
              </a:rPr>
              <a:t>. </a:t>
            </a:r>
          </a:p>
          <a:p>
            <a:r>
              <a:rPr lang="en-GB" sz="1000" b="0" i="0" dirty="0">
                <a:solidFill>
                  <a:srgbClr val="2A2A2A"/>
                </a:solidFill>
                <a:effectLst/>
                <a:latin typeface="Arial" panose="020B0604020202020204" pitchFamily="34" charset="0"/>
                <a:cs typeface="Arial" panose="020B0604020202020204" pitchFamily="34" charset="0"/>
              </a:rPr>
              <a:t>Frances Haugen had signed a nondisclosure agreement, however when she left Facebook she took a huge number of confidential documents with her. The reason why she could, legally, is the US Security and Exchange Commission allows this for someone making a complaint that a company has misled investors by material misinformation or omissions about their business position. For instance, Facebook seems to have allowed the impression that their systems for detecting and suppressing toxic speech were more effective than they actually were.</a:t>
            </a:r>
            <a:endParaRPr lang="en-GB" sz="1000" baseline="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2A853E8-D85F-5D49-95D2-E1D96ABFE2B9}" type="slidenum">
              <a:rPr lang="en-GB" smtClean="0"/>
              <a:pPr/>
              <a:t>25</a:t>
            </a:fld>
            <a:endParaRPr lang="en-GB"/>
          </a:p>
        </p:txBody>
      </p:sp>
    </p:spTree>
    <p:extLst>
      <p:ext uri="{BB962C8B-B14F-4D97-AF65-F5344CB8AC3E}">
        <p14:creationId xmlns:p14="http://schemas.microsoft.com/office/powerpoint/2010/main" val="2565287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r>
              <a:rPr lang="en-GB" sz="1000" baseline="0" dirty="0">
                <a:effectLst/>
                <a:latin typeface="Calibri" panose="020F0502020204030204" pitchFamily="34" charset="0"/>
                <a:ea typeface="Calibri" panose="020F0502020204030204" pitchFamily="34" charset="0"/>
                <a:cs typeface="Times New Roman" panose="02020603050405020304" pitchFamily="18" charset="0"/>
              </a:rPr>
              <a:t>So far I’ve been talking from the perspective of an employee. What if you’re an employer, or a senior manager? Some of you are going to start your own companies, or be in senior management. What you should do is to create an open and supportive environment, and demonstrate that you welcome discussions. Demonstrate this, don’t just say it. You really do not want that the first you time you hear of a problem is when the Twitter hate campaign starts and journalists doorstep you. You want to hear about it at an early stage, when you have the opportunity to fix the issue without too much pain. As well as an open environment you need a reporting procedure. I’ll give you a reference on how to design one. </a:t>
            </a:r>
          </a:p>
          <a:p>
            <a:r>
              <a:rPr lang="en-GB" sz="1000" baseline="0" dirty="0">
                <a:effectLst/>
                <a:latin typeface="Calibri" panose="020F0502020204030204" pitchFamily="34" charset="0"/>
                <a:cs typeface="Times New Roman" panose="02020603050405020304" pitchFamily="18" charset="0"/>
              </a:rPr>
              <a:t>You should also add incentives for your employees to behave in the way you want. Think about what questions to ask in their performance evaluations or promotion applications, to let them demonstrate their ethical </a:t>
            </a:r>
            <a:r>
              <a:rPr lang="en-GB" sz="1000" baseline="0" dirty="0" err="1">
                <a:effectLst/>
                <a:latin typeface="Calibri" panose="020F0502020204030204" pitchFamily="34" charset="0"/>
                <a:cs typeface="Times New Roman" panose="02020603050405020304" pitchFamily="18" charset="0"/>
              </a:rPr>
              <a:t>behavour</a:t>
            </a:r>
            <a:r>
              <a:rPr lang="en-GB" sz="1000" baseline="0" dirty="0">
                <a:effectLst/>
                <a:latin typeface="Calibri" panose="020F0502020204030204" pitchFamily="34" charset="0"/>
                <a:cs typeface="Times New Roman" panose="02020603050405020304" pitchFamily="18" charset="0"/>
              </a:rPr>
              <a:t> or learning, or their following ethical procedures. Use results on how employees are doing in this regard to feed into the performance evaluation of their managers. One tool you can use for this is anonymous surveys, in which employees can say how well they think their part of the company (or, more specifically, their manager) is doing with respect to ethics.</a:t>
            </a:r>
            <a:endParaRPr lang="en-US" sz="1000" baseline="0" dirty="0"/>
          </a:p>
        </p:txBody>
      </p:sp>
      <p:sp>
        <p:nvSpPr>
          <p:cNvPr id="4" name="Slide Number Placeholder 3"/>
          <p:cNvSpPr>
            <a:spLocks noGrp="1"/>
          </p:cNvSpPr>
          <p:nvPr>
            <p:ph type="sldNum" sz="quarter" idx="10"/>
          </p:nvPr>
        </p:nvSpPr>
        <p:spPr/>
        <p:txBody>
          <a:bodyPr/>
          <a:lstStyle/>
          <a:p>
            <a:fld id="{22A853E8-D85F-5D49-95D2-E1D96ABFE2B9}" type="slidenum">
              <a:rPr lang="en-GB" smtClean="0"/>
              <a:pPr/>
              <a:t>26</a:t>
            </a:fld>
            <a:endParaRPr lang="en-GB"/>
          </a:p>
        </p:txBody>
      </p:sp>
    </p:spTree>
    <p:extLst>
      <p:ext uri="{BB962C8B-B14F-4D97-AF65-F5344CB8AC3E}">
        <p14:creationId xmlns:p14="http://schemas.microsoft.com/office/powerpoint/2010/main" val="3929598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E4AAB-F74B-9BCA-6CBC-9E21DD3E2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9CEE8-05D0-79F1-AE6D-075EA5584EE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EA95E63-6A54-7E68-8066-F68CF3DB8827}"/>
              </a:ext>
            </a:extLst>
          </p:cNvPr>
          <p:cNvSpPr>
            <a:spLocks noGrp="1"/>
          </p:cNvSpPr>
          <p:nvPr>
            <p:ph type="body" idx="1"/>
          </p:nvPr>
        </p:nvSpPr>
        <p:spPr/>
        <p:txBody>
          <a:bodyPr>
            <a:normAutofit/>
          </a:bodyPr>
          <a:lstStyle/>
          <a:p>
            <a:r>
              <a:rPr lang="en-US" sz="1000" dirty="0"/>
              <a:t>I’m not a lawyer. I will be talking about legal issues in this session. Please don’t assume that I get the law right, and if you think you need to apply something I say, ask a lawyer – there are some good ones in the University Law School, for example.</a:t>
            </a:r>
          </a:p>
        </p:txBody>
      </p:sp>
      <p:sp>
        <p:nvSpPr>
          <p:cNvPr id="4" name="Slide Number Placeholder 3">
            <a:extLst>
              <a:ext uri="{FF2B5EF4-FFF2-40B4-BE49-F238E27FC236}">
                <a16:creationId xmlns:a16="http://schemas.microsoft.com/office/drawing/2014/main" id="{F7894E49-59D4-9777-6E55-89F366CC8C1B}"/>
              </a:ext>
            </a:extLst>
          </p:cNvPr>
          <p:cNvSpPr>
            <a:spLocks noGrp="1"/>
          </p:cNvSpPr>
          <p:nvPr>
            <p:ph type="sldNum" sz="quarter" idx="10"/>
          </p:nvPr>
        </p:nvSpPr>
        <p:spPr/>
        <p:txBody>
          <a:bodyPr/>
          <a:lstStyle/>
          <a:p>
            <a:fld id="{22A853E8-D85F-5D49-95D2-E1D96ABFE2B9}" type="slidenum">
              <a:rPr lang="en-GB" smtClean="0"/>
              <a:pPr/>
              <a:t>27</a:t>
            </a:fld>
            <a:endParaRPr lang="en-GB"/>
          </a:p>
        </p:txBody>
      </p:sp>
    </p:spTree>
    <p:extLst>
      <p:ext uri="{BB962C8B-B14F-4D97-AF65-F5344CB8AC3E}">
        <p14:creationId xmlns:p14="http://schemas.microsoft.com/office/powerpoint/2010/main" val="21513840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F816B-0B2B-285D-31E0-EAE008ACE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DDF32-2178-CA60-BCB1-D9EBE462403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CA7255-9606-9433-4459-600730D1990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E1A735-EFC0-B3D4-3598-328C98E472F4}"/>
              </a:ext>
            </a:extLst>
          </p:cNvPr>
          <p:cNvSpPr>
            <a:spLocks noGrp="1"/>
          </p:cNvSpPr>
          <p:nvPr>
            <p:ph type="sldNum" sz="quarter" idx="10"/>
          </p:nvPr>
        </p:nvSpPr>
        <p:spPr/>
        <p:txBody>
          <a:bodyPr/>
          <a:lstStyle/>
          <a:p>
            <a:fld id="{AB2AB4BB-1CE4-421C-B8B3-1E6B497F5EF8}" type="slidenum">
              <a:rPr lang="en-GB" smtClean="0"/>
              <a:t>28</a:t>
            </a:fld>
            <a:endParaRPr lang="en-GB"/>
          </a:p>
        </p:txBody>
      </p:sp>
    </p:spTree>
    <p:extLst>
      <p:ext uri="{BB962C8B-B14F-4D97-AF65-F5344CB8AC3E}">
        <p14:creationId xmlns:p14="http://schemas.microsoft.com/office/powerpoint/2010/main" val="6867219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7BFCF-1911-7FD2-28F2-A46768143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ABE3E-3529-CD38-07CE-293BD8A198E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4423556-743A-8D5D-AAF6-313CDA62B85A}"/>
              </a:ext>
            </a:extLst>
          </p:cNvPr>
          <p:cNvSpPr>
            <a:spLocks noGrp="1"/>
          </p:cNvSpPr>
          <p:nvPr>
            <p:ph type="body" idx="1"/>
          </p:nvPr>
        </p:nvSpPr>
        <p:spPr/>
        <p:txBody>
          <a:bodyPr>
            <a:normAutofit/>
          </a:bodyPr>
          <a:lstStyle/>
          <a:p>
            <a:r>
              <a:rPr lang="en-US" sz="1000" baseline="0" dirty="0"/>
              <a:t>It may be revised but the practical steps are good suggestions (even though there are rather a lot of them). In practice, your Data Protection Officer should help you.</a:t>
            </a:r>
          </a:p>
        </p:txBody>
      </p:sp>
      <p:sp>
        <p:nvSpPr>
          <p:cNvPr id="4" name="Slide Number Placeholder 3">
            <a:extLst>
              <a:ext uri="{FF2B5EF4-FFF2-40B4-BE49-F238E27FC236}">
                <a16:creationId xmlns:a16="http://schemas.microsoft.com/office/drawing/2014/main" id="{9EA5EC37-233C-1A1F-831F-46D822CC8A7A}"/>
              </a:ext>
            </a:extLst>
          </p:cNvPr>
          <p:cNvSpPr>
            <a:spLocks noGrp="1"/>
          </p:cNvSpPr>
          <p:nvPr>
            <p:ph type="sldNum" sz="quarter" idx="10"/>
          </p:nvPr>
        </p:nvSpPr>
        <p:spPr/>
        <p:txBody>
          <a:bodyPr/>
          <a:lstStyle/>
          <a:p>
            <a:fld id="{22A853E8-D85F-5D49-95D2-E1D96ABFE2B9}" type="slidenum">
              <a:rPr lang="en-GB" smtClean="0"/>
              <a:pPr/>
              <a:t>29</a:t>
            </a:fld>
            <a:endParaRPr lang="en-GB"/>
          </a:p>
        </p:txBody>
      </p:sp>
    </p:spTree>
    <p:extLst>
      <p:ext uri="{BB962C8B-B14F-4D97-AF65-F5344CB8AC3E}">
        <p14:creationId xmlns:p14="http://schemas.microsoft.com/office/powerpoint/2010/main" val="15569150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25DC8-1A0E-44B4-C12B-661D904C5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14C9F-4A17-0D0C-2D2B-0C569960AD6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BCAF74D-445C-BFE5-E5BE-4E285CFE4CB6}"/>
              </a:ext>
            </a:extLst>
          </p:cNvPr>
          <p:cNvSpPr>
            <a:spLocks noGrp="1"/>
          </p:cNvSpPr>
          <p:nvPr>
            <p:ph type="body" idx="1"/>
          </p:nvPr>
        </p:nvSpPr>
        <p:spPr/>
        <p:txBody>
          <a:bodyPr>
            <a:normAutofit/>
          </a:bodyPr>
          <a:lstStyle/>
          <a:p>
            <a:endParaRPr lang="en-US" sz="1000" baseline="0" dirty="0"/>
          </a:p>
        </p:txBody>
      </p:sp>
      <p:sp>
        <p:nvSpPr>
          <p:cNvPr id="4" name="Slide Number Placeholder 3">
            <a:extLst>
              <a:ext uri="{FF2B5EF4-FFF2-40B4-BE49-F238E27FC236}">
                <a16:creationId xmlns:a16="http://schemas.microsoft.com/office/drawing/2014/main" id="{92D19D31-3ED8-BAE3-21C1-F000F28384BC}"/>
              </a:ext>
            </a:extLst>
          </p:cNvPr>
          <p:cNvSpPr>
            <a:spLocks noGrp="1"/>
          </p:cNvSpPr>
          <p:nvPr>
            <p:ph type="sldNum" sz="quarter" idx="10"/>
          </p:nvPr>
        </p:nvSpPr>
        <p:spPr/>
        <p:txBody>
          <a:bodyPr/>
          <a:lstStyle/>
          <a:p>
            <a:fld id="{22A853E8-D85F-5D49-95D2-E1D96ABFE2B9}" type="slidenum">
              <a:rPr lang="en-GB" smtClean="0"/>
              <a:pPr/>
              <a:t>30</a:t>
            </a:fld>
            <a:endParaRPr lang="en-GB"/>
          </a:p>
        </p:txBody>
      </p:sp>
    </p:spTree>
    <p:extLst>
      <p:ext uri="{BB962C8B-B14F-4D97-AF65-F5344CB8AC3E}">
        <p14:creationId xmlns:p14="http://schemas.microsoft.com/office/powerpoint/2010/main" val="3032044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F71F3-07A5-FE81-0CBE-A71E2010C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A181B-C3B1-5B54-E943-9BE2FCA17CC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A5892A0-4ECB-2D47-84B0-A4052E928A5D}"/>
              </a:ext>
            </a:extLst>
          </p:cNvPr>
          <p:cNvSpPr>
            <a:spLocks noGrp="1"/>
          </p:cNvSpPr>
          <p:nvPr>
            <p:ph type="body" idx="1"/>
          </p:nvPr>
        </p:nvSpPr>
        <p:spPr/>
        <p:txBody>
          <a:bodyPr>
            <a:normAutofit/>
          </a:bodyPr>
          <a:lstStyle/>
          <a:p>
            <a:endParaRPr lang="en-US" sz="1000" baseline="0" dirty="0"/>
          </a:p>
        </p:txBody>
      </p:sp>
      <p:sp>
        <p:nvSpPr>
          <p:cNvPr id="4" name="Slide Number Placeholder 3">
            <a:extLst>
              <a:ext uri="{FF2B5EF4-FFF2-40B4-BE49-F238E27FC236}">
                <a16:creationId xmlns:a16="http://schemas.microsoft.com/office/drawing/2014/main" id="{DE5CA55C-45D4-319A-7F07-FEA19D85C7C7}"/>
              </a:ext>
            </a:extLst>
          </p:cNvPr>
          <p:cNvSpPr>
            <a:spLocks noGrp="1"/>
          </p:cNvSpPr>
          <p:nvPr>
            <p:ph type="sldNum" sz="quarter" idx="10"/>
          </p:nvPr>
        </p:nvSpPr>
        <p:spPr/>
        <p:txBody>
          <a:bodyPr/>
          <a:lstStyle/>
          <a:p>
            <a:fld id="{22A853E8-D85F-5D49-95D2-E1D96ABFE2B9}" type="slidenum">
              <a:rPr lang="en-GB" smtClean="0"/>
              <a:pPr/>
              <a:t>31</a:t>
            </a:fld>
            <a:endParaRPr lang="en-GB"/>
          </a:p>
        </p:txBody>
      </p:sp>
    </p:spTree>
    <p:extLst>
      <p:ext uri="{BB962C8B-B14F-4D97-AF65-F5344CB8AC3E}">
        <p14:creationId xmlns:p14="http://schemas.microsoft.com/office/powerpoint/2010/main" val="15007939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3C4CE-5507-F3E7-C14C-5F8FE3D67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0FCE1-DF1E-B57B-FFE9-24D1C0C99F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F5D8E16-B7D3-D8F9-EEEA-96A906D0184A}"/>
              </a:ext>
            </a:extLst>
          </p:cNvPr>
          <p:cNvSpPr>
            <a:spLocks noGrp="1"/>
          </p:cNvSpPr>
          <p:nvPr>
            <p:ph type="body" idx="1"/>
          </p:nvPr>
        </p:nvSpPr>
        <p:spPr/>
        <p:txBody>
          <a:bodyPr>
            <a:normAutofit/>
          </a:bodyPr>
          <a:lstStyle/>
          <a:p>
            <a:endParaRPr lang="en-US" sz="1000" baseline="0" dirty="0"/>
          </a:p>
        </p:txBody>
      </p:sp>
      <p:sp>
        <p:nvSpPr>
          <p:cNvPr id="4" name="Slide Number Placeholder 3">
            <a:extLst>
              <a:ext uri="{FF2B5EF4-FFF2-40B4-BE49-F238E27FC236}">
                <a16:creationId xmlns:a16="http://schemas.microsoft.com/office/drawing/2014/main" id="{480B0397-D774-BA0E-4A43-5B0139A91A75}"/>
              </a:ext>
            </a:extLst>
          </p:cNvPr>
          <p:cNvSpPr>
            <a:spLocks noGrp="1"/>
          </p:cNvSpPr>
          <p:nvPr>
            <p:ph type="sldNum" sz="quarter" idx="10"/>
          </p:nvPr>
        </p:nvSpPr>
        <p:spPr/>
        <p:txBody>
          <a:bodyPr/>
          <a:lstStyle/>
          <a:p>
            <a:fld id="{22A853E8-D85F-5D49-95D2-E1D96ABFE2B9}" type="slidenum">
              <a:rPr lang="en-GB" smtClean="0"/>
              <a:pPr/>
              <a:t>32</a:t>
            </a:fld>
            <a:endParaRPr lang="en-GB"/>
          </a:p>
        </p:txBody>
      </p:sp>
    </p:spTree>
    <p:extLst>
      <p:ext uri="{BB962C8B-B14F-4D97-AF65-F5344CB8AC3E}">
        <p14:creationId xmlns:p14="http://schemas.microsoft.com/office/powerpoint/2010/main" val="10635000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17A69-7C63-4742-E2A8-3115C26D4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1432E-73C8-5C33-E0CE-532B834FB59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B1CBD64-2D48-BC22-FD09-6158D50CA4E4}"/>
              </a:ext>
            </a:extLst>
          </p:cNvPr>
          <p:cNvSpPr>
            <a:spLocks noGrp="1"/>
          </p:cNvSpPr>
          <p:nvPr>
            <p:ph type="body" idx="1"/>
          </p:nvPr>
        </p:nvSpPr>
        <p:spPr/>
        <p:txBody>
          <a:bodyPr>
            <a:normAutofit/>
          </a:bodyPr>
          <a:lstStyle/>
          <a:p>
            <a:endParaRPr lang="en-US" sz="1000" baseline="0" dirty="0"/>
          </a:p>
        </p:txBody>
      </p:sp>
      <p:sp>
        <p:nvSpPr>
          <p:cNvPr id="4" name="Slide Number Placeholder 3">
            <a:extLst>
              <a:ext uri="{FF2B5EF4-FFF2-40B4-BE49-F238E27FC236}">
                <a16:creationId xmlns:a16="http://schemas.microsoft.com/office/drawing/2014/main" id="{A51B1E87-DC9F-BEAC-903D-CA35B74727E3}"/>
              </a:ext>
            </a:extLst>
          </p:cNvPr>
          <p:cNvSpPr>
            <a:spLocks noGrp="1"/>
          </p:cNvSpPr>
          <p:nvPr>
            <p:ph type="sldNum" sz="quarter" idx="10"/>
          </p:nvPr>
        </p:nvSpPr>
        <p:spPr/>
        <p:txBody>
          <a:bodyPr/>
          <a:lstStyle/>
          <a:p>
            <a:fld id="{22A853E8-D85F-5D49-95D2-E1D96ABFE2B9}" type="slidenum">
              <a:rPr lang="en-GB" smtClean="0"/>
              <a:pPr/>
              <a:t>33</a:t>
            </a:fld>
            <a:endParaRPr lang="en-GB"/>
          </a:p>
        </p:txBody>
      </p:sp>
    </p:spTree>
    <p:extLst>
      <p:ext uri="{BB962C8B-B14F-4D97-AF65-F5344CB8AC3E}">
        <p14:creationId xmlns:p14="http://schemas.microsoft.com/office/powerpoint/2010/main" val="39352790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9BBCB-478D-D63C-E2F7-9B9BA7DD1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114FC-DA26-A112-5D3E-C00BDD61B99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90644EF-CB9A-717B-57F5-AF0C93B8B682}"/>
              </a:ext>
            </a:extLst>
          </p:cNvPr>
          <p:cNvSpPr>
            <a:spLocks noGrp="1"/>
          </p:cNvSpPr>
          <p:nvPr>
            <p:ph type="body" idx="1"/>
          </p:nvPr>
        </p:nvSpPr>
        <p:spPr/>
        <p:txBody>
          <a:bodyPr>
            <a:normAutofit/>
          </a:bodyPr>
          <a:lstStyle/>
          <a:p>
            <a:endParaRPr lang="en-US" sz="1000" baseline="0" dirty="0"/>
          </a:p>
        </p:txBody>
      </p:sp>
      <p:sp>
        <p:nvSpPr>
          <p:cNvPr id="4" name="Slide Number Placeholder 3">
            <a:extLst>
              <a:ext uri="{FF2B5EF4-FFF2-40B4-BE49-F238E27FC236}">
                <a16:creationId xmlns:a16="http://schemas.microsoft.com/office/drawing/2014/main" id="{982F8D9F-5160-0AEA-5F89-E2A9756D9568}"/>
              </a:ext>
            </a:extLst>
          </p:cNvPr>
          <p:cNvSpPr>
            <a:spLocks noGrp="1"/>
          </p:cNvSpPr>
          <p:nvPr>
            <p:ph type="sldNum" sz="quarter" idx="10"/>
          </p:nvPr>
        </p:nvSpPr>
        <p:spPr/>
        <p:txBody>
          <a:bodyPr/>
          <a:lstStyle/>
          <a:p>
            <a:fld id="{22A853E8-D85F-5D49-95D2-E1D96ABFE2B9}" type="slidenum">
              <a:rPr lang="en-GB" smtClean="0"/>
              <a:pPr/>
              <a:t>34</a:t>
            </a:fld>
            <a:endParaRPr lang="en-GB"/>
          </a:p>
        </p:txBody>
      </p:sp>
    </p:spTree>
    <p:extLst>
      <p:ext uri="{BB962C8B-B14F-4D97-AF65-F5344CB8AC3E}">
        <p14:creationId xmlns:p14="http://schemas.microsoft.com/office/powerpoint/2010/main" val="40347951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81441-A2C0-7A26-876D-35F7FC6BE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0B677-547B-77DD-23E0-B4BDCE01D05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C987AFD-440F-5AD5-F15A-9C0C813FB0A2}"/>
              </a:ext>
            </a:extLst>
          </p:cNvPr>
          <p:cNvSpPr>
            <a:spLocks noGrp="1"/>
          </p:cNvSpPr>
          <p:nvPr>
            <p:ph type="body" idx="1"/>
          </p:nvPr>
        </p:nvSpPr>
        <p:spPr/>
        <p:txBody>
          <a:bodyPr>
            <a:normAutofit/>
          </a:bodyPr>
          <a:lstStyle/>
          <a:p>
            <a:endParaRPr lang="en-US" sz="1000" baseline="0" dirty="0"/>
          </a:p>
        </p:txBody>
      </p:sp>
      <p:sp>
        <p:nvSpPr>
          <p:cNvPr id="4" name="Slide Number Placeholder 3">
            <a:extLst>
              <a:ext uri="{FF2B5EF4-FFF2-40B4-BE49-F238E27FC236}">
                <a16:creationId xmlns:a16="http://schemas.microsoft.com/office/drawing/2014/main" id="{34D86E8A-2966-42D2-C3E6-C7EBB6A3480F}"/>
              </a:ext>
            </a:extLst>
          </p:cNvPr>
          <p:cNvSpPr>
            <a:spLocks noGrp="1"/>
          </p:cNvSpPr>
          <p:nvPr>
            <p:ph type="sldNum" sz="quarter" idx="10"/>
          </p:nvPr>
        </p:nvSpPr>
        <p:spPr/>
        <p:txBody>
          <a:bodyPr/>
          <a:lstStyle/>
          <a:p>
            <a:fld id="{22A853E8-D85F-5D49-95D2-E1D96ABFE2B9}" type="slidenum">
              <a:rPr lang="en-GB" smtClean="0"/>
              <a:pPr/>
              <a:t>35</a:t>
            </a:fld>
            <a:endParaRPr lang="en-GB"/>
          </a:p>
        </p:txBody>
      </p:sp>
    </p:spTree>
    <p:extLst>
      <p:ext uri="{BB962C8B-B14F-4D97-AF65-F5344CB8AC3E}">
        <p14:creationId xmlns:p14="http://schemas.microsoft.com/office/powerpoint/2010/main" val="3872715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_blue_textur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3464" y="2776155"/>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dirty="0"/>
              <a:t>Click to edit Master title style</a:t>
            </a:r>
          </a:p>
        </p:txBody>
      </p:sp>
      <p:sp>
        <p:nvSpPr>
          <p:cNvPr id="3" name="Subtitle 2"/>
          <p:cNvSpPr>
            <a:spLocks noGrp="1"/>
          </p:cNvSpPr>
          <p:nvPr>
            <p:ph type="subTitle" idx="1"/>
          </p:nvPr>
        </p:nvSpPr>
        <p:spPr>
          <a:xfrm>
            <a:off x="373464" y="5478617"/>
            <a:ext cx="7772400" cy="297232"/>
          </a:xfrm>
          <a:prstGeom prst="rect">
            <a:avLst/>
          </a:prstGeom>
        </p:spPr>
        <p:txBody>
          <a:bodyPr wrap="square" lIns="0" tIns="0" rIns="0" bIns="0">
            <a:noAutofit/>
          </a:bodyPr>
          <a:lstStyle>
            <a:lvl1pPr marL="0" indent="0" algn="l">
              <a:lnSpc>
                <a:spcPts val="1750"/>
              </a:lnSpc>
              <a:spcBef>
                <a:spcPts val="0"/>
              </a:spcBef>
              <a:buNone/>
              <a:defRPr sz="1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pic>
        <p:nvPicPr>
          <p:cNvPr id="11" name="Picture 10"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85942" y="3127291"/>
            <a:ext cx="548640" cy="548640"/>
          </a:xfrm>
          <a:prstGeom prst="rect">
            <a:avLst/>
          </a:prstGeom>
        </p:spPr>
      </p:pic>
    </p:spTree>
    <p:extLst>
      <p:ext uri="{BB962C8B-B14F-4D97-AF65-F5344CB8AC3E}">
        <p14:creationId xmlns:p14="http://schemas.microsoft.com/office/powerpoint/2010/main" val="232033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red_textur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464" y="5477256"/>
            <a:ext cx="7772400" cy="297232"/>
          </a:xfrm>
          <a:prstGeom prst="rect">
            <a:avLst/>
          </a:prstGeom>
        </p:spPr>
        <p:txBody>
          <a:bodyPr wrap="square" lIns="0" tIns="0" rIns="0" bIns="0">
            <a:noAutofit/>
          </a:bodyPr>
          <a:lstStyle>
            <a:lvl1pPr marL="0" indent="0" algn="l">
              <a:lnSpc>
                <a:spcPts val="1750"/>
              </a:lnSpc>
              <a:spcBef>
                <a:spcPts val="0"/>
              </a:spcBef>
              <a:buNone/>
              <a:defRPr sz="1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14"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dirty="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85942" y="3127291"/>
            <a:ext cx="548640" cy="548640"/>
          </a:xfrm>
          <a:prstGeom prst="rect">
            <a:avLst/>
          </a:prstGeom>
        </p:spPr>
      </p:pic>
    </p:spTree>
    <p:extLst>
      <p:ext uri="{BB962C8B-B14F-4D97-AF65-F5344CB8AC3E}">
        <p14:creationId xmlns:p14="http://schemas.microsoft.com/office/powerpoint/2010/main" val="787309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_green_textur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464" y="5477256"/>
            <a:ext cx="7772400" cy="297232"/>
          </a:xfrm>
          <a:prstGeom prst="rect">
            <a:avLst/>
          </a:prstGeom>
        </p:spPr>
        <p:txBody>
          <a:bodyPr wrap="square" lIns="0" tIns="0" rIns="0" bIns="0">
            <a:noAutofit/>
          </a:bodyPr>
          <a:lstStyle>
            <a:lvl1pPr marL="0" indent="0" algn="l">
              <a:lnSpc>
                <a:spcPts val="1750"/>
              </a:lnSpc>
              <a:spcBef>
                <a:spcPts val="0"/>
              </a:spcBef>
              <a:buNone/>
              <a:defRPr sz="1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10"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85942" y="3127291"/>
            <a:ext cx="548640" cy="548640"/>
          </a:xfrm>
          <a:prstGeom prst="rect">
            <a:avLst/>
          </a:prstGeom>
        </p:spPr>
      </p:pic>
    </p:spTree>
    <p:extLst>
      <p:ext uri="{BB962C8B-B14F-4D97-AF65-F5344CB8AC3E}">
        <p14:creationId xmlns:p14="http://schemas.microsoft.com/office/powerpoint/2010/main" val="2364540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ransition Slide_blue_texture and subhead lin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dirty="0"/>
              <a:t>Click to edit Master title style</a:t>
            </a:r>
          </a:p>
        </p:txBody>
      </p:sp>
      <p:sp>
        <p:nvSpPr>
          <p:cNvPr id="3" name="Subtitle 2"/>
          <p:cNvSpPr>
            <a:spLocks noGrp="1"/>
          </p:cNvSpPr>
          <p:nvPr>
            <p:ph type="subTitle" idx="1"/>
          </p:nvPr>
        </p:nvSpPr>
        <p:spPr>
          <a:xfrm>
            <a:off x="373464" y="3847312"/>
            <a:ext cx="7772400" cy="509541"/>
          </a:xfrm>
          <a:prstGeom prst="rect">
            <a:avLst/>
          </a:prstGeom>
        </p:spPr>
        <p:txBody>
          <a:bodyPr wrap="square" lIns="0" tIns="0" rIns="0" bIns="0">
            <a:noAutofit/>
          </a:bodyPr>
          <a:lstStyle>
            <a:lvl1pPr marL="0" indent="0" algn="l">
              <a:lnSpc>
                <a:spcPts val="3000"/>
              </a:lnSpc>
              <a:spcBef>
                <a:spcPts val="0"/>
              </a:spcBef>
              <a:buNone/>
              <a:defRPr sz="2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pic>
        <p:nvPicPr>
          <p:cNvPr id="11" name="Picture 10"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3495431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ansition Slide_red_texture and subhead lin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464" y="3849624"/>
            <a:ext cx="7772400" cy="509541"/>
          </a:xfrm>
          <a:prstGeom prst="rect">
            <a:avLst/>
          </a:prstGeom>
        </p:spPr>
        <p:txBody>
          <a:bodyPr wrap="square" lIns="0" tIns="0" rIns="0" bIns="0">
            <a:noAutofit/>
          </a:bodyPr>
          <a:lstStyle>
            <a:lvl1pPr marL="0" indent="0" algn="l">
              <a:lnSpc>
                <a:spcPts val="3000"/>
              </a:lnSpc>
              <a:spcBef>
                <a:spcPts val="0"/>
              </a:spcBef>
              <a:buNone/>
              <a:defRPr sz="2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10"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dirty="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2822297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ansition Slide_green_texture and subhead lin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464" y="3849624"/>
            <a:ext cx="7772400" cy="509541"/>
          </a:xfrm>
          <a:prstGeom prst="rect">
            <a:avLst/>
          </a:prstGeom>
        </p:spPr>
        <p:txBody>
          <a:bodyPr wrap="square" lIns="0" tIns="0" rIns="0" bIns="0">
            <a:noAutofit/>
          </a:bodyPr>
          <a:lstStyle>
            <a:lvl1pPr marL="0" indent="0" algn="l">
              <a:lnSpc>
                <a:spcPts val="3000"/>
              </a:lnSpc>
              <a:spcBef>
                <a:spcPts val="0"/>
              </a:spcBef>
              <a:buNone/>
              <a:defRPr sz="2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10"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dirty="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2895260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_blue_texture and subhead lin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464" y="4080000"/>
            <a:ext cx="7772400" cy="297232"/>
          </a:xfrm>
          <a:prstGeom prst="rect">
            <a:avLst/>
          </a:prstGeom>
        </p:spPr>
        <p:txBody>
          <a:bodyPr wrap="square" lIns="0" tIns="0" rIns="0" bIns="0">
            <a:noAutofit/>
          </a:bodyPr>
          <a:lstStyle>
            <a:lvl1pPr marL="0" indent="0" algn="l">
              <a:lnSpc>
                <a:spcPts val="1750"/>
              </a:lnSpc>
              <a:spcBef>
                <a:spcPts val="0"/>
              </a:spcBef>
              <a:buNone/>
              <a:defRPr sz="1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6" name="Title 1"/>
          <p:cNvSpPr>
            <a:spLocks noGrp="1"/>
          </p:cNvSpPr>
          <p:nvPr>
            <p:ph type="ctrTitle"/>
          </p:nvPr>
        </p:nvSpPr>
        <p:spPr>
          <a:xfrm>
            <a:off x="223629" y="3240000"/>
            <a:ext cx="7772400" cy="603243"/>
          </a:xfrm>
          <a:prstGeom prst="rect">
            <a:avLst/>
          </a:prstGeom>
        </p:spPr>
        <p:txBody>
          <a:bodyPr wrap="square" lIns="0" tIns="0" rIns="0" bIns="0" anchor="b" anchorCtr="0">
            <a:noAutofit/>
          </a:bodyPr>
          <a:lstStyle>
            <a:lvl1pPr marL="177800" indent="-177800" algn="l">
              <a:lnSpc>
                <a:spcPct val="106000"/>
              </a:lnSpc>
              <a:defRPr sz="2800">
                <a:solidFill>
                  <a:schemeClr val="bg1"/>
                </a:solidFill>
                <a:latin typeface="Futura Hv"/>
                <a:cs typeface="Futura"/>
              </a:defRPr>
            </a:lvl1pPr>
          </a:lstStyle>
          <a:p>
            <a:r>
              <a:rPr lang="en-US" noProof="0"/>
              <a:t>Click to edit Master title style</a:t>
            </a:r>
          </a:p>
        </p:txBody>
      </p:sp>
      <p:pic>
        <p:nvPicPr>
          <p:cNvPr id="7" name="Picture 6"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37695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_red_texture and subhead lin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464" y="4080000"/>
            <a:ext cx="7772400" cy="297232"/>
          </a:xfrm>
          <a:prstGeom prst="rect">
            <a:avLst/>
          </a:prstGeom>
        </p:spPr>
        <p:txBody>
          <a:bodyPr wrap="square" lIns="0" tIns="0" rIns="0" bIns="0">
            <a:noAutofit/>
          </a:bodyPr>
          <a:lstStyle>
            <a:lvl1pPr marL="0" indent="0" algn="l">
              <a:lnSpc>
                <a:spcPts val="1750"/>
              </a:lnSpc>
              <a:spcBef>
                <a:spcPts val="0"/>
              </a:spcBef>
              <a:buNone/>
              <a:defRPr sz="1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12" name="Title 1"/>
          <p:cNvSpPr>
            <a:spLocks noGrp="1"/>
          </p:cNvSpPr>
          <p:nvPr>
            <p:ph type="ctrTitle"/>
          </p:nvPr>
        </p:nvSpPr>
        <p:spPr>
          <a:xfrm>
            <a:off x="223629" y="3240000"/>
            <a:ext cx="7772400" cy="603243"/>
          </a:xfrm>
          <a:prstGeom prst="rect">
            <a:avLst/>
          </a:prstGeom>
        </p:spPr>
        <p:txBody>
          <a:bodyPr wrap="square" lIns="0" tIns="0" rIns="0" bIns="0" anchor="b" anchorCtr="0">
            <a:noAutofit/>
          </a:bodyPr>
          <a:lstStyle>
            <a:lvl1pPr marL="177800" indent="-177800" algn="l">
              <a:lnSpc>
                <a:spcPct val="106000"/>
              </a:lnSpc>
              <a:defRPr sz="2800">
                <a:solidFill>
                  <a:schemeClr val="bg1"/>
                </a:solidFill>
                <a:latin typeface="Futura Hv"/>
                <a:cs typeface="Futura"/>
              </a:defRPr>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4023228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_green_texture and subhead lin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464" y="4080000"/>
            <a:ext cx="7772400" cy="297232"/>
          </a:xfrm>
          <a:prstGeom prst="rect">
            <a:avLst/>
          </a:prstGeom>
        </p:spPr>
        <p:txBody>
          <a:bodyPr wrap="square" lIns="0" tIns="0" rIns="0" bIns="0">
            <a:noAutofit/>
          </a:bodyPr>
          <a:lstStyle>
            <a:lvl1pPr marL="0" indent="0" algn="l">
              <a:lnSpc>
                <a:spcPts val="1750"/>
              </a:lnSpc>
              <a:spcBef>
                <a:spcPts val="0"/>
              </a:spcBef>
              <a:buNone/>
              <a:defRPr sz="1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12" name="Title 1"/>
          <p:cNvSpPr>
            <a:spLocks noGrp="1"/>
          </p:cNvSpPr>
          <p:nvPr>
            <p:ph type="ctrTitle"/>
          </p:nvPr>
        </p:nvSpPr>
        <p:spPr>
          <a:xfrm>
            <a:off x="223629" y="3240000"/>
            <a:ext cx="7772400" cy="603243"/>
          </a:xfrm>
          <a:prstGeom prst="rect">
            <a:avLst/>
          </a:prstGeom>
        </p:spPr>
        <p:txBody>
          <a:bodyPr wrap="square" lIns="0" tIns="0" rIns="0" bIns="0" anchor="b" anchorCtr="0">
            <a:noAutofit/>
          </a:bodyPr>
          <a:lstStyle>
            <a:lvl1pPr marL="177800" indent="-177800" algn="l">
              <a:lnSpc>
                <a:spcPct val="106000"/>
              </a:lnSpc>
              <a:defRPr sz="2800">
                <a:solidFill>
                  <a:schemeClr val="bg1"/>
                </a:solidFill>
                <a:latin typeface="Futura Hv"/>
                <a:cs typeface="Futura"/>
              </a:defRPr>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133672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5" name="Parallelogram 14"/>
          <p:cNvSpPr/>
          <p:nvPr userDrawn="1"/>
        </p:nvSpPr>
        <p:spPr>
          <a:xfrm>
            <a:off x="-1752238" y="0"/>
            <a:ext cx="7014870" cy="6858000"/>
          </a:xfrm>
          <a:prstGeom prst="parallelogram">
            <a:avLst>
              <a:gd name="adj" fmla="val 22772"/>
            </a:avLst>
          </a:prstGeom>
          <a:gradFill flip="none" rotWithShape="1">
            <a:gsLst>
              <a:gs pos="0">
                <a:schemeClr val="tx1"/>
              </a:gs>
              <a:gs pos="100000">
                <a:srgbClr val="858689">
                  <a:alpha val="20000"/>
                </a:srgb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3" name="Subtitle 2"/>
          <p:cNvSpPr>
            <a:spLocks noGrp="1"/>
          </p:cNvSpPr>
          <p:nvPr>
            <p:ph type="subTitle" idx="1"/>
          </p:nvPr>
        </p:nvSpPr>
        <p:spPr>
          <a:xfrm>
            <a:off x="373465" y="5477256"/>
            <a:ext cx="4549373" cy="297232"/>
          </a:xfrm>
          <a:prstGeom prst="rect">
            <a:avLst/>
          </a:prstGeom>
        </p:spPr>
        <p:txBody>
          <a:bodyPr wrap="square" lIns="0" tIns="0" rIns="0" bIns="0">
            <a:noAutofit/>
          </a:bodyPr>
          <a:lstStyle>
            <a:lvl1pPr marL="0" indent="0" algn="l">
              <a:lnSpc>
                <a:spcPts val="1750"/>
              </a:lnSpc>
              <a:spcBef>
                <a:spcPts val="0"/>
              </a:spcBef>
              <a:buNone/>
              <a:defRPr sz="1400">
                <a:solidFill>
                  <a:srgbClr val="FFFFFF"/>
                </a:solidFill>
                <a:latin typeface="Futura Bk"/>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8"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a:t>Click to edit Master title style</a:t>
            </a:r>
          </a:p>
        </p:txBody>
      </p:sp>
      <p:pic>
        <p:nvPicPr>
          <p:cNvPr id="9" name="Picture 8"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85942" y="3127291"/>
            <a:ext cx="548640" cy="548640"/>
          </a:xfrm>
          <a:prstGeom prst="rect">
            <a:avLst/>
          </a:prstGeom>
        </p:spPr>
      </p:pic>
      <p:sp>
        <p:nvSpPr>
          <p:cNvPr id="7" name="Footer Placeholder 2"/>
          <p:cNvSpPr txBox="1">
            <a:spLocks/>
          </p:cNvSpPr>
          <p:nvPr userDrawn="1"/>
        </p:nvSpPr>
        <p:spPr>
          <a:xfrm>
            <a:off x="348906" y="6328419"/>
            <a:ext cx="3272643" cy="337415"/>
          </a:xfrm>
          <a:prstGeom prst="rect">
            <a:avLst/>
          </a:prstGeom>
          <a:noFill/>
        </p:spPr>
        <p:txBody>
          <a:bodyPr wrap="square" lIns="0" tIns="0" rIns="0" bIns="0" rtlCol="0" anchor="t" anchorCtr="0">
            <a:noAutofit/>
          </a:bodyPr>
          <a:lstStyle>
            <a:defPPr>
              <a:defRPr lang="en-US"/>
            </a:defPPr>
            <a:lvl1pPr marL="0" algn="l" defTabSz="457200" rtl="0" eaLnBrk="1" latinLnBrk="0" hangingPunct="1">
              <a:defRPr lang="en-US" sz="700" kern="1200" dirty="0">
                <a:solidFill>
                  <a:srgbClr val="C2C2C2"/>
                </a:solidFill>
                <a:latin typeface="Futura Bk"/>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000"/>
              </a:lnSpc>
            </a:pPr>
            <a:r>
              <a:rPr lang="en-US" dirty="0"/>
              <a:t>© Copyright 2011 Hewlett-Packard Development Company, L.P.  The information contained herein is subject to change without notice. Confidentiality label goes here  </a:t>
            </a:r>
          </a:p>
        </p:txBody>
      </p:sp>
    </p:spTree>
    <p:extLst>
      <p:ext uri="{BB962C8B-B14F-4D97-AF65-F5344CB8AC3E}">
        <p14:creationId xmlns:p14="http://schemas.microsoft.com/office/powerpoint/2010/main" val="28295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red (L)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8" name="Parallelogram 7"/>
          <p:cNvSpPr/>
          <p:nvPr userDrawn="1"/>
        </p:nvSpPr>
        <p:spPr>
          <a:xfrm>
            <a:off x="-1752238" y="0"/>
            <a:ext cx="7014870" cy="6858000"/>
          </a:xfrm>
          <a:prstGeom prst="parallelogram">
            <a:avLst>
              <a:gd name="adj" fmla="val 22772"/>
            </a:avLst>
          </a:prstGeom>
          <a:gradFill>
            <a:gsLst>
              <a:gs pos="100000">
                <a:srgbClr val="E41C19"/>
              </a:gs>
              <a:gs pos="1000">
                <a:srgbClr val="B94213">
                  <a:alpha val="75000"/>
                </a:srgbClr>
              </a:gs>
            </a:gsLst>
            <a:lin ang="108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5" name="Title 4"/>
          <p:cNvSpPr>
            <a:spLocks noGrp="1"/>
          </p:cNvSpPr>
          <p:nvPr>
            <p:ph type="title"/>
          </p:nvPr>
        </p:nvSpPr>
        <p:spPr>
          <a:xfrm>
            <a:off x="331200" y="312635"/>
            <a:ext cx="3781140" cy="1192919"/>
          </a:xfrm>
          <a:prstGeom prst="rect">
            <a:avLst/>
          </a:prstGeom>
        </p:spPr>
        <p:txBody>
          <a:bodyPr wrap="square" lIns="0">
            <a:noAutofit/>
          </a:bodyPr>
          <a:lstStyle>
            <a:lvl1pPr>
              <a:lnSpc>
                <a:spcPts val="3500"/>
              </a:lnSpc>
              <a:defRPr sz="2800"/>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
        <p:nvSpPr>
          <p:cNvPr id="7" name="Footer Placeholder 2"/>
          <p:cNvSpPr txBox="1">
            <a:spLocks/>
          </p:cNvSpPr>
          <p:nvPr userDrawn="1"/>
        </p:nvSpPr>
        <p:spPr>
          <a:xfrm>
            <a:off x="348906" y="6328419"/>
            <a:ext cx="3272643" cy="337415"/>
          </a:xfrm>
          <a:prstGeom prst="rect">
            <a:avLst/>
          </a:prstGeom>
          <a:noFill/>
        </p:spPr>
        <p:txBody>
          <a:bodyPr wrap="square" lIns="0" tIns="0" rIns="0" bIns="0" rtlCol="0" anchor="t" anchorCtr="0">
            <a:noAutofit/>
          </a:bodyPr>
          <a:lstStyle>
            <a:defPPr>
              <a:defRPr lang="en-US"/>
            </a:defPPr>
            <a:lvl1pPr marL="0" algn="l" defTabSz="457200" rtl="0" eaLnBrk="1" latinLnBrk="0" hangingPunct="1">
              <a:defRPr lang="en-US" sz="700" kern="1200" dirty="0">
                <a:solidFill>
                  <a:srgbClr val="C2C2C2"/>
                </a:solidFill>
                <a:latin typeface="Futura Bk"/>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000"/>
              </a:lnSpc>
            </a:pPr>
            <a:r>
              <a:rPr lang="en-US" dirty="0"/>
              <a:t>© Copyright 2011 Hewlett-Packard Development Company, L.P.  The information contained herein is subject to change without notice. Confidentiality label goes here  </a:t>
            </a:r>
          </a:p>
        </p:txBody>
      </p:sp>
    </p:spTree>
    <p:extLst>
      <p:ext uri="{BB962C8B-B14F-4D97-AF65-F5344CB8AC3E}">
        <p14:creationId xmlns:p14="http://schemas.microsoft.com/office/powerpoint/2010/main" val="404719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red (R)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1" name="Parallelogram 10"/>
          <p:cNvSpPr/>
          <p:nvPr userDrawn="1"/>
        </p:nvSpPr>
        <p:spPr>
          <a:xfrm>
            <a:off x="3701132" y="0"/>
            <a:ext cx="7014870" cy="6858000"/>
          </a:xfrm>
          <a:prstGeom prst="parallelogram">
            <a:avLst>
              <a:gd name="adj" fmla="val 22772"/>
            </a:avLst>
          </a:prstGeom>
          <a:gradFill>
            <a:gsLst>
              <a:gs pos="100000">
                <a:srgbClr val="E41C19"/>
              </a:gs>
              <a:gs pos="0">
                <a:srgbClr val="B94213">
                  <a:alpha val="75000"/>
                </a:srgbClr>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noProof="0"/>
          </a:p>
        </p:txBody>
      </p:sp>
      <p:sp>
        <p:nvSpPr>
          <p:cNvPr id="7" name="Title 4"/>
          <p:cNvSpPr>
            <a:spLocks noGrp="1"/>
          </p:cNvSpPr>
          <p:nvPr>
            <p:ph type="title"/>
          </p:nvPr>
        </p:nvSpPr>
        <p:spPr>
          <a:xfrm>
            <a:off x="5362861" y="312635"/>
            <a:ext cx="3660229" cy="1192919"/>
          </a:xfrm>
          <a:prstGeom prst="rect">
            <a:avLst/>
          </a:prstGeom>
        </p:spPr>
        <p:txBody>
          <a:bodyPr wrap="square">
            <a:noAutofit/>
          </a:bodyPr>
          <a:lstStyle>
            <a:lvl1pPr>
              <a:lnSpc>
                <a:spcPts val="3500"/>
              </a:lnSpc>
              <a:defRPr sz="2800"/>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2337513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blue (L)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9" name="Parallelogram 8"/>
          <p:cNvSpPr/>
          <p:nvPr userDrawn="1"/>
        </p:nvSpPr>
        <p:spPr>
          <a:xfrm>
            <a:off x="-1752238" y="0"/>
            <a:ext cx="7014870" cy="6858000"/>
          </a:xfrm>
          <a:prstGeom prst="parallelogram">
            <a:avLst>
              <a:gd name="adj" fmla="val 22772"/>
            </a:avLst>
          </a:prstGeom>
          <a:gradFill flip="none" rotWithShape="1">
            <a:gsLst>
              <a:gs pos="100000">
                <a:srgbClr val="017FC5">
                  <a:alpha val="85000"/>
                </a:srgbClr>
              </a:gs>
              <a:gs pos="0">
                <a:srgbClr val="7ECEF0">
                  <a:alpha val="85000"/>
                </a:srgbClr>
              </a:gs>
            </a:gsLst>
            <a:lin ang="108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5" name="Title 4"/>
          <p:cNvSpPr>
            <a:spLocks noGrp="1"/>
          </p:cNvSpPr>
          <p:nvPr>
            <p:ph type="title"/>
          </p:nvPr>
        </p:nvSpPr>
        <p:spPr>
          <a:xfrm>
            <a:off x="331200" y="312635"/>
            <a:ext cx="3781140" cy="1192919"/>
          </a:xfrm>
          <a:prstGeom prst="rect">
            <a:avLst/>
          </a:prstGeom>
        </p:spPr>
        <p:txBody>
          <a:bodyPr wrap="square" lIns="0">
            <a:noAutofit/>
          </a:bodyPr>
          <a:lstStyle>
            <a:lvl1pPr>
              <a:lnSpc>
                <a:spcPts val="3500"/>
              </a:lnSpc>
              <a:defRPr sz="2800"/>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
        <p:nvSpPr>
          <p:cNvPr id="7" name="Footer Placeholder 2"/>
          <p:cNvSpPr txBox="1">
            <a:spLocks/>
          </p:cNvSpPr>
          <p:nvPr userDrawn="1"/>
        </p:nvSpPr>
        <p:spPr>
          <a:xfrm>
            <a:off x="348906" y="6328419"/>
            <a:ext cx="3272643" cy="337415"/>
          </a:xfrm>
          <a:prstGeom prst="rect">
            <a:avLst/>
          </a:prstGeom>
          <a:noFill/>
        </p:spPr>
        <p:txBody>
          <a:bodyPr wrap="square" lIns="0" tIns="0" rIns="0" bIns="0" rtlCol="0" anchor="t" anchorCtr="0">
            <a:noAutofit/>
          </a:bodyPr>
          <a:lstStyle>
            <a:defPPr>
              <a:defRPr lang="en-US"/>
            </a:defPPr>
            <a:lvl1pPr marL="0" algn="l" defTabSz="457200" rtl="0" eaLnBrk="1" latinLnBrk="0" hangingPunct="1">
              <a:defRPr lang="en-US" sz="700" kern="1200" dirty="0">
                <a:solidFill>
                  <a:srgbClr val="C2C2C2"/>
                </a:solidFill>
                <a:latin typeface="Futura Bk"/>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000"/>
              </a:lnSpc>
            </a:pPr>
            <a:r>
              <a:rPr lang="en-US" dirty="0"/>
              <a:t>© Copyright 2011 Hewlett-Packard Development Company, L.P.  The information contained herein is subject to change without notice. Confidentiality label goes here  </a:t>
            </a:r>
          </a:p>
        </p:txBody>
      </p:sp>
    </p:spTree>
    <p:extLst>
      <p:ext uri="{BB962C8B-B14F-4D97-AF65-F5344CB8AC3E}">
        <p14:creationId xmlns:p14="http://schemas.microsoft.com/office/powerpoint/2010/main" val="2487311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blue (R)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9" name="Parallelogram 8"/>
          <p:cNvSpPr/>
          <p:nvPr userDrawn="1"/>
        </p:nvSpPr>
        <p:spPr>
          <a:xfrm>
            <a:off x="3701132" y="0"/>
            <a:ext cx="7014870" cy="6858000"/>
          </a:xfrm>
          <a:prstGeom prst="parallelogram">
            <a:avLst>
              <a:gd name="adj" fmla="val 22772"/>
            </a:avLst>
          </a:prstGeom>
          <a:gradFill flip="none" rotWithShape="1">
            <a:gsLst>
              <a:gs pos="100000">
                <a:srgbClr val="017FC5">
                  <a:alpha val="80000"/>
                </a:srgbClr>
              </a:gs>
              <a:gs pos="0">
                <a:srgbClr val="7ECEF0">
                  <a:alpha val="85000"/>
                </a:srgbClr>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5" name="Title 4"/>
          <p:cNvSpPr>
            <a:spLocks noGrp="1"/>
          </p:cNvSpPr>
          <p:nvPr>
            <p:ph type="title"/>
          </p:nvPr>
        </p:nvSpPr>
        <p:spPr>
          <a:xfrm>
            <a:off x="5362861" y="312635"/>
            <a:ext cx="3660229" cy="1192919"/>
          </a:xfrm>
          <a:prstGeom prst="rect">
            <a:avLst/>
          </a:prstGeom>
        </p:spPr>
        <p:txBody>
          <a:bodyPr wrap="square">
            <a:noAutofit/>
          </a:bodyPr>
          <a:lstStyle>
            <a:lvl1pPr>
              <a:lnSpc>
                <a:spcPts val="3500"/>
              </a:lnSpc>
              <a:defRPr sz="2800"/>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297707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green (L)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7" name="Parallelogram 6"/>
          <p:cNvSpPr/>
          <p:nvPr userDrawn="1"/>
        </p:nvSpPr>
        <p:spPr>
          <a:xfrm>
            <a:off x="-1752238" y="0"/>
            <a:ext cx="7014870" cy="6858000"/>
          </a:xfrm>
          <a:prstGeom prst="parallelogram">
            <a:avLst>
              <a:gd name="adj" fmla="val 22772"/>
            </a:avLst>
          </a:prstGeom>
          <a:gradFill>
            <a:gsLst>
              <a:gs pos="0">
                <a:srgbClr val="01A145"/>
              </a:gs>
              <a:gs pos="100000">
                <a:srgbClr val="B1CB52">
                  <a:alpha val="80000"/>
                </a:srgbClr>
              </a:gs>
            </a:gsLst>
            <a:lin ang="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5" name="Title 4"/>
          <p:cNvSpPr>
            <a:spLocks noGrp="1"/>
          </p:cNvSpPr>
          <p:nvPr>
            <p:ph type="title"/>
          </p:nvPr>
        </p:nvSpPr>
        <p:spPr>
          <a:xfrm>
            <a:off x="331200" y="312635"/>
            <a:ext cx="3781140" cy="1192919"/>
          </a:xfrm>
          <a:prstGeom prst="rect">
            <a:avLst/>
          </a:prstGeom>
        </p:spPr>
        <p:txBody>
          <a:bodyPr wrap="square" lIns="0">
            <a:noAutofit/>
          </a:bodyPr>
          <a:lstStyle>
            <a:lvl1pPr>
              <a:lnSpc>
                <a:spcPts val="3500"/>
              </a:lnSpc>
              <a:defRPr sz="2800"/>
            </a:lvl1pPr>
          </a:lstStyle>
          <a:p>
            <a:r>
              <a:rPr lang="en-US" noProof="0" dirty="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
        <p:nvSpPr>
          <p:cNvPr id="8" name="Footer Placeholder 2"/>
          <p:cNvSpPr txBox="1">
            <a:spLocks/>
          </p:cNvSpPr>
          <p:nvPr userDrawn="1"/>
        </p:nvSpPr>
        <p:spPr>
          <a:xfrm>
            <a:off x="348906" y="6328419"/>
            <a:ext cx="3272643" cy="337415"/>
          </a:xfrm>
          <a:prstGeom prst="rect">
            <a:avLst/>
          </a:prstGeom>
          <a:noFill/>
        </p:spPr>
        <p:txBody>
          <a:bodyPr wrap="square" lIns="0" tIns="0" rIns="0" bIns="0" rtlCol="0" anchor="t" anchorCtr="0">
            <a:noAutofit/>
          </a:bodyPr>
          <a:lstStyle>
            <a:defPPr>
              <a:defRPr lang="en-US"/>
            </a:defPPr>
            <a:lvl1pPr marL="0" algn="l" defTabSz="457200" rtl="0" eaLnBrk="1" latinLnBrk="0" hangingPunct="1">
              <a:defRPr lang="en-US" sz="700" kern="1200" dirty="0">
                <a:solidFill>
                  <a:srgbClr val="C2C2C2"/>
                </a:solidFill>
                <a:latin typeface="Futura Bk"/>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000"/>
              </a:lnSpc>
            </a:pPr>
            <a:r>
              <a:rPr lang="en-US" dirty="0"/>
              <a:t>© Copyright 2011 Hewlett-Packard Development Company, L.P.  The information contained herein is subject to change without notice. Confidentiality label goes here  </a:t>
            </a:r>
          </a:p>
        </p:txBody>
      </p:sp>
    </p:spTree>
    <p:extLst>
      <p:ext uri="{BB962C8B-B14F-4D97-AF65-F5344CB8AC3E}">
        <p14:creationId xmlns:p14="http://schemas.microsoft.com/office/powerpoint/2010/main" val="2908288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green (R)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7" name="Parallelogram 6"/>
          <p:cNvSpPr/>
          <p:nvPr userDrawn="1"/>
        </p:nvSpPr>
        <p:spPr>
          <a:xfrm>
            <a:off x="3701132" y="0"/>
            <a:ext cx="7014870" cy="6858000"/>
          </a:xfrm>
          <a:prstGeom prst="parallelogram">
            <a:avLst>
              <a:gd name="adj" fmla="val 22772"/>
            </a:avLst>
          </a:prstGeom>
          <a:gradFill>
            <a:gsLst>
              <a:gs pos="0">
                <a:srgbClr val="01A145"/>
              </a:gs>
              <a:gs pos="100000">
                <a:srgbClr val="B1CB52">
                  <a:alpha val="80000"/>
                </a:srgbClr>
              </a:gs>
            </a:gsLst>
            <a:lin ang="108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5" name="Title 4"/>
          <p:cNvSpPr>
            <a:spLocks noGrp="1"/>
          </p:cNvSpPr>
          <p:nvPr>
            <p:ph type="title"/>
          </p:nvPr>
        </p:nvSpPr>
        <p:spPr>
          <a:xfrm>
            <a:off x="5362861" y="312635"/>
            <a:ext cx="3660229" cy="1192919"/>
          </a:xfrm>
          <a:prstGeom prst="rect">
            <a:avLst/>
          </a:prstGeom>
        </p:spPr>
        <p:txBody>
          <a:bodyPr wrap="square">
            <a:noAutofit/>
          </a:bodyPr>
          <a:lstStyle>
            <a:lvl1pPr>
              <a:lnSpc>
                <a:spcPts val="3500"/>
              </a:lnSpc>
              <a:defRPr sz="2800"/>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408690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grey (L)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7" name="Parallelogram 6"/>
          <p:cNvSpPr/>
          <p:nvPr userDrawn="1"/>
        </p:nvSpPr>
        <p:spPr>
          <a:xfrm>
            <a:off x="-1752238" y="0"/>
            <a:ext cx="7014870" cy="6858000"/>
          </a:xfrm>
          <a:prstGeom prst="parallelogram">
            <a:avLst>
              <a:gd name="adj" fmla="val 22772"/>
            </a:avLst>
          </a:prstGeom>
          <a:gradFill flip="none" rotWithShape="1">
            <a:gsLst>
              <a:gs pos="0">
                <a:schemeClr val="tx1"/>
              </a:gs>
              <a:gs pos="100000">
                <a:srgbClr val="858689">
                  <a:alpha val="80000"/>
                </a:srgb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5" name="Title 4"/>
          <p:cNvSpPr>
            <a:spLocks noGrp="1"/>
          </p:cNvSpPr>
          <p:nvPr>
            <p:ph type="title"/>
          </p:nvPr>
        </p:nvSpPr>
        <p:spPr>
          <a:xfrm>
            <a:off x="331200" y="312635"/>
            <a:ext cx="3781140" cy="1192919"/>
          </a:xfrm>
          <a:prstGeom prst="rect">
            <a:avLst/>
          </a:prstGeom>
        </p:spPr>
        <p:txBody>
          <a:bodyPr wrap="square" lIns="0">
            <a:noAutofit/>
          </a:bodyPr>
          <a:lstStyle>
            <a:lvl1pPr>
              <a:lnSpc>
                <a:spcPts val="3500"/>
              </a:lnSpc>
              <a:defRPr sz="2800"/>
            </a:lvl1pPr>
          </a:lstStyle>
          <a:p>
            <a:r>
              <a:rPr lang="en-US" noProof="0" dirty="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
        <p:nvSpPr>
          <p:cNvPr id="8" name="Footer Placeholder 2"/>
          <p:cNvSpPr txBox="1">
            <a:spLocks/>
          </p:cNvSpPr>
          <p:nvPr userDrawn="1"/>
        </p:nvSpPr>
        <p:spPr>
          <a:xfrm>
            <a:off x="348906" y="6328419"/>
            <a:ext cx="3272643" cy="337415"/>
          </a:xfrm>
          <a:prstGeom prst="rect">
            <a:avLst/>
          </a:prstGeom>
          <a:noFill/>
        </p:spPr>
        <p:txBody>
          <a:bodyPr wrap="square" lIns="0" tIns="0" rIns="0" bIns="0" rtlCol="0" anchor="t" anchorCtr="0">
            <a:noAutofit/>
          </a:bodyPr>
          <a:lstStyle>
            <a:defPPr>
              <a:defRPr lang="en-US"/>
            </a:defPPr>
            <a:lvl1pPr marL="0" algn="l" defTabSz="457200" rtl="0" eaLnBrk="1" latinLnBrk="0" hangingPunct="1">
              <a:defRPr lang="en-US" sz="700" kern="1200" dirty="0">
                <a:solidFill>
                  <a:srgbClr val="C2C2C2"/>
                </a:solidFill>
                <a:latin typeface="Futura Bk"/>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000"/>
              </a:lnSpc>
            </a:pPr>
            <a:r>
              <a:rPr lang="en-US" dirty="0"/>
              <a:t>© Copyright 2011 Hewlett-Packard Development Company, L.P.  The information contained herein is subject to change without notice. Confidentiality label goes here  </a:t>
            </a:r>
          </a:p>
        </p:txBody>
      </p:sp>
    </p:spTree>
    <p:extLst>
      <p:ext uri="{BB962C8B-B14F-4D97-AF65-F5344CB8AC3E}">
        <p14:creationId xmlns:p14="http://schemas.microsoft.com/office/powerpoint/2010/main" val="48900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grey (R) with imag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7" name="Parallelogram 6"/>
          <p:cNvSpPr/>
          <p:nvPr userDrawn="1"/>
        </p:nvSpPr>
        <p:spPr>
          <a:xfrm>
            <a:off x="3701132" y="0"/>
            <a:ext cx="7014870" cy="6858000"/>
          </a:xfrm>
          <a:prstGeom prst="parallelogram">
            <a:avLst>
              <a:gd name="adj" fmla="val 22772"/>
            </a:avLst>
          </a:prstGeom>
          <a:gradFill flip="none" rotWithShape="1">
            <a:gsLst>
              <a:gs pos="0">
                <a:schemeClr val="tx1"/>
              </a:gs>
              <a:gs pos="100000">
                <a:srgbClr val="858689">
                  <a:alpha val="80000"/>
                </a:srgbClr>
              </a:gs>
            </a:gsLst>
            <a:lin ang="108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lvl="0" algn="ctr"/>
            <a:endParaRPr lang="en-US" noProof="0"/>
          </a:p>
        </p:txBody>
      </p:sp>
      <p:sp>
        <p:nvSpPr>
          <p:cNvPr id="5" name="Title 4"/>
          <p:cNvSpPr>
            <a:spLocks noGrp="1"/>
          </p:cNvSpPr>
          <p:nvPr>
            <p:ph type="title"/>
          </p:nvPr>
        </p:nvSpPr>
        <p:spPr>
          <a:xfrm>
            <a:off x="5362861" y="312635"/>
            <a:ext cx="3660229" cy="1192919"/>
          </a:xfrm>
          <a:prstGeom prst="rect">
            <a:avLst/>
          </a:prstGeom>
        </p:spPr>
        <p:txBody>
          <a:bodyPr wrap="square">
            <a:noAutofit/>
          </a:bodyPr>
          <a:lstStyle>
            <a:lvl1pPr>
              <a:lnSpc>
                <a:spcPts val="3500"/>
              </a:lnSpc>
              <a:defRPr sz="2800"/>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Tree>
    <p:extLst>
      <p:ext uri="{BB962C8B-B14F-4D97-AF65-F5344CB8AC3E}">
        <p14:creationId xmlns:p14="http://schemas.microsoft.com/office/powerpoint/2010/main" val="20999431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 Slide_blue textur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3464" y="2776155"/>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dirty="0"/>
              <a:t>Click to edit Master title style</a:t>
            </a:r>
          </a:p>
        </p:txBody>
      </p:sp>
      <p:pic>
        <p:nvPicPr>
          <p:cNvPr id="11" name="Picture 10"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85942" y="3127291"/>
            <a:ext cx="548640" cy="548640"/>
          </a:xfrm>
          <a:prstGeom prst="rect">
            <a:avLst/>
          </a:prstGeom>
        </p:spPr>
      </p:pic>
    </p:spTree>
    <p:extLst>
      <p:ext uri="{BB962C8B-B14F-4D97-AF65-F5344CB8AC3E}">
        <p14:creationId xmlns:p14="http://schemas.microsoft.com/office/powerpoint/2010/main" val="33918514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red textur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4"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dirty="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85942" y="3127291"/>
            <a:ext cx="548640" cy="548640"/>
          </a:xfrm>
          <a:prstGeom prst="rect">
            <a:avLst/>
          </a:prstGeom>
        </p:spPr>
      </p:pic>
    </p:spTree>
    <p:extLst>
      <p:ext uri="{BB962C8B-B14F-4D97-AF65-F5344CB8AC3E}">
        <p14:creationId xmlns:p14="http://schemas.microsoft.com/office/powerpoint/2010/main" val="16086096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Slide_green textur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ctrTitle"/>
          </p:nvPr>
        </p:nvSpPr>
        <p:spPr>
          <a:xfrm>
            <a:off x="373464" y="2779776"/>
            <a:ext cx="7772400" cy="861775"/>
          </a:xfrm>
          <a:prstGeom prst="rect">
            <a:avLst/>
          </a:prstGeom>
        </p:spPr>
        <p:txBody>
          <a:bodyPr wrap="square" lIns="0" tIns="0" rIns="0" bIns="0" anchor="b" anchorCtr="0">
            <a:noAutofit/>
          </a:bodyPr>
          <a:lstStyle>
            <a:lvl1pPr algn="l">
              <a:lnSpc>
                <a:spcPct val="106000"/>
              </a:lnSpc>
              <a:defRPr sz="4000">
                <a:solidFill>
                  <a:schemeClr val="bg1"/>
                </a:solidFill>
                <a:latin typeface="Futura Hv"/>
                <a:cs typeface="Futura"/>
              </a:defRPr>
            </a:lvl1pPr>
          </a:lstStyle>
          <a:p>
            <a:r>
              <a:rPr lang="en-US" noProof="0"/>
              <a:t>Click to edit Master title style</a:t>
            </a:r>
          </a:p>
        </p:txBody>
      </p:sp>
      <p:pic>
        <p:nvPicPr>
          <p:cNvPr id="6" name="Picture 5" descr="hp_white.wm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85942" y="3127291"/>
            <a:ext cx="548640" cy="548640"/>
          </a:xfrm>
          <a:prstGeom prst="rect">
            <a:avLst/>
          </a:prstGeom>
        </p:spPr>
      </p:pic>
    </p:spTree>
    <p:extLst>
      <p:ext uri="{BB962C8B-B14F-4D97-AF65-F5344CB8AC3E}">
        <p14:creationId xmlns:p14="http://schemas.microsoft.com/office/powerpoint/2010/main" val="634467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 Line/1 subhead line with content">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1470" y="749430"/>
            <a:ext cx="8229600" cy="502701"/>
          </a:xfrm>
          <a:prstGeom prst="rect">
            <a:avLst/>
          </a:prstGeom>
        </p:spPr>
        <p:txBody>
          <a:bodyPr>
            <a:noAutofit/>
          </a:bodyPr>
          <a:lstStyle>
            <a:lvl1pPr marL="0" indent="0" algn="l">
              <a:lnSpc>
                <a:spcPts val="3000"/>
              </a:lnSpc>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7" name="Title 6"/>
          <p:cNvSpPr>
            <a:spLocks noGrp="1"/>
          </p:cNvSpPr>
          <p:nvPr>
            <p:ph type="title"/>
          </p:nvPr>
        </p:nvSpPr>
        <p:spPr>
          <a:xfrm>
            <a:off x="331470" y="360198"/>
            <a:ext cx="8229600" cy="523220"/>
          </a:xfrm>
          <a:prstGeom prst="rect">
            <a:avLst/>
          </a:prstGeom>
        </p:spPr>
        <p:txBody>
          <a:bodyPr>
            <a:noAutofit/>
          </a:bodyPr>
          <a:lstStyle/>
          <a:p>
            <a:r>
              <a:rPr lang="en-US" noProof="0"/>
              <a:t>Click to edit Master title style</a:t>
            </a:r>
          </a:p>
        </p:txBody>
      </p:sp>
      <p:sp>
        <p:nvSpPr>
          <p:cNvPr id="11" name="Text Placeholder 10"/>
          <p:cNvSpPr>
            <a:spLocks noGrp="1"/>
          </p:cNvSpPr>
          <p:nvPr>
            <p:ph type="body" sz="quarter" idx="14"/>
          </p:nvPr>
        </p:nvSpPr>
        <p:spPr>
          <a:xfrm>
            <a:off x="331200" y="1747842"/>
            <a:ext cx="8466436" cy="3936485"/>
          </a:xfrm>
          <a:prstGeom prst="rect">
            <a:avLst/>
          </a:prstGeo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197099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63C6C19-AF66-4D3D-91A1-5571C5442F18}"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2243CB4-EB89-4B55-9FD4-50EC632B96F7}" type="slidenum">
              <a:rPr lang="en-GB" smtClean="0"/>
              <a:t>‹#›</a:t>
            </a:fld>
            <a:endParaRPr lang="en-GB"/>
          </a:p>
        </p:txBody>
      </p:sp>
    </p:spTree>
    <p:extLst>
      <p:ext uri="{BB962C8B-B14F-4D97-AF65-F5344CB8AC3E}">
        <p14:creationId xmlns:p14="http://schemas.microsoft.com/office/powerpoint/2010/main" val="10578702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Line/1 subhead line with content">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1470" y="749430"/>
            <a:ext cx="8229600" cy="502701"/>
          </a:xfrm>
          <a:prstGeom prst="rect">
            <a:avLst/>
          </a:prstGeom>
        </p:spPr>
        <p:txBody>
          <a:bodyPr>
            <a:noAutofit/>
          </a:bodyPr>
          <a:lstStyle>
            <a:lvl1pPr marL="0" indent="0" algn="l">
              <a:lnSpc>
                <a:spcPts val="3000"/>
              </a:lnSpc>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7" name="Title 6"/>
          <p:cNvSpPr>
            <a:spLocks noGrp="1"/>
          </p:cNvSpPr>
          <p:nvPr>
            <p:ph type="title"/>
          </p:nvPr>
        </p:nvSpPr>
        <p:spPr>
          <a:xfrm>
            <a:off x="331470" y="360198"/>
            <a:ext cx="8229600" cy="523220"/>
          </a:xfrm>
        </p:spPr>
        <p:txBody>
          <a:bodyPr>
            <a:noAutofit/>
          </a:bodyPr>
          <a:lstStyle/>
          <a:p>
            <a:r>
              <a:rPr lang="en-US" noProof="0"/>
              <a:t>Click to edit Master title style</a:t>
            </a:r>
          </a:p>
        </p:txBody>
      </p:sp>
      <p:sp>
        <p:nvSpPr>
          <p:cNvPr id="11" name="Text Placeholder 10"/>
          <p:cNvSpPr>
            <a:spLocks noGrp="1"/>
          </p:cNvSpPr>
          <p:nvPr>
            <p:ph type="body" sz="quarter" idx="14"/>
          </p:nvPr>
        </p:nvSpPr>
        <p:spPr>
          <a:xfrm>
            <a:off x="331200" y="1747842"/>
            <a:ext cx="8466436" cy="3936485"/>
          </a:xfr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197099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 Line/1 subhead line with content and pictu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1470" y="749808"/>
            <a:ext cx="4019316" cy="502701"/>
          </a:xfrm>
          <a:prstGeom prst="rect">
            <a:avLst/>
          </a:prstGeom>
        </p:spPr>
        <p:txBody>
          <a:bodyPr wrap="square">
            <a:noAutofit/>
          </a:bodyPr>
          <a:lstStyle>
            <a:lvl1pPr marL="0" indent="0" algn="l">
              <a:lnSpc>
                <a:spcPts val="3000"/>
              </a:lnSpc>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7" name="Title 6"/>
          <p:cNvSpPr>
            <a:spLocks noGrp="1"/>
          </p:cNvSpPr>
          <p:nvPr>
            <p:ph type="title"/>
          </p:nvPr>
        </p:nvSpPr>
        <p:spPr>
          <a:xfrm>
            <a:off x="331471" y="360198"/>
            <a:ext cx="4013649" cy="858161"/>
          </a:xfrm>
        </p:spPr>
        <p:txBody>
          <a:bodyPr>
            <a:noAutofit/>
          </a:bodyPr>
          <a:lstStyle/>
          <a:p>
            <a:r>
              <a:rPr lang="en-US" noProof="0" dirty="0"/>
              <a:t>Click to edit Master title style</a:t>
            </a:r>
          </a:p>
        </p:txBody>
      </p:sp>
      <p:sp>
        <p:nvSpPr>
          <p:cNvPr id="6" name="Text Placeholder 5"/>
          <p:cNvSpPr>
            <a:spLocks noGrp="1"/>
          </p:cNvSpPr>
          <p:nvPr>
            <p:ph type="body" sz="quarter" idx="10"/>
          </p:nvPr>
        </p:nvSpPr>
        <p:spPr>
          <a:xfrm>
            <a:off x="331201" y="1746504"/>
            <a:ext cx="4031345" cy="4027200"/>
          </a:xfr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7"/>
          <p:cNvSpPr>
            <a:spLocks noGrp="1"/>
          </p:cNvSpPr>
          <p:nvPr>
            <p:ph type="pic" sz="quarter" idx="11"/>
          </p:nvPr>
        </p:nvSpPr>
        <p:spPr>
          <a:xfrm>
            <a:off x="4637088" y="452967"/>
            <a:ext cx="4157662" cy="5257800"/>
          </a:xfrm>
          <a:prstGeom prst="rect">
            <a:avLst/>
          </a:prstGeom>
          <a:effectLst/>
        </p:spPr>
        <p:txBody>
          <a:bodyPr>
            <a:noAutofit/>
          </a:bodyPr>
          <a:lstStyle/>
          <a:p>
            <a:endParaRPr lang="en-US" noProof="0"/>
          </a:p>
        </p:txBody>
      </p:sp>
    </p:spTree>
    <p:extLst>
      <p:ext uri="{BB962C8B-B14F-4D97-AF65-F5344CB8AC3E}">
        <p14:creationId xmlns:p14="http://schemas.microsoft.com/office/powerpoint/2010/main" val="15057575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Line/1 subhead line with 2 content area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1470" y="749808"/>
            <a:ext cx="4019316" cy="502701"/>
          </a:xfrm>
          <a:prstGeom prst="rect">
            <a:avLst/>
          </a:prstGeom>
        </p:spPr>
        <p:txBody>
          <a:bodyPr wrap="square">
            <a:noAutofit/>
          </a:bodyPr>
          <a:lstStyle>
            <a:lvl1pPr marL="0" indent="0" algn="l">
              <a:lnSpc>
                <a:spcPts val="3000"/>
              </a:lnSpc>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7" name="Title 6"/>
          <p:cNvSpPr>
            <a:spLocks noGrp="1"/>
          </p:cNvSpPr>
          <p:nvPr>
            <p:ph type="title"/>
          </p:nvPr>
        </p:nvSpPr>
        <p:spPr>
          <a:xfrm>
            <a:off x="331471" y="360198"/>
            <a:ext cx="4013649" cy="1036181"/>
          </a:xfrm>
        </p:spPr>
        <p:txBody>
          <a:bodyPr>
            <a:noAutofit/>
          </a:bodyPr>
          <a:lstStyle/>
          <a:p>
            <a:r>
              <a:rPr lang="en-US" noProof="0"/>
              <a:t>Click to edit Master title style</a:t>
            </a:r>
          </a:p>
        </p:txBody>
      </p:sp>
      <p:sp>
        <p:nvSpPr>
          <p:cNvPr id="6" name="Text Placeholder 5"/>
          <p:cNvSpPr>
            <a:spLocks noGrp="1"/>
          </p:cNvSpPr>
          <p:nvPr>
            <p:ph type="body" sz="quarter" idx="10"/>
          </p:nvPr>
        </p:nvSpPr>
        <p:spPr>
          <a:xfrm>
            <a:off x="3197186" y="1746504"/>
            <a:ext cx="5537932" cy="3974699"/>
          </a:xfrm>
        </p:spPr>
        <p:txBody>
          <a:bodyPr>
            <a:noAutofit/>
          </a:bodyPr>
          <a:lstStyle>
            <a:lvl1pPr>
              <a:defRPr>
                <a:solidFill>
                  <a:schemeClr val="accent1"/>
                </a:solidFill>
                <a:latin typeface="Futura Hv"/>
                <a:cs typeface="Futura Hv"/>
              </a:defRPr>
            </a:lvl1pPr>
            <a:lvl2pPr marL="0" indent="0">
              <a:buNone/>
              <a:defRPr/>
            </a:lvl2pPr>
            <a:lvl3pPr marL="165600" indent="-165600">
              <a:buFont typeface="Lucida Grande"/>
              <a:buChar char="•"/>
              <a:defRPr sz="1800"/>
            </a:lvl3pPr>
            <a:lvl4pPr marL="298800" indent="-126000">
              <a:buSzPct val="100000"/>
              <a:buFont typeface="Lucida Grande"/>
              <a:buChar char="–"/>
              <a:defRPr/>
            </a:lvl4pPr>
            <a:lvl5pPr marL="410400" indent="-122400">
              <a:buSzPct val="80000"/>
              <a:buFont typeface="Courier New"/>
              <a:buChar char="o"/>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4"/>
          <p:cNvSpPr>
            <a:spLocks noGrp="1"/>
          </p:cNvSpPr>
          <p:nvPr>
            <p:ph type="body" sz="quarter" idx="11"/>
          </p:nvPr>
        </p:nvSpPr>
        <p:spPr>
          <a:xfrm>
            <a:off x="330201" y="1746504"/>
            <a:ext cx="2542125" cy="3974699"/>
          </a:xfrm>
        </p:spPr>
        <p:txBody>
          <a:bodyPr>
            <a:noAutofit/>
          </a:bodyPr>
          <a:lstStyle>
            <a:lvl1pPr>
              <a:defRPr>
                <a:solidFill>
                  <a:schemeClr val="accent1"/>
                </a:solidFill>
                <a:latin typeface="Futura Hv"/>
                <a:cs typeface="Futura Hv"/>
              </a:defRPr>
            </a:lvl1pPr>
            <a:lvl2pPr marL="0" indent="0">
              <a:buNone/>
              <a:defRPr>
                <a:latin typeface="Futura Hv"/>
                <a:cs typeface="Futura Hv"/>
              </a:defRPr>
            </a:lvl2pPr>
            <a:lvl3pPr marL="165600" indent="-165600">
              <a:buFont typeface="Lucida Grande"/>
              <a:buChar char="•"/>
              <a:defRPr sz="1800"/>
            </a:lvl3pPr>
            <a:lvl4pPr marL="298800" indent="-126000">
              <a:buSzPct val="100000"/>
              <a:buFont typeface="Lucida Grande"/>
              <a:buChar char="–"/>
              <a:defRPr/>
            </a:lvl4pPr>
            <a:lvl5pPr marL="410400" indent="-122400">
              <a:buSzPct val="80000"/>
              <a:buFont typeface="Courier New"/>
              <a:buChar char="o"/>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Slide Number Placeholder 2"/>
          <p:cNvSpPr>
            <a:spLocks noGrp="1"/>
          </p:cNvSpPr>
          <p:nvPr>
            <p:ph type="sldNum" sz="quarter" idx="4"/>
          </p:nvPr>
        </p:nvSpPr>
        <p:spPr>
          <a:xfrm>
            <a:off x="348905" y="6328800"/>
            <a:ext cx="182186" cy="166427"/>
          </a:xfrm>
          <a:prstGeom prst="rect">
            <a:avLst/>
          </a:prstGeom>
          <a:noFill/>
        </p:spPr>
        <p:txBody>
          <a:bodyPr wrap="square" lIns="0" tIns="0" rIns="0" bIns="0" rtlCol="0" anchor="t" anchorCtr="0">
            <a:noAutofit/>
          </a:bodyPr>
          <a:lstStyle>
            <a:lvl1pPr>
              <a:defRPr lang="en-US" sz="700" smtClean="0">
                <a:solidFill>
                  <a:srgbClr val="C2C2C2"/>
                </a:solidFill>
                <a:latin typeface="Futura Bk"/>
              </a:defRPr>
            </a:lvl1pPr>
          </a:lstStyle>
          <a:p>
            <a:pPr marL="190800" indent="-190800">
              <a:lnSpc>
                <a:spcPts val="1000"/>
              </a:lnSpc>
            </a:pPr>
            <a:fld id="{33088DE5-1DDF-C242-AF39-BA25983D68D6}" type="slidenum">
              <a:rPr lang="en-US" noProof="0" smtClean="0"/>
              <a:pPr marL="190800" indent="-190800">
                <a:lnSpc>
                  <a:spcPts val="1000"/>
                </a:lnSpc>
              </a:pPr>
              <a:t>‹#›</a:t>
            </a:fld>
            <a:endParaRPr lang="en-US" noProof="0" dirty="0"/>
          </a:p>
        </p:txBody>
      </p:sp>
    </p:spTree>
    <p:extLst>
      <p:ext uri="{BB962C8B-B14F-4D97-AF65-F5344CB8AC3E}">
        <p14:creationId xmlns:p14="http://schemas.microsoft.com/office/powerpoint/2010/main" val="139269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 Line/blank">
    <p:spTree>
      <p:nvGrpSpPr>
        <p:cNvPr id="1" name=""/>
        <p:cNvGrpSpPr/>
        <p:nvPr/>
      </p:nvGrpSpPr>
      <p:grpSpPr>
        <a:xfrm>
          <a:off x="0" y="0"/>
          <a:ext cx="0" cy="0"/>
          <a:chOff x="0" y="0"/>
          <a:chExt cx="0" cy="0"/>
        </a:xfrm>
      </p:grpSpPr>
      <p:sp>
        <p:nvSpPr>
          <p:cNvPr id="7" name="Title 6"/>
          <p:cNvSpPr>
            <a:spLocks noGrp="1"/>
          </p:cNvSpPr>
          <p:nvPr>
            <p:ph type="title"/>
          </p:nvPr>
        </p:nvSpPr>
        <p:spPr>
          <a:xfrm>
            <a:off x="331470" y="360198"/>
            <a:ext cx="8229600" cy="523220"/>
          </a:xfrm>
        </p:spPr>
        <p:txBody>
          <a:bodyPr/>
          <a:lstStyle/>
          <a:p>
            <a:r>
              <a:rPr lang="en-US" noProof="0" dirty="0"/>
              <a:t>Click to edit Master title style</a:t>
            </a:r>
          </a:p>
        </p:txBody>
      </p:sp>
    </p:spTree>
    <p:extLst>
      <p:ext uri="{BB962C8B-B14F-4D97-AF65-F5344CB8AC3E}">
        <p14:creationId xmlns:p14="http://schemas.microsoft.com/office/powerpoint/2010/main" val="14432272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Line/1 Subheadline/Blank">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1470" y="749808"/>
            <a:ext cx="8229600" cy="502701"/>
          </a:xfrm>
          <a:prstGeom prst="rect">
            <a:avLst/>
          </a:prstGeom>
        </p:spPr>
        <p:txBody>
          <a:bodyPr>
            <a:noAutofit/>
          </a:bodyPr>
          <a:lstStyle>
            <a:lvl1pPr marL="0" indent="0" algn="l">
              <a:lnSpc>
                <a:spcPts val="3000"/>
              </a:lnSpc>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7" name="Title 6"/>
          <p:cNvSpPr>
            <a:spLocks noGrp="1"/>
          </p:cNvSpPr>
          <p:nvPr>
            <p:ph type="title"/>
          </p:nvPr>
        </p:nvSpPr>
        <p:spPr>
          <a:xfrm>
            <a:off x="331470" y="360198"/>
            <a:ext cx="8229600" cy="523220"/>
          </a:xfrm>
        </p:spPr>
        <p:txBody>
          <a:bodyPr>
            <a:noAutofit/>
          </a:bodyPr>
          <a:lstStyle/>
          <a:p>
            <a:r>
              <a:rPr lang="en-US" noProof="0"/>
              <a:t>Click to edit Master title style</a:t>
            </a:r>
          </a:p>
        </p:txBody>
      </p:sp>
    </p:spTree>
    <p:extLst>
      <p:ext uri="{BB962C8B-B14F-4D97-AF65-F5344CB8AC3E}">
        <p14:creationId xmlns:p14="http://schemas.microsoft.com/office/powerpoint/2010/main" val="5302709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Line/1 Subhead line and content">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1470" y="749808"/>
            <a:ext cx="4019316" cy="502701"/>
          </a:xfrm>
          <a:prstGeom prst="rect">
            <a:avLst/>
          </a:prstGeom>
        </p:spPr>
        <p:txBody>
          <a:bodyPr wrap="square">
            <a:noAutofit/>
          </a:bodyPr>
          <a:lstStyle>
            <a:lvl1pPr marL="0" indent="0" algn="l">
              <a:lnSpc>
                <a:spcPts val="3000"/>
              </a:lnSpc>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7" name="Title 6"/>
          <p:cNvSpPr>
            <a:spLocks noGrp="1"/>
          </p:cNvSpPr>
          <p:nvPr>
            <p:ph type="title"/>
          </p:nvPr>
        </p:nvSpPr>
        <p:spPr>
          <a:xfrm>
            <a:off x="331471" y="360198"/>
            <a:ext cx="6728548" cy="1036181"/>
          </a:xfrm>
        </p:spPr>
        <p:txBody>
          <a:bodyPr>
            <a:noAutofit/>
          </a:bodyPr>
          <a:lstStyle/>
          <a:p>
            <a:r>
              <a:rPr lang="en-US" noProof="0" dirty="0"/>
              <a:t>Click to edit Master title style</a:t>
            </a:r>
          </a:p>
        </p:txBody>
      </p:sp>
      <p:sp>
        <p:nvSpPr>
          <p:cNvPr id="6" name="Text Placeholder 5"/>
          <p:cNvSpPr>
            <a:spLocks noGrp="1"/>
          </p:cNvSpPr>
          <p:nvPr>
            <p:ph type="body" sz="quarter" idx="10"/>
          </p:nvPr>
        </p:nvSpPr>
        <p:spPr>
          <a:xfrm>
            <a:off x="331201" y="1746504"/>
            <a:ext cx="4031345" cy="4027200"/>
          </a:xfrm>
        </p:spPr>
        <p:txBody>
          <a:bodyPr>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026253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sp>
        <p:nvSpPr>
          <p:cNvPr id="4" name="Picture Placeholder 3"/>
          <p:cNvSpPr>
            <a:spLocks noGrp="1"/>
          </p:cNvSpPr>
          <p:nvPr>
            <p:ph type="pic" sz="quarter" idx="11" hasCustomPrompt="1"/>
          </p:nvPr>
        </p:nvSpPr>
        <p:spPr>
          <a:xfrm>
            <a:off x="4629150" y="463551"/>
            <a:ext cx="4171950" cy="5256167"/>
          </a:xfrm>
          <a:solidFill>
            <a:schemeClr val="tx2"/>
          </a:solidFill>
        </p:spPr>
        <p:txBody>
          <a:bodyPr wrap="square" anchor="ctr" anchorCtr="0">
            <a:noAutofit/>
          </a:bodyPr>
          <a:lstStyle>
            <a:lvl1pPr algn="ctr">
              <a:lnSpc>
                <a:spcPts val="3000"/>
              </a:lnSpc>
              <a:defRPr sz="2000">
                <a:solidFill>
                  <a:schemeClr val="bg1"/>
                </a:solidFill>
                <a:latin typeface="Futura Hv"/>
                <a:cs typeface="Futura Hv"/>
              </a:defRPr>
            </a:lvl1pPr>
          </a:lstStyle>
          <a:p>
            <a:r>
              <a:rPr lang="en-US" noProof="0"/>
              <a:t>Image Area</a:t>
            </a:r>
          </a:p>
        </p:txBody>
      </p:sp>
      <p:sp>
        <p:nvSpPr>
          <p:cNvPr id="8" name="Rectangle 7"/>
          <p:cNvSpPr/>
          <p:nvPr userDrawn="1"/>
        </p:nvSpPr>
        <p:spPr>
          <a:xfrm>
            <a:off x="339659" y="462697"/>
            <a:ext cx="8461915" cy="6083967"/>
          </a:xfrm>
          <a:prstGeom prst="rect">
            <a:avLst/>
          </a:prstGeom>
          <a:noFill/>
          <a:ln w="12700"/>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noProof="0"/>
          </a:p>
        </p:txBody>
      </p:sp>
      <p:cxnSp>
        <p:nvCxnSpPr>
          <p:cNvPr id="9" name="Straight Connector 8"/>
          <p:cNvCxnSpPr/>
          <p:nvPr userDrawn="1"/>
        </p:nvCxnSpPr>
        <p:spPr>
          <a:xfrm>
            <a:off x="324891" y="807257"/>
            <a:ext cx="8476683" cy="0"/>
          </a:xfrm>
          <a:prstGeom prst="line">
            <a:avLst/>
          </a:prstGeom>
          <a:noFill/>
          <a:ln w="12700"/>
          <a:effectLst/>
        </p:spPr>
        <p:style>
          <a:lnRef idx="1">
            <a:schemeClr val="accent1"/>
          </a:lnRef>
          <a:fillRef idx="3">
            <a:schemeClr val="accent1"/>
          </a:fillRef>
          <a:effectRef idx="2">
            <a:schemeClr val="accent1"/>
          </a:effectRef>
          <a:fontRef idx="minor">
            <a:schemeClr val="lt1"/>
          </a:fontRef>
        </p:style>
      </p:cxnSp>
      <p:cxnSp>
        <p:nvCxnSpPr>
          <p:cNvPr id="10" name="Straight Connector 9"/>
          <p:cNvCxnSpPr/>
          <p:nvPr userDrawn="1"/>
        </p:nvCxnSpPr>
        <p:spPr>
          <a:xfrm>
            <a:off x="324891" y="1299488"/>
            <a:ext cx="8476683" cy="0"/>
          </a:xfrm>
          <a:prstGeom prst="line">
            <a:avLst/>
          </a:prstGeom>
          <a:noFill/>
          <a:ln w="12700"/>
          <a:effectLst/>
        </p:spPr>
        <p:style>
          <a:lnRef idx="1">
            <a:schemeClr val="accent1"/>
          </a:lnRef>
          <a:fillRef idx="3">
            <a:schemeClr val="accent1"/>
          </a:fillRef>
          <a:effectRef idx="2">
            <a:schemeClr val="accent1"/>
          </a:effectRef>
          <a:fontRef idx="minor">
            <a:schemeClr val="lt1"/>
          </a:fontRef>
        </p:style>
      </p:cxnSp>
      <p:cxnSp>
        <p:nvCxnSpPr>
          <p:cNvPr id="11" name="Straight Connector 10"/>
          <p:cNvCxnSpPr/>
          <p:nvPr userDrawn="1"/>
        </p:nvCxnSpPr>
        <p:spPr>
          <a:xfrm>
            <a:off x="324891" y="2323327"/>
            <a:ext cx="8476683" cy="0"/>
          </a:xfrm>
          <a:prstGeom prst="line">
            <a:avLst/>
          </a:prstGeom>
          <a:noFill/>
          <a:ln w="12700"/>
          <a:effectLst/>
        </p:spPr>
        <p:style>
          <a:lnRef idx="1">
            <a:schemeClr val="accent1"/>
          </a:lnRef>
          <a:fillRef idx="3">
            <a:schemeClr val="accent1"/>
          </a:fillRef>
          <a:effectRef idx="2">
            <a:schemeClr val="accent1"/>
          </a:effectRef>
          <a:fontRef idx="minor">
            <a:schemeClr val="lt1"/>
          </a:fontRef>
        </p:style>
      </p:cxnSp>
      <p:cxnSp>
        <p:nvCxnSpPr>
          <p:cNvPr id="13" name="Straight Connector 12"/>
          <p:cNvCxnSpPr/>
          <p:nvPr userDrawn="1"/>
        </p:nvCxnSpPr>
        <p:spPr>
          <a:xfrm>
            <a:off x="324891" y="5719716"/>
            <a:ext cx="8476683" cy="0"/>
          </a:xfrm>
          <a:prstGeom prst="line">
            <a:avLst/>
          </a:prstGeom>
          <a:noFill/>
          <a:ln w="12700"/>
          <a:effectLst/>
        </p:spPr>
        <p:style>
          <a:lnRef idx="1">
            <a:schemeClr val="accent1"/>
          </a:lnRef>
          <a:fillRef idx="3">
            <a:schemeClr val="accent1"/>
          </a:fillRef>
          <a:effectRef idx="2">
            <a:schemeClr val="accent1"/>
          </a:effectRef>
          <a:fontRef idx="minor">
            <a:schemeClr val="lt1"/>
          </a:fontRef>
        </p:style>
      </p:cxnSp>
      <p:cxnSp>
        <p:nvCxnSpPr>
          <p:cNvPr id="14" name="Straight Connector 13"/>
          <p:cNvCxnSpPr/>
          <p:nvPr userDrawn="1"/>
        </p:nvCxnSpPr>
        <p:spPr>
          <a:xfrm>
            <a:off x="4518929" y="462696"/>
            <a:ext cx="0" cy="6093813"/>
          </a:xfrm>
          <a:prstGeom prst="line">
            <a:avLst/>
          </a:prstGeom>
          <a:noFill/>
          <a:ln w="12700">
            <a:solidFill>
              <a:schemeClr val="accent3"/>
            </a:solidFill>
          </a:ln>
          <a:effectLst/>
        </p:spPr>
        <p:style>
          <a:lnRef idx="1">
            <a:schemeClr val="accent1"/>
          </a:lnRef>
          <a:fillRef idx="3">
            <a:schemeClr val="accent1"/>
          </a:fillRef>
          <a:effectRef idx="2">
            <a:schemeClr val="accent1"/>
          </a:effectRef>
          <a:fontRef idx="minor">
            <a:schemeClr val="lt1"/>
          </a:fontRef>
        </p:style>
      </p:cxnSp>
      <p:cxnSp>
        <p:nvCxnSpPr>
          <p:cNvPr id="15" name="Straight Connector 14"/>
          <p:cNvCxnSpPr/>
          <p:nvPr userDrawn="1"/>
        </p:nvCxnSpPr>
        <p:spPr>
          <a:xfrm>
            <a:off x="4629687" y="462696"/>
            <a:ext cx="0" cy="6093813"/>
          </a:xfrm>
          <a:prstGeom prst="line">
            <a:avLst/>
          </a:prstGeom>
          <a:noFill/>
          <a:ln w="12700">
            <a:solidFill>
              <a:schemeClr val="accent3"/>
            </a:solidFill>
          </a:ln>
          <a:effectLst/>
        </p:spPr>
        <p:style>
          <a:lnRef idx="1">
            <a:schemeClr val="accent1"/>
          </a:lnRef>
          <a:fillRef idx="3">
            <a:schemeClr val="accent1"/>
          </a:fillRef>
          <a:effectRef idx="2">
            <a:schemeClr val="accent1"/>
          </a:effectRef>
          <a:fontRef idx="minor">
            <a:schemeClr val="lt1"/>
          </a:fontRef>
        </p:style>
      </p:cxnSp>
      <p:grpSp>
        <p:nvGrpSpPr>
          <p:cNvPr id="16" name="Group 15"/>
          <p:cNvGrpSpPr/>
          <p:nvPr userDrawn="1"/>
        </p:nvGrpSpPr>
        <p:grpSpPr>
          <a:xfrm>
            <a:off x="945136" y="462696"/>
            <a:ext cx="2975700" cy="6093813"/>
            <a:chOff x="945136" y="347022"/>
            <a:chExt cx="2975700" cy="4570360"/>
          </a:xfrm>
        </p:grpSpPr>
        <p:cxnSp>
          <p:nvCxnSpPr>
            <p:cNvPr id="17" name="Straight Connector 16"/>
            <p:cNvCxnSpPr/>
            <p:nvPr/>
          </p:nvCxnSpPr>
          <p:spPr>
            <a:xfrm>
              <a:off x="945136"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18" name="Straight Connector 17"/>
            <p:cNvCxnSpPr/>
            <p:nvPr/>
          </p:nvCxnSpPr>
          <p:spPr>
            <a:xfrm>
              <a:off x="1055894"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19" name="Straight Connector 18"/>
            <p:cNvCxnSpPr/>
            <p:nvPr/>
          </p:nvCxnSpPr>
          <p:spPr>
            <a:xfrm>
              <a:off x="1653988"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0" name="Straight Connector 19"/>
            <p:cNvCxnSpPr/>
            <p:nvPr/>
          </p:nvCxnSpPr>
          <p:spPr>
            <a:xfrm>
              <a:off x="1764746"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1" name="Straight Connector 20"/>
            <p:cNvCxnSpPr/>
            <p:nvPr/>
          </p:nvCxnSpPr>
          <p:spPr>
            <a:xfrm>
              <a:off x="2377607"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2" name="Straight Connector 21"/>
            <p:cNvCxnSpPr/>
            <p:nvPr/>
          </p:nvCxnSpPr>
          <p:spPr>
            <a:xfrm>
              <a:off x="2488365"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3" name="Straight Connector 22"/>
            <p:cNvCxnSpPr/>
            <p:nvPr/>
          </p:nvCxnSpPr>
          <p:spPr>
            <a:xfrm>
              <a:off x="3086459"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4" name="Straight Connector 23"/>
            <p:cNvCxnSpPr/>
            <p:nvPr/>
          </p:nvCxnSpPr>
          <p:spPr>
            <a:xfrm>
              <a:off x="3197217"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5" name="Straight Connector 24"/>
            <p:cNvCxnSpPr/>
            <p:nvPr/>
          </p:nvCxnSpPr>
          <p:spPr>
            <a:xfrm>
              <a:off x="3810078"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6" name="Straight Connector 25"/>
            <p:cNvCxnSpPr/>
            <p:nvPr/>
          </p:nvCxnSpPr>
          <p:spPr>
            <a:xfrm>
              <a:off x="3920836"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grpSp>
      <p:grpSp>
        <p:nvGrpSpPr>
          <p:cNvPr id="27" name="Group 26"/>
          <p:cNvGrpSpPr/>
          <p:nvPr userDrawn="1"/>
        </p:nvGrpSpPr>
        <p:grpSpPr>
          <a:xfrm>
            <a:off x="5227781" y="462696"/>
            <a:ext cx="2975700" cy="6093813"/>
            <a:chOff x="945136" y="347022"/>
            <a:chExt cx="2975700" cy="4570360"/>
          </a:xfrm>
        </p:grpSpPr>
        <p:cxnSp>
          <p:nvCxnSpPr>
            <p:cNvPr id="28" name="Straight Connector 27"/>
            <p:cNvCxnSpPr/>
            <p:nvPr/>
          </p:nvCxnSpPr>
          <p:spPr>
            <a:xfrm>
              <a:off x="945136"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29" name="Straight Connector 28"/>
            <p:cNvCxnSpPr/>
            <p:nvPr/>
          </p:nvCxnSpPr>
          <p:spPr>
            <a:xfrm>
              <a:off x="1055894"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0" name="Straight Connector 29"/>
            <p:cNvCxnSpPr/>
            <p:nvPr/>
          </p:nvCxnSpPr>
          <p:spPr>
            <a:xfrm>
              <a:off x="1653988"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1" name="Straight Connector 30"/>
            <p:cNvCxnSpPr/>
            <p:nvPr/>
          </p:nvCxnSpPr>
          <p:spPr>
            <a:xfrm>
              <a:off x="1764746"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2" name="Straight Connector 31"/>
            <p:cNvCxnSpPr/>
            <p:nvPr/>
          </p:nvCxnSpPr>
          <p:spPr>
            <a:xfrm>
              <a:off x="2377607"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3" name="Straight Connector 32"/>
            <p:cNvCxnSpPr/>
            <p:nvPr/>
          </p:nvCxnSpPr>
          <p:spPr>
            <a:xfrm>
              <a:off x="2488365"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4" name="Straight Connector 33"/>
            <p:cNvCxnSpPr/>
            <p:nvPr/>
          </p:nvCxnSpPr>
          <p:spPr>
            <a:xfrm>
              <a:off x="3086459"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5" name="Straight Connector 34"/>
            <p:cNvCxnSpPr/>
            <p:nvPr/>
          </p:nvCxnSpPr>
          <p:spPr>
            <a:xfrm>
              <a:off x="3197217"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6" name="Straight Connector 35"/>
            <p:cNvCxnSpPr/>
            <p:nvPr/>
          </p:nvCxnSpPr>
          <p:spPr>
            <a:xfrm>
              <a:off x="3810078"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37" name="Straight Connector 36"/>
            <p:cNvCxnSpPr/>
            <p:nvPr/>
          </p:nvCxnSpPr>
          <p:spPr>
            <a:xfrm>
              <a:off x="3920836" y="347022"/>
              <a:ext cx="0" cy="4570360"/>
            </a:xfrm>
            <a:prstGeom prst="line">
              <a:avLst/>
            </a:prstGeom>
            <a:noFill/>
            <a:ln w="3175">
              <a:solidFill>
                <a:schemeClr val="accent6"/>
              </a:solidFill>
            </a:ln>
            <a:effectLst/>
          </p:spPr>
          <p:style>
            <a:lnRef idx="1">
              <a:schemeClr val="accent1"/>
            </a:lnRef>
            <a:fillRef idx="3">
              <a:schemeClr val="accent1"/>
            </a:fillRef>
            <a:effectRef idx="2">
              <a:schemeClr val="accent1"/>
            </a:effectRef>
            <a:fontRef idx="minor">
              <a:schemeClr val="lt1"/>
            </a:fontRef>
          </p:style>
        </p:cxnSp>
      </p:grpSp>
      <p:sp>
        <p:nvSpPr>
          <p:cNvPr id="3" name="Subtitle 2"/>
          <p:cNvSpPr>
            <a:spLocks noGrp="1"/>
          </p:cNvSpPr>
          <p:nvPr>
            <p:ph type="subTitle" idx="1"/>
          </p:nvPr>
        </p:nvSpPr>
        <p:spPr>
          <a:xfrm>
            <a:off x="331470" y="749808"/>
            <a:ext cx="8229600" cy="502701"/>
          </a:xfrm>
          <a:prstGeom prst="rect">
            <a:avLst/>
          </a:prstGeom>
        </p:spPr>
        <p:txBody>
          <a:bodyPr wrap="square">
            <a:noAutofit/>
          </a:bodyPr>
          <a:lstStyle>
            <a:lvl1pPr marL="0" indent="0" algn="l">
              <a:lnSpc>
                <a:spcPts val="3000"/>
              </a:lnSpc>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7" name="Title 6"/>
          <p:cNvSpPr>
            <a:spLocks noGrp="1"/>
          </p:cNvSpPr>
          <p:nvPr>
            <p:ph type="title"/>
          </p:nvPr>
        </p:nvSpPr>
        <p:spPr>
          <a:xfrm>
            <a:off x="331470" y="360198"/>
            <a:ext cx="8229600" cy="523220"/>
          </a:xfrm>
        </p:spPr>
        <p:txBody>
          <a:bodyPr wrap="square">
            <a:noAutofit/>
          </a:bodyPr>
          <a:lstStyle/>
          <a:p>
            <a:r>
              <a:rPr lang="en-US" noProof="0"/>
              <a:t>Click to edit Master title style</a:t>
            </a:r>
          </a:p>
        </p:txBody>
      </p:sp>
      <p:sp>
        <p:nvSpPr>
          <p:cNvPr id="6" name="Text Placeholder 5"/>
          <p:cNvSpPr>
            <a:spLocks noGrp="1"/>
          </p:cNvSpPr>
          <p:nvPr>
            <p:ph type="body" sz="quarter" idx="10"/>
          </p:nvPr>
        </p:nvSpPr>
        <p:spPr>
          <a:xfrm>
            <a:off x="331200" y="1746504"/>
            <a:ext cx="8042400" cy="4027200"/>
          </a:xfrm>
        </p:spPr>
        <p:txBody>
          <a:bodyPr wrap="square">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8" name="Slide Number Placeholder 2"/>
          <p:cNvSpPr>
            <a:spLocks noGrp="1"/>
          </p:cNvSpPr>
          <p:nvPr>
            <p:ph type="sldNum" sz="quarter" idx="4"/>
          </p:nvPr>
        </p:nvSpPr>
        <p:spPr>
          <a:xfrm>
            <a:off x="348905" y="6328800"/>
            <a:ext cx="182186" cy="166427"/>
          </a:xfrm>
          <a:prstGeom prst="rect">
            <a:avLst/>
          </a:prstGeom>
          <a:noFill/>
        </p:spPr>
        <p:txBody>
          <a:bodyPr wrap="square" lIns="0" tIns="0" rIns="0" bIns="0" rtlCol="0" anchor="t" anchorCtr="0">
            <a:noAutofit/>
          </a:bodyPr>
          <a:lstStyle>
            <a:lvl1pPr>
              <a:defRPr lang="en-US" sz="700" smtClean="0">
                <a:solidFill>
                  <a:srgbClr val="C2C2C2"/>
                </a:solidFill>
                <a:latin typeface="Futura Bk"/>
              </a:defRPr>
            </a:lvl1pPr>
          </a:lstStyle>
          <a:p>
            <a:pPr marL="190800" indent="-190800">
              <a:lnSpc>
                <a:spcPts val="1000"/>
              </a:lnSpc>
            </a:pPr>
            <a:fld id="{33088DE5-1DDF-C242-AF39-BA25983D68D6}" type="slidenum">
              <a:rPr lang="en-US" noProof="0" smtClean="0"/>
              <a:pPr marL="190800" indent="-190800">
                <a:lnSpc>
                  <a:spcPts val="1000"/>
                </a:lnSpc>
              </a:pPr>
              <a:t>‹#›</a:t>
            </a:fld>
            <a:endParaRPr lang="en-US" noProof="0" dirty="0"/>
          </a:p>
        </p:txBody>
      </p:sp>
    </p:spTree>
    <p:extLst>
      <p:ext uri="{BB962C8B-B14F-4D97-AF65-F5344CB8AC3E}">
        <p14:creationId xmlns:p14="http://schemas.microsoft.com/office/powerpoint/2010/main" val="4244959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9" Type="http://schemas.openxmlformats.org/officeDocument/2006/relationships/image" Target="../media/image2.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358181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3" r:id="rId3"/>
    <p:sldLayoutId id="2147483659" r:id="rId4"/>
    <p:sldLayoutId id="2147483661" r:id="rId5"/>
    <p:sldLayoutId id="2147483663" r:id="rId6"/>
    <p:sldLayoutId id="2147483665" r:id="rId7"/>
    <p:sldLayoutId id="2147483667" r:id="rId8"/>
    <p:sldLayoutId id="2147483669" r:id="rId9"/>
    <p:sldLayoutId id="2147483657" r:id="rId10"/>
    <p:sldLayoutId id="2147483702" r:id="rId11"/>
    <p:sldLayoutId id="2147483737" r:id="rId12"/>
    <p:sldLayoutId id="2147483738" r:id="rId13"/>
    <p:sldLayoutId id="2147483704" r:id="rId14"/>
    <p:sldLayoutId id="2147483740" r:id="rId15"/>
    <p:sldLayoutId id="2147483708" r:id="rId16"/>
    <p:sldLayoutId id="2147483739" r:id="rId17"/>
    <p:sldLayoutId id="2147483706" r:id="rId18"/>
    <p:sldLayoutId id="2147483747" r:id="rId19"/>
    <p:sldLayoutId id="2147483748" r:id="rId20"/>
    <p:sldLayoutId id="2147483749" r:id="rId21"/>
    <p:sldLayoutId id="2147483751" r:id="rId22"/>
    <p:sldLayoutId id="2147483752" r:id="rId23"/>
  </p:sldLayoutIdLst>
  <p:hf hdr="0" ftr="0" dt="0"/>
  <p:txStyles>
    <p:titleStyle>
      <a:lvl1pPr algn="l" defTabSz="457200" rtl="0" eaLnBrk="1" latinLnBrk="0" hangingPunct="1">
        <a:spcBef>
          <a:spcPct val="0"/>
        </a:spcBef>
        <a:buNone/>
        <a:defRPr lang="en-GB" sz="4000" kern="1200" dirty="0" smtClean="0">
          <a:solidFill>
            <a:schemeClr val="bg1"/>
          </a:solidFill>
          <a:latin typeface="Futura Hv"/>
          <a:ea typeface="+mj-ea"/>
          <a:cs typeface="Futura"/>
        </a:defRPr>
      </a:lvl1pPr>
    </p:titleStyle>
    <p:bodyStyle>
      <a:lvl1pPr marL="177800" indent="-177800" algn="l" defTabSz="457200" rtl="0" eaLnBrk="1" latinLnBrk="0" hangingPunct="1">
        <a:lnSpc>
          <a:spcPts val="2500"/>
        </a:lnSpc>
        <a:spcBef>
          <a:spcPts val="0"/>
        </a:spcBef>
        <a:buSzPct val="100000"/>
        <a:buFont typeface="Lucida Grande"/>
        <a:buChar char="•"/>
        <a:defRPr sz="1800" kern="1200">
          <a:solidFill>
            <a:srgbClr val="FFFFFF"/>
          </a:solidFill>
          <a:latin typeface="Futura Bk"/>
          <a:ea typeface="+mn-ea"/>
          <a:cs typeface="+mn-cs"/>
        </a:defRPr>
      </a:lvl1pPr>
      <a:lvl2pPr marL="357188" indent="-179388" algn="l" defTabSz="457200" rtl="0" eaLnBrk="1" latinLnBrk="0" hangingPunct="1">
        <a:lnSpc>
          <a:spcPts val="2500"/>
        </a:lnSpc>
        <a:spcBef>
          <a:spcPts val="0"/>
        </a:spcBef>
        <a:buSzPct val="120000"/>
        <a:buFont typeface="Arial"/>
        <a:buChar char="–"/>
        <a:defRPr sz="1400" kern="1200">
          <a:solidFill>
            <a:srgbClr val="FFFFFF"/>
          </a:solidFill>
          <a:latin typeface="Futura Bk"/>
          <a:ea typeface="+mn-ea"/>
          <a:cs typeface="+mn-cs"/>
        </a:defRPr>
      </a:lvl2pPr>
      <a:lvl3pPr marL="635000" indent="-192088" algn="l" defTabSz="457200" rtl="0" eaLnBrk="1" latinLnBrk="0" hangingPunct="1">
        <a:lnSpc>
          <a:spcPts val="2500"/>
        </a:lnSpc>
        <a:spcBef>
          <a:spcPts val="0"/>
        </a:spcBef>
        <a:buFont typeface="Arial"/>
        <a:buChar char="•"/>
        <a:defRPr sz="1800" kern="1200">
          <a:solidFill>
            <a:srgbClr val="FFFFFF"/>
          </a:solidFill>
          <a:latin typeface="Futura Bk"/>
          <a:ea typeface="+mn-ea"/>
          <a:cs typeface="+mn-cs"/>
        </a:defRPr>
      </a:lvl3pPr>
      <a:lvl4pPr marL="0" indent="0" algn="l" defTabSz="457200" rtl="0" eaLnBrk="1" latinLnBrk="0" hangingPunct="1">
        <a:lnSpc>
          <a:spcPts val="2500"/>
        </a:lnSpc>
        <a:spcBef>
          <a:spcPts val="0"/>
        </a:spcBef>
        <a:buFont typeface="Arial"/>
        <a:buNone/>
        <a:defRPr lang="en-US" sz="1800" kern="1200" dirty="0" smtClean="0">
          <a:solidFill>
            <a:srgbClr val="FFFFFF"/>
          </a:solidFill>
          <a:latin typeface="Futura Bk"/>
          <a:ea typeface="+mn-ea"/>
          <a:cs typeface="+mn-cs"/>
        </a:defRPr>
      </a:lvl4pPr>
      <a:lvl5pPr marL="628650" indent="-185738" algn="l" defTabSz="457200" rtl="0" eaLnBrk="1" latinLnBrk="0" hangingPunct="1">
        <a:lnSpc>
          <a:spcPts val="2500"/>
        </a:lnSpc>
        <a:spcBef>
          <a:spcPts val="0"/>
        </a:spcBef>
        <a:buFont typeface="Arial"/>
        <a:buChar char="»"/>
        <a:defRPr sz="1800" kern="1200">
          <a:solidFill>
            <a:srgbClr val="FFFFFF"/>
          </a:solidFill>
          <a:latin typeface="Futura B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1470" y="360198"/>
            <a:ext cx="8229600" cy="523220"/>
          </a:xfrm>
          <a:prstGeom prst="rect">
            <a:avLst/>
          </a:prstGeom>
          <a:ln>
            <a:noFill/>
          </a:ln>
        </p:spPr>
        <p:txBody>
          <a:bodyPr vert="horz" wrap="square" lIns="0" tIns="0" rIns="0" bIns="0" rtlCol="0" anchor="t" anchorCtr="0">
            <a:noAutofit/>
          </a:bodyPr>
          <a:lstStyle/>
          <a:p>
            <a:r>
              <a:rPr lang="en-US" noProof="0" dirty="0"/>
              <a:t>Click to edit Master title style</a:t>
            </a:r>
          </a:p>
        </p:txBody>
      </p:sp>
      <p:sp>
        <p:nvSpPr>
          <p:cNvPr id="7" name="Text Placeholder 6"/>
          <p:cNvSpPr>
            <a:spLocks noGrp="1"/>
          </p:cNvSpPr>
          <p:nvPr>
            <p:ph type="body" idx="1"/>
          </p:nvPr>
        </p:nvSpPr>
        <p:spPr>
          <a:xfrm>
            <a:off x="330201" y="1944572"/>
            <a:ext cx="8042123" cy="4028888"/>
          </a:xfrm>
          <a:prstGeom prst="rect">
            <a:avLst/>
          </a:prstGeom>
        </p:spPr>
        <p:txBody>
          <a:bodyPr vert="horz" wrap="square"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9" name="Picture 8" descr="hp_white.wmf"/>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8375292" y="6140143"/>
            <a:ext cx="411480" cy="411480"/>
          </a:xfrm>
          <a:prstGeom prst="rect">
            <a:avLst/>
          </a:prstGeom>
        </p:spPr>
      </p:pic>
      <p:sp>
        <p:nvSpPr>
          <p:cNvPr id="8" name="Footer Placeholder 2"/>
          <p:cNvSpPr txBox="1">
            <a:spLocks/>
          </p:cNvSpPr>
          <p:nvPr userDrawn="1"/>
        </p:nvSpPr>
        <p:spPr>
          <a:xfrm>
            <a:off x="536401" y="6328800"/>
            <a:ext cx="3363729" cy="337415"/>
          </a:xfrm>
          <a:prstGeom prst="rect">
            <a:avLst/>
          </a:prstGeom>
          <a:noFill/>
        </p:spPr>
        <p:txBody>
          <a:bodyPr wrap="square" lIns="0" tIns="0" rIns="0" bIns="0" rtlCol="0" anchor="t" anchorCtr="0">
            <a:noAutofit/>
          </a:bodyPr>
          <a:lstStyle>
            <a:defPPr>
              <a:defRPr lang="en-US"/>
            </a:defPPr>
            <a:lvl1pPr marL="0" indent="0" algn="l" defTabSz="457200" rtl="0" eaLnBrk="1" latinLnBrk="0" hangingPunct="1">
              <a:defRPr lang="en-US" sz="700" kern="1200" dirty="0">
                <a:solidFill>
                  <a:srgbClr val="C2C2C2"/>
                </a:solidFill>
                <a:latin typeface="Futura Bk"/>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000"/>
              </a:lnSpc>
            </a:pPr>
            <a:r>
              <a:rPr lang="en-US" dirty="0"/>
              <a:t>  </a:t>
            </a:r>
          </a:p>
        </p:txBody>
      </p:sp>
    </p:spTree>
    <p:extLst>
      <p:ext uri="{BB962C8B-B14F-4D97-AF65-F5344CB8AC3E}">
        <p14:creationId xmlns:p14="http://schemas.microsoft.com/office/powerpoint/2010/main" val="2606275834"/>
      </p:ext>
    </p:extLst>
  </p:cSld>
  <p:clrMap bg1="lt1" tx1="dk1" bg2="lt2" tx2="dk2" accent1="accent1" accent2="accent2" accent3="accent3" accent4="accent4" accent5="accent5" accent6="accent6" hlink="hlink" folHlink="folHlink"/>
  <p:sldLayoutIdLst>
    <p:sldLayoutId id="2147483673" r:id="rId1"/>
    <p:sldLayoutId id="2147483687" r:id="rId2"/>
    <p:sldLayoutId id="2147483689" r:id="rId3"/>
    <p:sldLayoutId id="2147483696" r:id="rId4"/>
    <p:sldLayoutId id="2147483698" r:id="rId5"/>
    <p:sldLayoutId id="2147483700" r:id="rId6"/>
    <p:sldLayoutId id="2147483722" r:id="rId7"/>
  </p:sldLayoutIdLst>
  <p:hf hdr="0" ftr="0" dt="0"/>
  <p:txStyles>
    <p:titleStyle>
      <a:lvl1pPr algn="l" defTabSz="457200" rtl="0" eaLnBrk="1" latinLnBrk="0" hangingPunct="1">
        <a:lnSpc>
          <a:spcPts val="3000"/>
        </a:lnSpc>
        <a:spcBef>
          <a:spcPct val="0"/>
        </a:spcBef>
        <a:spcAft>
          <a:spcPts val="0"/>
        </a:spcAft>
        <a:buNone/>
        <a:defRPr lang="en-GB" sz="2800" kern="1200" dirty="0" smtClean="0">
          <a:solidFill>
            <a:schemeClr val="bg1"/>
          </a:solidFill>
          <a:latin typeface="Futura Hv"/>
          <a:ea typeface="+mj-ea"/>
          <a:cs typeface="Futura"/>
        </a:defRPr>
      </a:lvl1pPr>
    </p:titleStyle>
    <p:bodyStyle>
      <a:lvl1pPr marL="0" indent="0" algn="l" defTabSz="457200" rtl="0" eaLnBrk="1" latinLnBrk="0" hangingPunct="1">
        <a:lnSpc>
          <a:spcPct val="120000"/>
        </a:lnSpc>
        <a:spcBef>
          <a:spcPts val="0"/>
        </a:spcBef>
        <a:spcAft>
          <a:spcPts val="140"/>
        </a:spcAft>
        <a:buSzPct val="100000"/>
        <a:buFont typeface="Arial"/>
        <a:buNone/>
        <a:defRPr sz="1800" kern="1200">
          <a:solidFill>
            <a:schemeClr val="bg1"/>
          </a:solidFill>
          <a:latin typeface="Futura Bk"/>
          <a:ea typeface="+mn-ea"/>
          <a:cs typeface="+mn-cs"/>
        </a:defRPr>
      </a:lvl1pPr>
      <a:lvl2pPr marL="165100" indent="-165100" algn="l" defTabSz="430213" rtl="0" eaLnBrk="1" latinLnBrk="0" hangingPunct="1">
        <a:lnSpc>
          <a:spcPct val="120000"/>
        </a:lnSpc>
        <a:spcBef>
          <a:spcPts val="0"/>
        </a:spcBef>
        <a:spcAft>
          <a:spcPts val="140"/>
        </a:spcAft>
        <a:buSzPct val="100000"/>
        <a:buFont typeface="Lucida Grande"/>
        <a:buChar char="•"/>
        <a:defRPr sz="1800" kern="1200">
          <a:solidFill>
            <a:schemeClr val="bg1"/>
          </a:solidFill>
          <a:latin typeface="Futura Bk"/>
          <a:ea typeface="+mn-ea"/>
          <a:cs typeface="+mn-cs"/>
        </a:defRPr>
      </a:lvl2pPr>
      <a:lvl3pPr marL="300038" indent="-125413" algn="l" defTabSz="457200" rtl="0" eaLnBrk="1" latinLnBrk="0" hangingPunct="1">
        <a:lnSpc>
          <a:spcPct val="120000"/>
        </a:lnSpc>
        <a:spcBef>
          <a:spcPts val="0"/>
        </a:spcBef>
        <a:spcAft>
          <a:spcPts val="140"/>
        </a:spcAft>
        <a:buFont typeface="Lucida Grande"/>
        <a:buChar char="–"/>
        <a:defRPr sz="1400" kern="1200">
          <a:solidFill>
            <a:schemeClr val="bg1"/>
          </a:solidFill>
          <a:latin typeface="Futura Bk"/>
          <a:ea typeface="+mn-ea"/>
          <a:cs typeface="+mn-cs"/>
        </a:defRPr>
      </a:lvl3pPr>
      <a:lvl4pPr marL="409575" indent="-123825" algn="l" defTabSz="457200" rtl="0" eaLnBrk="1" latinLnBrk="0" hangingPunct="1">
        <a:lnSpc>
          <a:spcPct val="120000"/>
        </a:lnSpc>
        <a:spcBef>
          <a:spcPts val="0"/>
        </a:spcBef>
        <a:spcAft>
          <a:spcPts val="140"/>
        </a:spcAft>
        <a:buSzPct val="80000"/>
        <a:buFont typeface="Courier New"/>
        <a:buChar char="o"/>
        <a:defRPr lang="en-US" sz="1400" kern="1200" dirty="0" smtClean="0">
          <a:solidFill>
            <a:schemeClr val="bg1"/>
          </a:solidFill>
          <a:latin typeface="Futura Bk"/>
          <a:ea typeface="+mn-ea"/>
          <a:cs typeface="+mn-cs"/>
        </a:defRPr>
      </a:lvl4pPr>
      <a:lvl5pPr marL="409575" indent="0" algn="l" defTabSz="457200" rtl="0" eaLnBrk="1" latinLnBrk="0" hangingPunct="1">
        <a:lnSpc>
          <a:spcPct val="120000"/>
        </a:lnSpc>
        <a:spcBef>
          <a:spcPts val="0"/>
        </a:spcBef>
        <a:spcAft>
          <a:spcPts val="140"/>
        </a:spcAft>
        <a:buFont typeface="Arial"/>
        <a:buNone/>
        <a:tabLst/>
        <a:defRPr sz="1400" kern="1200">
          <a:solidFill>
            <a:schemeClr val="bg1"/>
          </a:solidFill>
          <a:latin typeface="Futura Bk"/>
          <a:ea typeface="+mn-ea"/>
          <a:cs typeface="+mn-cs"/>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iranda.mowbray@bristol.ac.uk" TargetMode="External"/><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hyperlink" Target="https://collections.ushmm.org/search/catalog/irn521586" TargetMode="External"/><Relationship Id="rId5" Type="http://schemas.openxmlformats.org/officeDocument/2006/relationships/hyperlink" Target="https://en.wikipedia.org/wiki/Ren%C3%A9_Carmille#/media/File:Carmille.jpg" TargetMode="External"/><Relationship Id="rId4" Type="http://schemas.openxmlformats.org/officeDocument/2006/relationships/image" Target="../media/image1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hyperlink" Target="http://www.ico.org.uk/" TargetMode="External"/><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hyperlink" Target="https://ico.org.uk/for-organisations/uk-gdpr-guidance-and-resources/accountability-and-governance/data-protection-impact-assessments-dpias/how-do-we-do-a-dpia/" TargetMode="External"/><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hyperlink" Target="https://xkcd.com/2044" TargetMode="External"/><Relationship Id="rId2" Type="http://schemas.openxmlformats.org/officeDocument/2006/relationships/notesSlide" Target="../notesSlides/notesSlide17.xml"/><Relationship Id="rId1" Type="http://schemas.openxmlformats.org/officeDocument/2006/relationships/slideLayout" Target="../slideLayouts/slideLayout2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2.xml"/><Relationship Id="rId4" Type="http://schemas.openxmlformats.org/officeDocument/2006/relationships/image" Target="../media/image20.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4.xml"/><Relationship Id="rId1" Type="http://schemas.openxmlformats.org/officeDocument/2006/relationships/slideLayout" Target="../slideLayouts/slideLayout2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2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hyperlink" Target="mailto:miranda.mowbray@bristol.ac.uk" TargetMode="External"/><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3.xml"/><Relationship Id="rId6" Type="http://schemas.openxmlformats.org/officeDocument/2006/relationships/image" Target="../media/image28.jpg"/><Relationship Id="rId5" Type="http://schemas.openxmlformats.org/officeDocument/2006/relationships/hyperlink" Target="https://www.flickr.com/photos/shacharabiry/" TargetMode="Externa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hyperlink" Target="http://www.ico.org.uk/" TargetMode="External"/><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8" Type="http://schemas.openxmlformats.org/officeDocument/2006/relationships/hyperlink" Target="https://ico.org.uk/for-organisations/uk-gdpr-guidance-and-resources/accountability-and-governance/data-protection-impact-assessments-dpias/how-do-we-do-a-dpia/" TargetMode="External"/><Relationship Id="rId3" Type="http://schemas.openxmlformats.org/officeDocument/2006/relationships/hyperlink" Target="https://www.legislation.gov.uk/eur/2016/679/contents" TargetMode="External"/><Relationship Id="rId7" Type="http://schemas.openxmlformats.org/officeDocument/2006/relationships/hyperlink" Target="https://ico.org.uk/for-organisations/uk-gdpr-guidance-and-resources/accountability-and-governance/data-protection-impact-assessments-dpias/when-do-we-need-to-do-a-dpia/" TargetMode="External"/><Relationship Id="rId2" Type="http://schemas.openxmlformats.org/officeDocument/2006/relationships/notesSlide" Target="../notesSlides/notesSlide30.xml"/><Relationship Id="rId1" Type="http://schemas.openxmlformats.org/officeDocument/2006/relationships/slideLayout" Target="../slideLayouts/slideLayout22.xml"/><Relationship Id="rId6" Type="http://schemas.openxmlformats.org/officeDocument/2006/relationships/hyperlink" Target="https://ico.org.uk/for-organisations/uk-gdpr-guidance-and-resources/the-research-provisions/what-are-the-appropriate-safeguards/" TargetMode="External"/><Relationship Id="rId5" Type="http://schemas.openxmlformats.org/officeDocument/2006/relationships/hyperlink" Target="http://www.ico.org.uk/" TargetMode="External"/><Relationship Id="rId10" Type="http://schemas.openxmlformats.org/officeDocument/2006/relationships/hyperlink" Target="https://ico.org.uk/for-organisations/uk-gdpr-guidance-and-resources/the-research-provisions/exemptions/" TargetMode="External"/><Relationship Id="rId4" Type="http://schemas.openxmlformats.org/officeDocument/2006/relationships/hyperlink" Target="https://bills.parliament.uk/bills/3825" TargetMode="External"/><Relationship Id="rId9" Type="http://schemas.openxmlformats.org/officeDocument/2006/relationships/hyperlink" Target="https://ico.org.uk/for-organisations/uk-gdpr-guidance-and-resources/artificial-intelligence/guidance-on-ai-and-data-protection/how-do-we-ensure-individual-rights-in-our-ai-systems/?search=DPIA"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arstechnica.com/information-technology/2022/09/artist-finds-private-medical-record-photos-in-popular-ai-training-data-set/" TargetMode="External"/><Relationship Id="rId7" Type="http://schemas.openxmlformats.org/officeDocument/2006/relationships/hyperlink" Target="https://arxiv.org/abs/2409.18025" TargetMode="External"/><Relationship Id="rId2" Type="http://schemas.openxmlformats.org/officeDocument/2006/relationships/notesSlide" Target="../notesSlides/notesSlide31.xml"/><Relationship Id="rId1" Type="http://schemas.openxmlformats.org/officeDocument/2006/relationships/slideLayout" Target="../slideLayouts/slideLayout22.xml"/><Relationship Id="rId6" Type="http://schemas.openxmlformats.org/officeDocument/2006/relationships/hyperlink" Target="https://openreview.net/forum?id=swWF948IiC" TargetMode="External"/><Relationship Id="rId5" Type="http://schemas.openxmlformats.org/officeDocument/2006/relationships/hyperlink" Target="https://ieeexplore.ieee.org/document/9519428" TargetMode="External"/><Relationship Id="rId4" Type="http://schemas.openxmlformats.org/officeDocument/2006/relationships/hyperlink" Target="https://site.spawning.ai/browser-extension"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eb.cs.ucdavis.edu/~koehl/Teaching/ECS089/PDF_files/Kranzberg.pdf" TargetMode="External"/><Relationship Id="rId2" Type="http://schemas.openxmlformats.org/officeDocument/2006/relationships/notesSlide" Target="../notesSlides/notesSlide32.xml"/><Relationship Id="rId1" Type="http://schemas.openxmlformats.org/officeDocument/2006/relationships/slideLayout" Target="../slideLayouts/slideLayout22.xml"/><Relationship Id="rId5" Type="http://schemas.openxmlformats.org/officeDocument/2006/relationships/hyperlink" Target="https://tinyurl.com/s8s5phbm" TargetMode="External"/><Relationship Id="rId4" Type="http://schemas.openxmlformats.org/officeDocument/2006/relationships/hyperlink" Target="https://edition.cnn.com/2026/02/27/tech/anthropic-pentagon-deadline"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crabby-rathbun.github.io/mjrathbun-website/blog/posts/2026-02-11-gatekeeping-in-open-source-the-scott-shambaugh-story.html" TargetMode="External"/><Relationship Id="rId7" Type="http://schemas.openxmlformats.org/officeDocument/2006/relationships/hyperlink" Target="https://xkcd.com/2044" TargetMode="External"/><Relationship Id="rId2" Type="http://schemas.openxmlformats.org/officeDocument/2006/relationships/notesSlide" Target="../notesSlides/notesSlide33.xml"/><Relationship Id="rId1" Type="http://schemas.openxmlformats.org/officeDocument/2006/relationships/slideLayout" Target="../slideLayouts/slideLayout22.xml"/><Relationship Id="rId6" Type="http://schemas.openxmlformats.org/officeDocument/2006/relationships/hyperlink" Target="https://www.bitdefender.com/en-us/blog/labs/helpful-skills-or-hidden-payloads-bitdefender-labs-dives-deep-into-the-openclaw-malicious-skill-trap" TargetMode="External"/><Relationship Id="rId5" Type="http://schemas.openxmlformats.org/officeDocument/2006/relationships/hyperlink" Target="https://x.com/karpathy/status/2017442712388309406" TargetMode="External"/><Relationship Id="rId4" Type="http://schemas.openxmlformats.org/officeDocument/2006/relationships/hyperlink" Target="https://theshamblog.com/an-ai-agent-published-a-hit-piece-on-me-part-3/"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simonwillison.net/2025/Jun/16/the-lethal-trifecta" TargetMode="External"/><Relationship Id="rId2" Type="http://schemas.openxmlformats.org/officeDocument/2006/relationships/notesSlide" Target="../notesSlides/notesSlide34.xml"/><Relationship Id="rId1" Type="http://schemas.openxmlformats.org/officeDocument/2006/relationships/slideLayout" Target="../slideLayouts/slideLayout22.xml"/><Relationship Id="rId6" Type="http://schemas.openxmlformats.org/officeDocument/2006/relationships/hyperlink" Target="https://arxiv.org/abs/2506.08837" TargetMode="External"/><Relationship Id="rId5" Type="http://schemas.openxmlformats.org/officeDocument/2006/relationships/hyperlink" Target="https://arxiv.org/pdf/2602.20021" TargetMode="External"/><Relationship Id="rId4" Type="http://schemas.openxmlformats.org/officeDocument/2006/relationships/hyperlink" Target="https://embracethered.com/blog/"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www.whistleblowers.org/book/" TargetMode="External"/><Relationship Id="rId3" Type="http://schemas.openxmlformats.org/officeDocument/2006/relationships/hyperlink" Target="https://www.nbcnews.com/tech/tech-news/emoji-reactions-cute-addition-facebook-became-headache-rcna3747" TargetMode="External"/><Relationship Id="rId7" Type="http://schemas.openxmlformats.org/officeDocument/2006/relationships/hyperlink" Target="https://www.whistleblowers.org/" TargetMode="External"/><Relationship Id="rId2" Type="http://schemas.openxmlformats.org/officeDocument/2006/relationships/notesSlide" Target="../notesSlides/notesSlide35.xml"/><Relationship Id="rId1" Type="http://schemas.openxmlformats.org/officeDocument/2006/relationships/slideLayout" Target="../slideLayouts/slideLayout22.xml"/><Relationship Id="rId6" Type="http://schemas.openxmlformats.org/officeDocument/2006/relationships/hyperlink" Target="https://whistlebloweraid.org/" TargetMode="External"/><Relationship Id="rId5" Type="http://schemas.openxmlformats.org/officeDocument/2006/relationships/hyperlink" Target="https://protect-advice.org.uk/" TargetMode="External"/><Relationship Id="rId4" Type="http://schemas.openxmlformats.org/officeDocument/2006/relationships/hyperlink" Target="https://www.gov.uk/whistleblowing" TargetMode="External"/><Relationship Id="rId9" Type="http://schemas.openxmlformats.org/officeDocument/2006/relationships/hyperlink" Target="https://www.gov.uk/government/publications/whistleblowing-guidance-and-code-of-practice-for-employer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93E0C2-7BC6-3321-24C3-7A1C2469DE07}"/>
              </a:ext>
            </a:extLst>
          </p:cNvPr>
          <p:cNvSpPr>
            <a:spLocks noGrp="1"/>
          </p:cNvSpPr>
          <p:nvPr>
            <p:ph type="title"/>
          </p:nvPr>
        </p:nvSpPr>
        <p:spPr>
          <a:xfrm>
            <a:off x="457200" y="1756301"/>
            <a:ext cx="8229600" cy="523220"/>
          </a:xfrm>
        </p:spPr>
        <p:txBody>
          <a:bodyPr/>
          <a:lstStyle/>
          <a:p>
            <a:pPr algn="ctr"/>
            <a:r>
              <a:rPr lang="en-US" b="1" dirty="0">
                <a:solidFill>
                  <a:schemeClr val="tx1"/>
                </a:solidFill>
                <a:latin typeface="Arial" panose="020B0604020202020204" pitchFamily="34" charset="0"/>
                <a:cs typeface="Arial" panose="020B0604020202020204" pitchFamily="34" charset="0"/>
              </a:rPr>
              <a:t>Privacy, and rogue AI agents</a:t>
            </a:r>
            <a:endParaRPr lang="en-GB" b="1" dirty="0">
              <a:solidFill>
                <a:schemeClr val="tx1"/>
              </a:solidFill>
              <a:latin typeface="Arial" panose="020B0604020202020204" pitchFamily="34" charset="0"/>
              <a:cs typeface="Arial" panose="020B0604020202020204" pitchFamily="34" charset="0"/>
            </a:endParaRPr>
          </a:p>
        </p:txBody>
      </p:sp>
      <p:sp>
        <p:nvSpPr>
          <p:cNvPr id="7" name="Subtitle 6">
            <a:extLst>
              <a:ext uri="{FF2B5EF4-FFF2-40B4-BE49-F238E27FC236}">
                <a16:creationId xmlns:a16="http://schemas.microsoft.com/office/drawing/2014/main" id="{64BFF2CB-2695-D3EF-BC77-C3AEFA053772}"/>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endParaRPr lang="en-GB" dirty="0"/>
          </a:p>
        </p:txBody>
      </p:sp>
      <p:sp>
        <p:nvSpPr>
          <p:cNvPr id="9" name="Text Placeholder 8">
            <a:extLst>
              <a:ext uri="{FF2B5EF4-FFF2-40B4-BE49-F238E27FC236}">
                <a16:creationId xmlns:a16="http://schemas.microsoft.com/office/drawing/2014/main" id="{F42FB1E8-9353-C597-9974-BE92AAC5DB0F}"/>
              </a:ext>
              <a:ext uri="{C183D7F6-B498-43B3-948B-1728B52AA6E4}">
                <adec:decorative xmlns:adec="http://schemas.microsoft.com/office/drawing/2017/decorative" val="1"/>
              </a:ext>
            </a:extLst>
          </p:cNvPr>
          <p:cNvSpPr>
            <a:spLocks noGrp="1"/>
          </p:cNvSpPr>
          <p:nvPr>
            <p:ph type="body" sz="quarter" idx="14"/>
          </p:nvPr>
        </p:nvSpPr>
        <p:spPr>
          <a:xfrm>
            <a:off x="331470" y="2280174"/>
            <a:ext cx="8466436" cy="3936485"/>
          </a:xfrm>
        </p:spPr>
        <p:txBody>
          <a:bodyPr/>
          <a:lstStyle/>
          <a:p>
            <a:pPr marL="0" indent="0">
              <a:buNone/>
            </a:pPr>
            <a:r>
              <a:rPr lang="en-US" dirty="0"/>
              <a:t> </a:t>
            </a:r>
            <a:endParaRPr lang="en-GB" dirty="0"/>
          </a:p>
        </p:txBody>
      </p:sp>
      <p:sp>
        <p:nvSpPr>
          <p:cNvPr id="4" name="Rectangle 3"/>
          <p:cNvSpPr/>
          <p:nvPr/>
        </p:nvSpPr>
        <p:spPr>
          <a:xfrm>
            <a:off x="-125730" y="3269960"/>
            <a:ext cx="9143999" cy="1754326"/>
          </a:xfrm>
          <a:prstGeom prst="rect">
            <a:avLst/>
          </a:prstGeom>
        </p:spPr>
        <p:txBody>
          <a:bodyPr wrap="square">
            <a:spAutoFit/>
          </a:bodyPr>
          <a:lstStyle/>
          <a:p>
            <a:pPr algn="ctr"/>
            <a:r>
              <a:rPr lang="en-GB" sz="3200" dirty="0">
                <a:latin typeface="Arial" panose="020B0604020202020204" pitchFamily="34" charset="0"/>
                <a:cs typeface="Arial" panose="020B0604020202020204" pitchFamily="34" charset="0"/>
              </a:rPr>
              <a:t>Miranda Mowbray</a:t>
            </a:r>
          </a:p>
          <a:p>
            <a:pPr algn="ctr"/>
            <a:r>
              <a:rPr lang="en-GB" sz="2400" dirty="0">
                <a:latin typeface="Arial" panose="020B0604020202020204" pitchFamily="34" charset="0"/>
                <a:cs typeface="Arial" panose="020B0604020202020204" pitchFamily="34" charset="0"/>
                <a:hlinkClick r:id="rId3"/>
              </a:rPr>
              <a:t>miranda.mowbray@bristol.ac.uk</a:t>
            </a:r>
            <a:endParaRPr lang="en-GB" sz="2400" dirty="0">
              <a:latin typeface="Arial" panose="020B0604020202020204" pitchFamily="34" charset="0"/>
              <a:cs typeface="Arial" panose="020B0604020202020204" pitchFamily="34" charset="0"/>
            </a:endParaRPr>
          </a:p>
          <a:p>
            <a:pPr algn="ctr"/>
            <a:r>
              <a:rPr lang="en-GB" sz="2400" dirty="0">
                <a:latin typeface="Arial" panose="020B0604020202020204" pitchFamily="34" charset="0"/>
                <a:cs typeface="Arial" panose="020B0604020202020204" pitchFamily="34" charset="0"/>
              </a:rPr>
              <a:t> </a:t>
            </a:r>
          </a:p>
          <a:p>
            <a:pPr algn="ctr"/>
            <a:r>
              <a:rPr lang="en-GB" sz="2800" b="1" dirty="0">
                <a:latin typeface="Arial" panose="020B0604020202020204" pitchFamily="34" charset="0"/>
                <a:cs typeface="Arial" panose="020B0604020202020204" pitchFamily="34" charset="0"/>
              </a:rPr>
              <a:t>not a lawyer</a:t>
            </a:r>
          </a:p>
        </p:txBody>
      </p:sp>
    </p:spTree>
    <p:extLst>
      <p:ext uri="{BB962C8B-B14F-4D97-AF65-F5344CB8AC3E}">
        <p14:creationId xmlns:p14="http://schemas.microsoft.com/office/powerpoint/2010/main" val="2478728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René Carmille</a:t>
            </a:r>
          </a:p>
        </p:txBody>
      </p:sp>
      <p:sp>
        <p:nvSpPr>
          <p:cNvPr id="10" name="Subtitle 9">
            <a:extLs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731E58D-2B0D-44C2-985F-3AE02C2A86FD}"/>
              </a:ext>
              <a:ext uri="{C183D7F6-B498-43B3-948B-1728B52AA6E4}">
                <adec:decorative xmlns:adec="http://schemas.microsoft.com/office/drawing/2017/decorative" val="1"/>
              </a:ext>
            </a:extLst>
          </p:cNvPr>
          <p:cNvSpPr>
            <a:spLocks noGrp="1"/>
          </p:cNvSpPr>
          <p:nvPr>
            <p:ph type="body" sz="quarter" idx="14"/>
          </p:nvPr>
        </p:nvSpPr>
        <p:spPr>
          <a:xfrm>
            <a:off x="531091" y="1272650"/>
            <a:ext cx="8229600" cy="5222577"/>
          </a:xfrm>
        </p:spPr>
        <p:txBody>
          <a:bodyPr/>
          <a:lstStyle/>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pic>
        <p:nvPicPr>
          <p:cNvPr id="4" name="Picture 3" descr="Photo of Rene Carmille">
            <a:extLst>
              <a:ext uri="{FF2B5EF4-FFF2-40B4-BE49-F238E27FC236}">
                <a16:creationId xmlns:a16="http://schemas.microsoft.com/office/drawing/2014/main" id="{13E1EF29-2241-4719-9584-A3F3DDA554CB}"/>
              </a:ext>
            </a:extLst>
          </p:cNvPr>
          <p:cNvPicPr>
            <a:picLocks noChangeAspect="1"/>
          </p:cNvPicPr>
          <p:nvPr/>
        </p:nvPicPr>
        <p:blipFill>
          <a:blip r:embed="rId3"/>
          <a:stretch>
            <a:fillRect/>
          </a:stretch>
        </p:blipFill>
        <p:spPr>
          <a:xfrm>
            <a:off x="531090" y="1272650"/>
            <a:ext cx="2599567" cy="3850609"/>
          </a:xfrm>
          <a:prstGeom prst="rect">
            <a:avLst/>
          </a:prstGeom>
        </p:spPr>
      </p:pic>
      <p:pic>
        <p:nvPicPr>
          <p:cNvPr id="6" name="Picture 5" descr="Photo of Hollerith tabulator">
            <a:extLst>
              <a:ext uri="{FF2B5EF4-FFF2-40B4-BE49-F238E27FC236}">
                <a16:creationId xmlns:a16="http://schemas.microsoft.com/office/drawing/2014/main" id="{3ADD81E8-59E6-49C8-B3C0-1B70A3CDA792}"/>
              </a:ext>
            </a:extLst>
          </p:cNvPr>
          <p:cNvPicPr>
            <a:picLocks noChangeAspect="1"/>
          </p:cNvPicPr>
          <p:nvPr/>
        </p:nvPicPr>
        <p:blipFill>
          <a:blip r:embed="rId4"/>
          <a:stretch>
            <a:fillRect/>
          </a:stretch>
        </p:blipFill>
        <p:spPr>
          <a:xfrm>
            <a:off x="3648586" y="1252131"/>
            <a:ext cx="5163944" cy="3834611"/>
          </a:xfrm>
          <a:prstGeom prst="rect">
            <a:avLst/>
          </a:prstGeom>
        </p:spPr>
      </p:pic>
      <p:sp>
        <p:nvSpPr>
          <p:cNvPr id="14" name="TextBox 13">
            <a:extLst>
              <a:ext uri="{FF2B5EF4-FFF2-40B4-BE49-F238E27FC236}">
                <a16:creationId xmlns:a16="http://schemas.microsoft.com/office/drawing/2014/main" id="{0CBDAE9A-A194-4457-B5CC-046FA5546754}"/>
              </a:ext>
            </a:extLst>
          </p:cNvPr>
          <p:cNvSpPr txBox="1"/>
          <p:nvPr/>
        </p:nvSpPr>
        <p:spPr>
          <a:xfrm flipH="1">
            <a:off x="201478" y="5245213"/>
            <a:ext cx="8942522" cy="1477328"/>
          </a:xfrm>
          <a:prstGeom prst="rect">
            <a:avLst/>
          </a:prstGeom>
          <a:noFill/>
        </p:spPr>
        <p:txBody>
          <a:bodyPr wrap="square" rtlCol="0">
            <a:spAutoFit/>
          </a:bodyPr>
          <a:lstStyle/>
          <a:p>
            <a:r>
              <a:rPr lang="en-GB" dirty="0">
                <a:solidFill>
                  <a:schemeClr val="bg1"/>
                </a:solidFill>
                <a:latin typeface="Arial" panose="020B0604020202020204" pitchFamily="34" charset="0"/>
                <a:cs typeface="Arial" panose="020B0604020202020204" pitchFamily="34" charset="0"/>
              </a:rPr>
              <a:t>Photo of Rene Carmille: Public domain via Wikimedia</a:t>
            </a:r>
            <a:r>
              <a:rPr lang="en-GB" dirty="0">
                <a:solidFill>
                  <a:schemeClr val="accent1">
                    <a:lumMod val="60000"/>
                    <a:lumOff val="40000"/>
                  </a:schemeClr>
                </a:solidFill>
                <a:latin typeface="Arial" panose="020B0604020202020204" pitchFamily="34" charset="0"/>
                <a:cs typeface="Arial" panose="020B0604020202020204" pitchFamily="34" charset="0"/>
              </a:rPr>
              <a:t>, </a:t>
            </a:r>
            <a:r>
              <a:rPr lang="en-GB" dirty="0">
                <a:solidFill>
                  <a:schemeClr val="accent1">
                    <a:lumMod val="60000"/>
                    <a:lumOff val="4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https://en.wikipedia.org/wiki/Ren%C3%A9_Carmille#/media/File:Carmille.jpg</a:t>
            </a:r>
            <a:endParaRPr lang="en-GB" dirty="0">
              <a:solidFill>
                <a:schemeClr val="accent1">
                  <a:lumMod val="60000"/>
                  <a:lumOff val="40000"/>
                </a:schemeClr>
              </a:solidFill>
              <a:latin typeface="Arial" panose="020B0604020202020204" pitchFamily="34" charset="0"/>
              <a:cs typeface="Arial" panose="020B0604020202020204" pitchFamily="34" charset="0"/>
            </a:endParaRPr>
          </a:p>
          <a:p>
            <a:r>
              <a:rPr lang="en-GB" dirty="0">
                <a:solidFill>
                  <a:schemeClr val="bg1"/>
                </a:solidFill>
                <a:latin typeface="Arial" panose="020B0604020202020204" pitchFamily="34" charset="0"/>
                <a:cs typeface="Arial" panose="020B0604020202020204" pitchFamily="34" charset="0"/>
              </a:rPr>
              <a:t>Tabulator photo: United States Holocaust Memorial Museum, </a:t>
            </a:r>
            <a:r>
              <a:rPr lang="en-GB" dirty="0">
                <a:solidFill>
                  <a:schemeClr val="accent1">
                    <a:lumMod val="60000"/>
                    <a:lumOff val="40000"/>
                  </a:schemeClr>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https://collections.ushmm.org/search/catalog/irn521586</a:t>
            </a:r>
            <a:r>
              <a:rPr lang="en-GB" dirty="0">
                <a:solidFill>
                  <a:schemeClr val="accent1">
                    <a:lumMod val="60000"/>
                    <a:lumOff val="40000"/>
                  </a:schemeClr>
                </a:solidFill>
                <a:latin typeface="Arial" panose="020B0604020202020204" pitchFamily="34" charset="0"/>
                <a:cs typeface="Arial" panose="020B0604020202020204" pitchFamily="34" charset="0"/>
              </a:rPr>
              <a:t> </a:t>
            </a:r>
          </a:p>
          <a:p>
            <a:r>
              <a:rPr lang="en-GB" dirty="0" err="1">
                <a:solidFill>
                  <a:schemeClr val="bg1"/>
                </a:solidFill>
                <a:latin typeface="Arial" panose="020B0604020202020204" pitchFamily="34" charset="0"/>
                <a:cs typeface="Arial" panose="020B0604020202020204" pitchFamily="34" charset="0"/>
              </a:rPr>
              <a:t>Technisches</a:t>
            </a:r>
            <a:r>
              <a:rPr lang="en-GB" dirty="0">
                <a:solidFill>
                  <a:schemeClr val="bg1"/>
                </a:solidFill>
                <a:latin typeface="Arial" panose="020B0604020202020204" pitchFamily="34" charset="0"/>
                <a:cs typeface="Arial" panose="020B0604020202020204" pitchFamily="34" charset="0"/>
              </a:rPr>
              <a:t> Museum Dresden Collection Image, 1990.48.1 </a:t>
            </a:r>
            <a:r>
              <a:rPr lang="en-GB" dirty="0" err="1">
                <a:solidFill>
                  <a:schemeClr val="bg1"/>
                </a:solidFill>
                <a:latin typeface="Arial" panose="020B0604020202020204" pitchFamily="34" charset="0"/>
                <a:cs typeface="Arial" panose="020B0604020202020204" pitchFamily="34" charset="0"/>
              </a:rPr>
              <a:t>Dehomag</a:t>
            </a:r>
            <a:r>
              <a:rPr lang="en-GB" dirty="0">
                <a:solidFill>
                  <a:schemeClr val="bg1"/>
                </a:solidFill>
                <a:latin typeface="Arial" panose="020B0604020202020204" pitchFamily="34" charset="0"/>
                <a:cs typeface="Arial" panose="020B0604020202020204" pitchFamily="34" charset="0"/>
              </a:rPr>
              <a:t> D11 tabulator</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1094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3600" dirty="0">
                <a:latin typeface="Lucida Sans" panose="020B0602030504020204" pitchFamily="34" charset="0"/>
              </a:rPr>
              <a:t> </a:t>
            </a:r>
            <a:r>
              <a:rPr lang="en-US" sz="3600" dirty="0">
                <a:latin typeface="Arial" panose="020B0604020202020204" pitchFamily="34" charset="0"/>
                <a:cs typeface="Arial" panose="020B0604020202020204" pitchFamily="34" charset="0"/>
              </a:rPr>
              <a:t>This session includes</a:t>
            </a:r>
          </a:p>
        </p:txBody>
      </p:sp>
      <p:sp>
        <p:nvSpPr>
          <p:cNvPr id="4" name="Subtitle 3">
            <a:extLst>
              <a:ext uri="{FF2B5EF4-FFF2-40B4-BE49-F238E27FC236}">
                <a16:creationId xmlns:a16="http://schemas.microsoft.com/office/drawing/2014/main" id="{97599C58-E96E-4394-BA87-729724EA51B2}"/>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1" name="Text Placeholder 10">
            <a:extLst>
              <a:ext uri="{C183D7F6-B498-43B3-948B-1728B52AA6E4}">
                <adec:decorative xmlns:adec="http://schemas.microsoft.com/office/drawing/2017/decorative" val="1"/>
              </a:ext>
            </a:extLst>
          </p:cNvPr>
          <p:cNvSpPr>
            <a:spLocks noGrp="1"/>
          </p:cNvSpPr>
          <p:nvPr>
            <p:ph type="body" sz="quarter" idx="14"/>
          </p:nvPr>
        </p:nvSpPr>
        <p:spPr>
          <a:xfrm>
            <a:off x="324273" y="1987305"/>
            <a:ext cx="8466436" cy="3936485"/>
          </a:xfrm>
        </p:spPr>
        <p:txBody>
          <a:bodyPr/>
          <a:lstStyle/>
          <a:p>
            <a:pPr marL="0" indent="0">
              <a:buNone/>
            </a:pPr>
            <a:r>
              <a:rPr lang="en-GB" dirty="0"/>
              <a:t> </a:t>
            </a:r>
          </a:p>
        </p:txBody>
      </p:sp>
      <p:sp>
        <p:nvSpPr>
          <p:cNvPr id="2" name="TextBox 1">
            <a:extLst>
              <a:ext uri="{FF2B5EF4-FFF2-40B4-BE49-F238E27FC236}">
                <a16:creationId xmlns:a16="http://schemas.microsoft.com/office/drawing/2014/main" id="{9AB7227A-4612-4FE8-91F0-6912F86FE85B}"/>
              </a:ext>
            </a:extLst>
          </p:cNvPr>
          <p:cNvSpPr txBox="1"/>
          <p:nvPr/>
        </p:nvSpPr>
        <p:spPr>
          <a:xfrm>
            <a:off x="338782" y="634016"/>
            <a:ext cx="8466435" cy="4624536"/>
          </a:xfrm>
          <a:prstGeom prst="rect">
            <a:avLst/>
          </a:prstGeom>
          <a:noFill/>
        </p:spPr>
        <p:txBody>
          <a:bodyPr wrap="square" rtlCol="0">
            <a:spAutoFit/>
          </a:bodyPr>
          <a:lstStyle/>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marL="457200" indent="-457200">
              <a:lnSpc>
                <a:spcPct val="120000"/>
              </a:lnSpc>
              <a:buFontTx/>
              <a:buChar char="-"/>
            </a:pPr>
            <a:r>
              <a:rPr lang="en-GB" sz="2800" dirty="0">
                <a:solidFill>
                  <a:schemeClr val="bg1"/>
                </a:solidFill>
                <a:latin typeface="Arial" panose="020B0604020202020204" pitchFamily="34" charset="0"/>
                <a:cs typeface="Arial" panose="020B0604020202020204" pitchFamily="34" charset="0"/>
              </a:rPr>
              <a:t>Privacy</a:t>
            </a:r>
          </a:p>
          <a:p>
            <a:pPr marL="457200" indent="-457200">
              <a:lnSpc>
                <a:spcPct val="120000"/>
              </a:lnSpc>
              <a:buFontTx/>
              <a:buChar char="-"/>
            </a:pPr>
            <a:r>
              <a:rPr lang="en-GB" sz="2800" dirty="0">
                <a:solidFill>
                  <a:schemeClr val="bg1"/>
                </a:solidFill>
                <a:latin typeface="Arial" panose="020B0604020202020204" pitchFamily="34" charset="0"/>
                <a:cs typeface="Arial" panose="020B0604020202020204" pitchFamily="34" charset="0"/>
              </a:rPr>
              <a:t>Rogue agents: topic from (I think) </a:t>
            </a:r>
            <a:r>
              <a:rPr lang="en-GB" sz="2800" dirty="0" err="1">
                <a:solidFill>
                  <a:schemeClr val="bg1"/>
                </a:solidFill>
                <a:latin typeface="Arial" panose="020B0604020202020204" pitchFamily="34" charset="0"/>
                <a:cs typeface="Arial" panose="020B0604020202020204" pitchFamily="34" charset="0"/>
              </a:rPr>
              <a:t>Gonzálo</a:t>
            </a:r>
            <a:r>
              <a:rPr lang="en-GB" sz="2800" dirty="0">
                <a:solidFill>
                  <a:schemeClr val="bg1"/>
                </a:solidFill>
                <a:latin typeface="Arial" panose="020B0604020202020204" pitchFamily="34" charset="0"/>
                <a:cs typeface="Arial" panose="020B0604020202020204" pitchFamily="34" charset="0"/>
              </a:rPr>
              <a:t> </a:t>
            </a:r>
          </a:p>
          <a:p>
            <a:pPr marL="457200" indent="-457200">
              <a:lnSpc>
                <a:spcPct val="120000"/>
              </a:lnSpc>
              <a:buFontTx/>
              <a:buChar char="-"/>
            </a:pPr>
            <a:r>
              <a:rPr lang="en-GB" sz="2800" dirty="0">
                <a:solidFill>
                  <a:schemeClr val="bg1"/>
                </a:solidFill>
                <a:latin typeface="Arial" panose="020B0604020202020204" pitchFamily="34" charset="0"/>
                <a:cs typeface="Arial" panose="020B0604020202020204" pitchFamily="34" charset="0"/>
              </a:rPr>
              <a:t>What can you do?</a:t>
            </a:r>
          </a:p>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a:lnSpc>
                <a:spcPct val="120000"/>
              </a:lnSpc>
            </a:pPr>
            <a:endParaRPr lang="en-GB" sz="2400" dirty="0">
              <a:solidFill>
                <a:schemeClr val="bg1"/>
              </a:solidFill>
              <a:latin typeface="Arial" panose="020B0604020202020204" pitchFamily="34" charset="0"/>
              <a:cs typeface="Arial" panose="020B0604020202020204" pitchFamily="34" charset="0"/>
            </a:endParaRPr>
          </a:p>
          <a:p>
            <a:pPr>
              <a:lnSpc>
                <a:spcPct val="120000"/>
              </a:lnSpc>
            </a:pPr>
            <a:r>
              <a:rPr lang="en-GB" sz="2800" dirty="0">
                <a:solidFill>
                  <a:schemeClr val="bg1"/>
                </a:solidFill>
                <a:latin typeface="Arial" panose="020B0604020202020204" pitchFamily="34" charset="0"/>
                <a:cs typeface="Arial" panose="020B0604020202020204" pitchFamily="34" charset="0"/>
              </a:rPr>
              <a:t>Virtual office hour: email me </a:t>
            </a:r>
          </a:p>
          <a:p>
            <a:pPr>
              <a:lnSpc>
                <a:spcPct val="120000"/>
              </a:lnSpc>
            </a:pPr>
            <a:r>
              <a:rPr lang="en-GB" sz="2800" dirty="0">
                <a:solidFill>
                  <a:schemeClr val="bg1"/>
                </a:solidFill>
                <a:latin typeface="Arial" panose="020B0604020202020204" pitchFamily="34" charset="0"/>
                <a:cs typeface="Arial" panose="020B0604020202020204" pitchFamily="34" charset="0"/>
              </a:rPr>
              <a:t>Slides, with references, will be on web site</a:t>
            </a:r>
          </a:p>
        </p:txBody>
      </p:sp>
    </p:spTree>
    <p:extLst>
      <p:ext uri="{BB962C8B-B14F-4D97-AF65-F5344CB8AC3E}">
        <p14:creationId xmlns:p14="http://schemas.microsoft.com/office/powerpoint/2010/main" val="3091901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8" name="Title 7"/>
          <p:cNvSpPr txBox="1">
            <a:spLocks noGrp="1"/>
          </p:cNvSpPr>
          <p:nvPr>
            <p:ph type="title" idx="4294967295"/>
          </p:nvPr>
        </p:nvSpPr>
        <p:spPr>
          <a:xfrm>
            <a:off x="1012873" y="529661"/>
            <a:ext cx="4415281"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Privacy</a:t>
            </a:r>
            <a:endParaRPr kumimoji="0" lang="en-GB" sz="4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pic>
        <p:nvPicPr>
          <p:cNvPr id="11" name="Picture 10" descr="Cat hiding under a bed">
            <a:extLst>
              <a:ext uri="{FF2B5EF4-FFF2-40B4-BE49-F238E27FC236}">
                <a16:creationId xmlns:a16="http://schemas.microsoft.com/office/drawing/2014/main" id="{1A7CDC81-01C6-1BA7-2596-A92BD2CECC20}"/>
              </a:ext>
            </a:extLst>
          </p:cNvPr>
          <p:cNvPicPr>
            <a:picLocks noChangeAspect="1"/>
          </p:cNvPicPr>
          <p:nvPr/>
        </p:nvPicPr>
        <p:blipFill>
          <a:blip r:embed="rId3"/>
          <a:stretch>
            <a:fillRect/>
          </a:stretch>
        </p:blipFill>
        <p:spPr>
          <a:xfrm>
            <a:off x="1045742" y="1802887"/>
            <a:ext cx="6726698" cy="3607192"/>
          </a:xfrm>
          <a:prstGeom prst="rect">
            <a:avLst/>
          </a:prstGeom>
        </p:spPr>
      </p:pic>
      <p:sp>
        <p:nvSpPr>
          <p:cNvPr id="7" name="Content Placeholder 6">
            <a:extLst>
              <a:ext uri="{FF2B5EF4-FFF2-40B4-BE49-F238E27FC236}">
                <a16:creationId xmlns:a16="http://schemas.microsoft.com/office/drawing/2014/main" id="{5AA6C628-9452-E5CE-669D-6DDCEF43737D}"/>
              </a:ext>
              <a:ext uri="{C183D7F6-B498-43B3-948B-1728B52AA6E4}">
                <adec:decorative xmlns:adec="http://schemas.microsoft.com/office/drawing/2017/decorative" val="1"/>
              </a:ext>
            </a:extLst>
          </p:cNvPr>
          <p:cNvSpPr>
            <a:spLocks noGrp="1"/>
          </p:cNvSpPr>
          <p:nvPr>
            <p:ph idx="1"/>
          </p:nvPr>
        </p:nvSpPr>
        <p:spPr/>
        <p:txBody>
          <a:bodyPr/>
          <a:lstStyle/>
          <a:p>
            <a:pPr marL="0" indent="0">
              <a:buNone/>
            </a:pPr>
            <a:r>
              <a:rPr lang="en-US" dirty="0"/>
              <a:t> </a:t>
            </a:r>
            <a:endParaRPr lang="en-GB" dirty="0"/>
          </a:p>
        </p:txBody>
      </p:sp>
      <p:sp>
        <p:nvSpPr>
          <p:cNvPr id="5" name="TextBox 4"/>
          <p:cNvSpPr txBox="1"/>
          <p:nvPr/>
        </p:nvSpPr>
        <p:spPr>
          <a:xfrm>
            <a:off x="1012875" y="5919547"/>
            <a:ext cx="7507670" cy="707886"/>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Photo of Cocoa	             clickit07 on Flickr</a:t>
            </a:r>
          </a:p>
          <a:p>
            <a:r>
              <a:rPr lang="en-GB" sz="2000" dirty="0">
                <a:latin typeface="Arial" panose="020B0604020202020204" pitchFamily="34" charset="0"/>
                <a:cs typeface="Arial" panose="020B0604020202020204" pitchFamily="34" charset="0"/>
              </a:rPr>
              <a:t>https://www.flickr.com/photos/clickit07/2049222966/</a:t>
            </a:r>
          </a:p>
        </p:txBody>
      </p:sp>
      <p:pic>
        <p:nvPicPr>
          <p:cNvPr id="3" name="Picture 2" descr="Creative Commons CC-BY licence&#10;">
            <a:extLst>
              <a:ext uri="{FF2B5EF4-FFF2-40B4-BE49-F238E27FC236}">
                <a16:creationId xmlns:a16="http://schemas.microsoft.com/office/drawing/2014/main" id="{F9B6D49D-24D2-FB43-FDC6-F3D3D47223A2}"/>
              </a:ext>
            </a:extLst>
          </p:cNvPr>
          <p:cNvPicPr>
            <a:picLocks noChangeAspect="1"/>
          </p:cNvPicPr>
          <p:nvPr/>
        </p:nvPicPr>
        <p:blipFill>
          <a:blip r:embed="rId4"/>
          <a:stretch>
            <a:fillRect/>
          </a:stretch>
        </p:blipFill>
        <p:spPr>
          <a:xfrm>
            <a:off x="2934712" y="5975418"/>
            <a:ext cx="851933" cy="298071"/>
          </a:xfrm>
          <a:prstGeom prst="rect">
            <a:avLst/>
          </a:prstGeom>
        </p:spPr>
      </p:pic>
    </p:spTree>
    <p:extLst>
      <p:ext uri="{BB962C8B-B14F-4D97-AF65-F5344CB8AC3E}">
        <p14:creationId xmlns:p14="http://schemas.microsoft.com/office/powerpoint/2010/main" val="662256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F2E06B80-5648-5B1D-5CF5-A5AF40EF3F0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2D5B6A6-EE8B-2397-B26B-58CEEAD949BA}"/>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Definitions</a:t>
            </a:r>
          </a:p>
        </p:txBody>
      </p:sp>
      <p:sp>
        <p:nvSpPr>
          <p:cNvPr id="10" name="Subtitle 9">
            <a:extLst>
              <a:ext uri="{FF2B5EF4-FFF2-40B4-BE49-F238E27FC236}">
                <a16:creationId xmlns:a16="http://schemas.microsoft.com/office/drawing/2014/main" id="{3184A975-2746-9976-19D0-EA15931C86CA}"/>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57C814D3-6244-DE97-33ED-B3E8777AC57F}"/>
              </a:ext>
            </a:extLst>
          </p:cNvPr>
          <p:cNvSpPr>
            <a:spLocks noGrp="1"/>
          </p:cNvSpPr>
          <p:nvPr>
            <p:ph type="body" sz="quarter" idx="14"/>
          </p:nvPr>
        </p:nvSpPr>
        <p:spPr>
          <a:xfrm>
            <a:off x="457200" y="1641363"/>
            <a:ext cx="8229600" cy="4581994"/>
          </a:xfrm>
        </p:spPr>
        <p:txBody>
          <a:bodyPr/>
          <a:lstStyle/>
          <a:p>
            <a:pPr marL="0" indent="0">
              <a:lnSpc>
                <a:spcPct val="120000"/>
              </a:lnSpc>
              <a:buNone/>
            </a:pPr>
            <a:r>
              <a:rPr lang="en-US" sz="2400" b="1" dirty="0">
                <a:solidFill>
                  <a:schemeClr val="accent4">
                    <a:lumMod val="60000"/>
                    <a:lumOff val="40000"/>
                  </a:schemeClr>
                </a:solidFill>
                <a:latin typeface="Arial" panose="020B0604020202020204" pitchFamily="34" charset="0"/>
              </a:rPr>
              <a:t>Information privacy</a:t>
            </a:r>
            <a:r>
              <a:rPr lang="en-US" sz="2400" dirty="0">
                <a:latin typeface="Arial" panose="020B0604020202020204" pitchFamily="34" charset="0"/>
              </a:rPr>
              <a:t>: </a:t>
            </a:r>
          </a:p>
          <a:p>
            <a:pPr marL="0" indent="0">
              <a:lnSpc>
                <a:spcPct val="120000"/>
              </a:lnSpc>
              <a:buNone/>
            </a:pPr>
            <a:r>
              <a:rPr lang="en-US" sz="2400" dirty="0">
                <a:latin typeface="Arial" panose="020B0604020202020204" pitchFamily="34" charset="0"/>
              </a:rPr>
              <a:t>the right to some control over how your personal information is collected and used.</a:t>
            </a:r>
          </a:p>
          <a:p>
            <a:pPr marL="0" indent="0">
              <a:lnSpc>
                <a:spcPct val="120000"/>
              </a:lnSpc>
              <a:buNone/>
            </a:pPr>
            <a:endParaRPr lang="en-US"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GB" sz="2400" b="1" dirty="0">
                <a:solidFill>
                  <a:schemeClr val="accent4">
                    <a:lumMod val="60000"/>
                    <a:lumOff val="40000"/>
                  </a:schemeClr>
                </a:solidFill>
                <a:latin typeface="Arial" panose="020B0604020202020204" pitchFamily="34" charset="0"/>
                <a:cs typeface="Arial" panose="020B0604020202020204" pitchFamily="34" charset="0"/>
              </a:rPr>
              <a:t>Personal information</a:t>
            </a:r>
            <a:r>
              <a:rPr lang="en-GB" sz="2400" dirty="0">
                <a:solidFill>
                  <a:schemeClr val="bg1"/>
                </a:solidFill>
                <a:latin typeface="Arial" panose="020B0604020202020204" pitchFamily="34" charset="0"/>
                <a:cs typeface="Arial" panose="020B0604020202020204" pitchFamily="34" charset="0"/>
              </a:rPr>
              <a:t>: </a:t>
            </a:r>
          </a:p>
          <a:p>
            <a:pPr marL="0" indent="0">
              <a:lnSpc>
                <a:spcPct val="120000"/>
              </a:lnSpc>
              <a:buNone/>
            </a:pPr>
            <a:r>
              <a:rPr lang="en-US" sz="2400" dirty="0">
                <a:latin typeface="Arial" panose="020B0604020202020204" pitchFamily="34" charset="0"/>
              </a:rPr>
              <a:t>data relating to identifiable individual</a:t>
            </a:r>
          </a:p>
          <a:p>
            <a:pPr>
              <a:lnSpc>
                <a:spcPct val="120000"/>
              </a:lnSpc>
              <a:buFontTx/>
              <a:buChar char="-"/>
            </a:pPr>
            <a:r>
              <a:rPr lang="en-US" sz="2400" dirty="0">
                <a:solidFill>
                  <a:schemeClr val="bg1"/>
                </a:solidFill>
                <a:latin typeface="Arial" panose="020B0604020202020204" pitchFamily="34" charset="0"/>
                <a:cs typeface="Arial" panose="020B0604020202020204" pitchFamily="34" charset="0"/>
              </a:rPr>
              <a:t>e.g. identifiable by name, ID #, location data, online ID, combination of factors 				- UK GDPR Article 4</a:t>
            </a:r>
          </a:p>
          <a:p>
            <a:pPr marL="0" indent="0">
              <a:lnSpc>
                <a:spcPct val="120000"/>
              </a:lnSpc>
              <a:buNone/>
            </a:pPr>
            <a:endParaRPr lang="en-US"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1490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8D95585B-17A6-3018-6443-EE96293A062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801A119-12C0-9E50-626A-C85A51DB83CB}"/>
              </a:ext>
            </a:extLst>
          </p:cNvPr>
          <p:cNvSpPr>
            <a:spLocks noGrp="1"/>
          </p:cNvSpPr>
          <p:nvPr>
            <p:ph type="title"/>
          </p:nvPr>
        </p:nvSpPr>
        <p:spPr>
          <a:xfrm>
            <a:off x="431280" y="360198"/>
            <a:ext cx="8129790" cy="502701"/>
          </a:xfrm>
        </p:spPr>
        <p:txBody>
          <a:bodyPr/>
          <a:lstStyle/>
          <a:p>
            <a:r>
              <a:rPr lang="en-GB" sz="3600" dirty="0">
                <a:latin typeface="Arial" panose="020B0604020202020204" pitchFamily="34" charset="0"/>
                <a:cs typeface="Arial" panose="020B0604020202020204" pitchFamily="34" charset="0"/>
              </a:rPr>
              <a:t>Data protection guidance</a:t>
            </a:r>
          </a:p>
        </p:txBody>
      </p:sp>
      <p:sp>
        <p:nvSpPr>
          <p:cNvPr id="10" name="Subtitle 9">
            <a:extLst>
              <a:ext uri="{FF2B5EF4-FFF2-40B4-BE49-F238E27FC236}">
                <a16:creationId xmlns:a16="http://schemas.microsoft.com/office/drawing/2014/main" id="{C4C432AC-B6DA-6D5B-DC88-13E5E7937BC5}"/>
              </a:ext>
              <a:ext uri="{C183D7F6-B498-43B3-948B-1728B52AA6E4}">
                <adec:decorative xmlns:adec="http://schemas.microsoft.com/office/drawing/2017/decorative" val="1"/>
              </a:ext>
            </a:extLst>
          </p:cNvPr>
          <p:cNvSpPr>
            <a:spLocks noGrp="1"/>
          </p:cNvSpPr>
          <p:nvPr>
            <p:ph type="subTitle" idx="1"/>
          </p:nvPr>
        </p:nvSpPr>
        <p:spPr>
          <a:xfrm>
            <a:off x="167696" y="632067"/>
            <a:ext cx="8229600" cy="502701"/>
          </a:xfrm>
        </p:spPr>
        <p:txBody>
          <a:bodyPr/>
          <a:lstStyle/>
          <a:p>
            <a:r>
              <a:rPr lang="en-GB" dirty="0"/>
              <a:t>  </a:t>
            </a:r>
          </a:p>
        </p:txBody>
      </p:sp>
      <p:sp>
        <p:nvSpPr>
          <p:cNvPr id="13" name="Text Placeholder 12">
            <a:extLst>
              <a:ext uri="{FF2B5EF4-FFF2-40B4-BE49-F238E27FC236}">
                <a16:creationId xmlns:a16="http://schemas.microsoft.com/office/drawing/2014/main" id="{2081567D-0A00-9FD6-2BA5-4ED08F0AEA61}"/>
              </a:ext>
            </a:extLst>
          </p:cNvPr>
          <p:cNvSpPr>
            <a:spLocks noGrp="1"/>
          </p:cNvSpPr>
          <p:nvPr>
            <p:ph type="body" sz="quarter" idx="14"/>
          </p:nvPr>
        </p:nvSpPr>
        <p:spPr>
          <a:xfrm>
            <a:off x="481185" y="1226989"/>
            <a:ext cx="8473034" cy="5222577"/>
          </a:xfrm>
        </p:spPr>
        <p:txBody>
          <a:bodyPr/>
          <a:lstStyle/>
          <a:p>
            <a:pPr marL="0" indent="0">
              <a:lnSpc>
                <a:spcPct val="100000"/>
              </a:lnSpc>
              <a:buNone/>
            </a:pPr>
            <a:r>
              <a:rPr lang="en-GB" sz="2800" dirty="0">
                <a:solidFill>
                  <a:schemeClr val="bg1"/>
                </a:solidFill>
                <a:latin typeface="Arial" panose="020B0604020202020204" pitchFamily="34" charset="0"/>
                <a:cs typeface="Arial" panose="020B0604020202020204" pitchFamily="34" charset="0"/>
              </a:rPr>
              <a:t>Information Commissioner’s Office, </a:t>
            </a:r>
            <a:r>
              <a:rPr lang="en-GB" sz="2800" dirty="0">
                <a:solidFill>
                  <a:srgbClr val="00B0F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http://www.ico.org.uk</a:t>
            </a:r>
            <a:r>
              <a:rPr lang="en-GB" sz="2800" dirty="0">
                <a:solidFill>
                  <a:srgbClr val="00B0F0"/>
                </a:solidFill>
                <a:latin typeface="Arial" panose="020B0604020202020204" pitchFamily="34" charset="0"/>
                <a:cs typeface="Arial" panose="020B0604020202020204" pitchFamily="34" charset="0"/>
              </a:rPr>
              <a:t> </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 Data Protection Officer (DPO)</a:t>
            </a:r>
          </a:p>
          <a:p>
            <a:pPr marL="0" indent="0">
              <a:lnSpc>
                <a:spcPct val="120000"/>
              </a:lnSpc>
              <a:buNone/>
            </a:pPr>
            <a:endParaRPr lang="en-GB" sz="28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Pre-reading documents:</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	AI data protection toolkit</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	“How do we do a DPIA”? </a:t>
            </a:r>
            <a:r>
              <a:rPr lang="en-GB" sz="2400" dirty="0">
                <a:solidFill>
                  <a:schemeClr val="bg1"/>
                </a:solidFill>
                <a:latin typeface="Arial" panose="020B0604020202020204" pitchFamily="34" charset="0"/>
                <a:cs typeface="Arial" panose="020B0604020202020204" pitchFamily="34" charset="0"/>
              </a:rPr>
              <a:t>(Data Protection Impact 	 	 	Assessment)</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Practical suggestions: toolkit column I, DPIA step 6. </a:t>
            </a: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388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04FCAF02-0764-384F-9011-31C7D821A2E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BF8B23E-56AE-D7C8-3FEE-E6560E0EFA37}"/>
              </a:ext>
            </a:extLst>
          </p:cNvPr>
          <p:cNvSpPr>
            <a:spLocks noGrp="1"/>
          </p:cNvSpPr>
          <p:nvPr>
            <p:ph type="title"/>
          </p:nvPr>
        </p:nvSpPr>
        <p:spPr>
          <a:xfrm>
            <a:off x="431280" y="360198"/>
            <a:ext cx="8129790" cy="502701"/>
          </a:xfrm>
        </p:spPr>
        <p:txBody>
          <a:bodyPr/>
          <a:lstStyle/>
          <a:p>
            <a:r>
              <a:rPr lang="en-GB" sz="3600" dirty="0">
                <a:latin typeface="Arial" panose="020B0604020202020204" pitchFamily="34" charset="0"/>
                <a:cs typeface="Arial" panose="020B0604020202020204" pitchFamily="34" charset="0"/>
              </a:rPr>
              <a:t>Data Protection Impact Assessment </a:t>
            </a:r>
            <a:br>
              <a:rPr lang="en-GB" sz="3600" dirty="0">
                <a:solidFill>
                  <a:schemeClr val="bg1"/>
                </a:solidFill>
                <a:latin typeface="Arial" panose="020B0604020202020204" pitchFamily="34" charset="0"/>
                <a:cs typeface="Arial" panose="020B0604020202020204" pitchFamily="34" charset="0"/>
              </a:rPr>
            </a:br>
            <a:endParaRPr lang="en-GB" sz="3600" dirty="0">
              <a:latin typeface="Arial" panose="020B0604020202020204" pitchFamily="34" charset="0"/>
              <a:cs typeface="Arial" panose="020B0604020202020204" pitchFamily="34" charset="0"/>
            </a:endParaRPr>
          </a:p>
        </p:txBody>
      </p:sp>
      <p:sp>
        <p:nvSpPr>
          <p:cNvPr id="10" name="Subtitle 9">
            <a:extLst>
              <a:ext uri="{FF2B5EF4-FFF2-40B4-BE49-F238E27FC236}">
                <a16:creationId xmlns:a16="http://schemas.microsoft.com/office/drawing/2014/main" id="{726CEA1C-A05D-07D4-8BC1-D535B33160F8}"/>
              </a:ext>
              <a:ext uri="{C183D7F6-B498-43B3-948B-1728B52AA6E4}">
                <adec:decorative xmlns:adec="http://schemas.microsoft.com/office/drawing/2017/decorative" val="1"/>
              </a:ext>
            </a:extLst>
          </p:cNvPr>
          <p:cNvSpPr>
            <a:spLocks noGrp="1"/>
          </p:cNvSpPr>
          <p:nvPr>
            <p:ph type="subTitle" idx="1"/>
          </p:nvPr>
        </p:nvSpPr>
        <p:spPr>
          <a:xfrm>
            <a:off x="167696" y="632067"/>
            <a:ext cx="8229600" cy="502701"/>
          </a:xfrm>
        </p:spPr>
        <p:txBody>
          <a:bodyPr/>
          <a:lstStyle/>
          <a:p>
            <a:r>
              <a:rPr lang="en-GB" dirty="0"/>
              <a:t>  </a:t>
            </a:r>
          </a:p>
        </p:txBody>
      </p:sp>
      <p:sp>
        <p:nvSpPr>
          <p:cNvPr id="13" name="Text Placeholder 12">
            <a:extLst>
              <a:ext uri="{FF2B5EF4-FFF2-40B4-BE49-F238E27FC236}">
                <a16:creationId xmlns:a16="http://schemas.microsoft.com/office/drawing/2014/main" id="{9EE996CC-1D58-50EB-2551-B33283BBBF65}"/>
              </a:ext>
            </a:extLst>
          </p:cNvPr>
          <p:cNvSpPr>
            <a:spLocks noGrp="1"/>
          </p:cNvSpPr>
          <p:nvPr>
            <p:ph type="body" sz="quarter" idx="14"/>
          </p:nvPr>
        </p:nvSpPr>
        <p:spPr>
          <a:xfrm>
            <a:off x="481185" y="1226989"/>
            <a:ext cx="8229600" cy="5222577"/>
          </a:xfrm>
          <a:noFill/>
        </p:spPr>
        <p:txBody>
          <a:bodyPr/>
          <a:lstStyle/>
          <a:p>
            <a:pPr marL="177800" lvl="1" indent="0">
              <a:lnSpc>
                <a:spcPct val="120000"/>
              </a:lnSpc>
              <a:buNone/>
            </a:pPr>
            <a:r>
              <a:rPr lang="en-US" sz="2600" dirty="0">
                <a:latin typeface="Arial" panose="020B0604020202020204" pitchFamily="34" charset="0"/>
              </a:rPr>
              <a:t>ICO, “When do we need to do a DPIA?”</a:t>
            </a:r>
          </a:p>
          <a:p>
            <a:pPr marL="177800" lvl="1" indent="0">
              <a:lnSpc>
                <a:spcPct val="120000"/>
              </a:lnSpc>
              <a:buNone/>
            </a:pPr>
            <a:r>
              <a:rPr lang="en-GB" sz="2400" dirty="0">
                <a:solidFill>
                  <a:schemeClr val="bg1"/>
                </a:solidFill>
                <a:latin typeface="Arial" panose="020B0604020202020204" pitchFamily="34" charset="0"/>
                <a:cs typeface="Arial" panose="020B0604020202020204" pitchFamily="34" charset="0"/>
              </a:rPr>
              <a:t>ICO, “How do we do a DPIA?”</a:t>
            </a:r>
          </a:p>
          <a:p>
            <a:pPr marL="177800" lvl="1" indent="0">
              <a:lnSpc>
                <a:spcPct val="120000"/>
              </a:lnSpc>
              <a:buNone/>
            </a:pPr>
            <a:endParaRPr lang="en-GB" sz="2400" dirty="0">
              <a:solidFill>
                <a:schemeClr val="bg1"/>
              </a:solidFill>
              <a:latin typeface="Arial" panose="020B0604020202020204" pitchFamily="34" charset="0"/>
              <a:cs typeface="Arial" panose="020B0604020202020204" pitchFamily="34" charset="0"/>
            </a:endParaRPr>
          </a:p>
          <a:p>
            <a:pPr marL="177800" lvl="1" indent="0">
              <a:lnSpc>
                <a:spcPct val="120000"/>
              </a:lnSpc>
              <a:buNone/>
            </a:pPr>
            <a:r>
              <a:rPr lang="en-GB" sz="2400" dirty="0">
                <a:solidFill>
                  <a:schemeClr val="bg1"/>
                </a:solidFill>
                <a:latin typeface="Arial" panose="020B0604020202020204" pitchFamily="34" charset="0"/>
                <a:cs typeface="Arial" panose="020B0604020202020204" pitchFamily="34" charset="0"/>
              </a:rPr>
              <a:t>Includes assessing what you can do to</a:t>
            </a:r>
          </a:p>
          <a:p>
            <a:pPr marL="177800" lvl="1" indent="0">
              <a:lnSpc>
                <a:spcPct val="120000"/>
              </a:lnSpc>
              <a:buNone/>
            </a:pPr>
            <a:r>
              <a:rPr lang="en-GB" sz="2400" dirty="0">
                <a:solidFill>
                  <a:schemeClr val="bg1"/>
                </a:solidFill>
                <a:latin typeface="Arial" panose="020B0604020202020204" pitchFamily="34" charset="0"/>
                <a:cs typeface="Arial" panose="020B0604020202020204" pitchFamily="34" charset="0"/>
              </a:rPr>
              <a:t>prevent </a:t>
            </a:r>
            <a:r>
              <a:rPr lang="en-GB" sz="2400" b="1" dirty="0">
                <a:solidFill>
                  <a:schemeClr val="accent4">
                    <a:lumMod val="40000"/>
                    <a:lumOff val="60000"/>
                  </a:schemeClr>
                </a:solidFill>
                <a:latin typeface="Arial" panose="020B0604020202020204" pitchFamily="34" charset="0"/>
                <a:cs typeface="Arial" panose="020B0604020202020204" pitchFamily="34" charset="0"/>
              </a:rPr>
              <a:t>function creep</a:t>
            </a:r>
            <a:r>
              <a:rPr lang="en-GB" sz="2400" dirty="0">
                <a:solidFill>
                  <a:schemeClr val="bg1"/>
                </a:solidFill>
                <a:latin typeface="Arial" panose="020B0604020202020204" pitchFamily="34" charset="0"/>
                <a:cs typeface="Arial" panose="020B0604020202020204" pitchFamily="34" charset="0"/>
              </a:rPr>
              <a:t>, ensure </a:t>
            </a:r>
            <a:r>
              <a:rPr lang="en-GB" sz="2400" b="1" dirty="0">
                <a:solidFill>
                  <a:schemeClr val="accent4">
                    <a:lumMod val="40000"/>
                    <a:lumOff val="60000"/>
                  </a:schemeClr>
                </a:solidFill>
                <a:latin typeface="Arial" panose="020B0604020202020204" pitchFamily="34" charset="0"/>
                <a:cs typeface="Arial" panose="020B0604020202020204" pitchFamily="34" charset="0"/>
              </a:rPr>
              <a:t>data quality</a:t>
            </a:r>
            <a:r>
              <a:rPr lang="en-GB" sz="2400" dirty="0">
                <a:solidFill>
                  <a:schemeClr val="bg1"/>
                </a:solidFill>
                <a:latin typeface="Arial" panose="020B0604020202020204" pitchFamily="34" charset="0"/>
                <a:cs typeface="Arial" panose="020B0604020202020204" pitchFamily="34" charset="0"/>
              </a:rPr>
              <a:t>,</a:t>
            </a:r>
            <a:r>
              <a:rPr lang="en-GB" sz="2400" b="1" dirty="0">
                <a:solidFill>
                  <a:schemeClr val="bg1"/>
                </a:solidFill>
                <a:latin typeface="Arial" panose="020B0604020202020204" pitchFamily="34" charset="0"/>
                <a:cs typeface="Arial" panose="020B0604020202020204" pitchFamily="34" charset="0"/>
              </a:rPr>
              <a:t> </a:t>
            </a:r>
            <a:r>
              <a:rPr lang="en-GB" sz="2400" b="1" dirty="0">
                <a:solidFill>
                  <a:schemeClr val="accent4">
                    <a:lumMod val="40000"/>
                    <a:lumOff val="60000"/>
                  </a:schemeClr>
                </a:solidFill>
                <a:latin typeface="Arial" panose="020B0604020202020204" pitchFamily="34" charset="0"/>
                <a:cs typeface="Arial" panose="020B0604020202020204" pitchFamily="34" charset="0"/>
              </a:rPr>
              <a:t>data minimization</a:t>
            </a:r>
            <a:r>
              <a:rPr lang="en-GB" sz="2400" dirty="0">
                <a:solidFill>
                  <a:schemeClr val="bg1"/>
                </a:solidFill>
                <a:latin typeface="Arial" panose="020B0604020202020204" pitchFamily="34" charset="0"/>
                <a:cs typeface="Arial" panose="020B0604020202020204" pitchFamily="34" charset="0"/>
              </a:rPr>
              <a:t>, </a:t>
            </a:r>
            <a:r>
              <a:rPr lang="en-GB" sz="2400" b="1" dirty="0">
                <a:solidFill>
                  <a:schemeClr val="accent4">
                    <a:lumMod val="40000"/>
                    <a:lumOff val="60000"/>
                  </a:schemeClr>
                </a:solidFill>
                <a:latin typeface="Arial" panose="020B0604020202020204" pitchFamily="34" charset="0"/>
                <a:cs typeface="Arial" panose="020B0604020202020204" pitchFamily="34" charset="0"/>
              </a:rPr>
              <a:t>privacy information</a:t>
            </a:r>
            <a:r>
              <a:rPr lang="en-GB" sz="2400" dirty="0">
                <a:solidFill>
                  <a:schemeClr val="bg1"/>
                </a:solidFill>
                <a:latin typeface="Arial" panose="020B0604020202020204" pitchFamily="34" charset="0"/>
                <a:cs typeface="Arial" panose="020B0604020202020204" pitchFamily="34" charset="0"/>
              </a:rPr>
              <a:t>, support individuals’ data protection rights (information, </a:t>
            </a:r>
            <a:r>
              <a:rPr lang="en-GB" sz="2400" b="1" dirty="0">
                <a:solidFill>
                  <a:schemeClr val="accent4">
                    <a:lumMod val="40000"/>
                    <a:lumOff val="60000"/>
                  </a:schemeClr>
                </a:solidFill>
                <a:latin typeface="Arial" panose="020B0604020202020204" pitchFamily="34" charset="0"/>
                <a:cs typeface="Arial" panose="020B0604020202020204" pitchFamily="34" charset="0"/>
              </a:rPr>
              <a:t>access</a:t>
            </a:r>
            <a:r>
              <a:rPr lang="en-GB" sz="2400" dirty="0">
                <a:solidFill>
                  <a:schemeClr val="bg1"/>
                </a:solidFill>
                <a:latin typeface="Arial" panose="020B0604020202020204" pitchFamily="34" charset="0"/>
                <a:cs typeface="Arial" panose="020B0604020202020204" pitchFamily="34" charset="0"/>
              </a:rPr>
              <a:t>, </a:t>
            </a:r>
            <a:r>
              <a:rPr lang="en-GB" sz="2400" b="1" dirty="0">
                <a:solidFill>
                  <a:schemeClr val="accent4">
                    <a:lumMod val="40000"/>
                    <a:lumOff val="60000"/>
                  </a:schemeClr>
                </a:solidFill>
                <a:latin typeface="Arial" panose="020B0604020202020204" pitchFamily="34" charset="0"/>
                <a:cs typeface="Arial" panose="020B0604020202020204" pitchFamily="34" charset="0"/>
              </a:rPr>
              <a:t>rectification</a:t>
            </a:r>
            <a:r>
              <a:rPr lang="en-GB" sz="2400" dirty="0">
                <a:solidFill>
                  <a:schemeClr val="bg1"/>
                </a:solidFill>
                <a:latin typeface="Arial" panose="020B0604020202020204" pitchFamily="34" charset="0"/>
                <a:cs typeface="Arial" panose="020B0604020202020204" pitchFamily="34" charset="0"/>
              </a:rPr>
              <a:t>, </a:t>
            </a:r>
            <a:r>
              <a:rPr lang="en-GB" sz="2400" b="1" dirty="0">
                <a:solidFill>
                  <a:schemeClr val="accent4">
                    <a:lumMod val="40000"/>
                    <a:lumOff val="60000"/>
                  </a:schemeClr>
                </a:solidFill>
                <a:latin typeface="Arial" panose="020B0604020202020204" pitchFamily="34" charset="0"/>
                <a:cs typeface="Arial" panose="020B0604020202020204" pitchFamily="34" charset="0"/>
              </a:rPr>
              <a:t>objection</a:t>
            </a:r>
            <a:r>
              <a:rPr lang="en-GB" sz="2400" dirty="0">
                <a:solidFill>
                  <a:schemeClr val="bg1"/>
                </a:solidFill>
                <a:latin typeface="Arial" panose="020B0604020202020204" pitchFamily="34" charset="0"/>
                <a:cs typeface="Arial" panose="020B0604020202020204" pitchFamily="34" charset="0"/>
              </a:rPr>
              <a:t>, </a:t>
            </a:r>
            <a:r>
              <a:rPr lang="en-GB" sz="2400" b="1" dirty="0">
                <a:solidFill>
                  <a:schemeClr val="accent4">
                    <a:lumMod val="40000"/>
                    <a:lumOff val="60000"/>
                  </a:schemeClr>
                </a:solidFill>
                <a:latin typeface="Arial" panose="020B0604020202020204" pitchFamily="34" charset="0"/>
                <a:cs typeface="Arial" panose="020B0604020202020204" pitchFamily="34" charset="0"/>
              </a:rPr>
              <a:t>explanation</a:t>
            </a:r>
            <a:r>
              <a:rPr lang="en-GB" sz="2400" dirty="0">
                <a:solidFill>
                  <a:schemeClr val="bg1"/>
                </a:solidFill>
                <a:latin typeface="Arial" panose="020B0604020202020204" pitchFamily="34" charset="0"/>
                <a:cs typeface="Arial" panose="020B0604020202020204" pitchFamily="34" charset="0"/>
              </a:rPr>
              <a:t> &amp; </a:t>
            </a:r>
            <a:r>
              <a:rPr lang="en-GB" sz="2400" b="1" dirty="0">
                <a:solidFill>
                  <a:schemeClr val="accent4">
                    <a:lumMod val="40000"/>
                    <a:lumOff val="60000"/>
                  </a:schemeClr>
                </a:solidFill>
                <a:latin typeface="Arial" panose="020B0604020202020204" pitchFamily="34" charset="0"/>
                <a:cs typeface="Arial" panose="020B0604020202020204" pitchFamily="34" charset="0"/>
              </a:rPr>
              <a:t>human intervention</a:t>
            </a:r>
            <a:r>
              <a:rPr lang="en-GB" sz="2400" b="1" dirty="0">
                <a:solidFill>
                  <a:schemeClr val="bg1"/>
                </a:solidFill>
                <a:latin typeface="Arial" panose="020B0604020202020204" pitchFamily="34" charset="0"/>
                <a:cs typeface="Arial" panose="020B0604020202020204" pitchFamily="34" charset="0"/>
              </a:rPr>
              <a:t> </a:t>
            </a:r>
            <a:r>
              <a:rPr lang="en-GB" sz="2400" dirty="0">
                <a:solidFill>
                  <a:schemeClr val="bg1"/>
                </a:solidFill>
                <a:latin typeface="Arial" panose="020B0604020202020204" pitchFamily="34" charset="0"/>
                <a:cs typeface="Arial" panose="020B0604020202020204" pitchFamily="34" charset="0"/>
              </a:rPr>
              <a:t>for significant fully-automated decisions), ensure </a:t>
            </a:r>
            <a:r>
              <a:rPr lang="en-GB" sz="2400" b="1" dirty="0">
                <a:solidFill>
                  <a:schemeClr val="accent4">
                    <a:lumMod val="40000"/>
                    <a:lumOff val="60000"/>
                  </a:schemeClr>
                </a:solidFill>
                <a:latin typeface="Arial" panose="020B0604020202020204" pitchFamily="34" charset="0"/>
                <a:cs typeface="Arial" panose="020B0604020202020204" pitchFamily="34" charset="0"/>
              </a:rPr>
              <a:t>compliance by processors</a:t>
            </a:r>
            <a:r>
              <a:rPr lang="en-GB" sz="2400" b="1"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202447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538167AC-1772-9EF2-3D90-FE240C29B89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0983E2D-E660-7D17-16E6-9B0DF227DF0F}"/>
              </a:ext>
            </a:extLst>
          </p:cNvPr>
          <p:cNvSpPr>
            <a:spLocks noGrp="1"/>
          </p:cNvSpPr>
          <p:nvPr>
            <p:ph type="title"/>
          </p:nvPr>
        </p:nvSpPr>
        <p:spPr>
          <a:xfrm>
            <a:off x="431280" y="360198"/>
            <a:ext cx="8129790" cy="502701"/>
          </a:xfrm>
        </p:spPr>
        <p:txBody>
          <a:bodyPr/>
          <a:lstStyle/>
          <a:p>
            <a:r>
              <a:rPr lang="en-GB" sz="3600" dirty="0">
                <a:latin typeface="Arial" panose="020B0604020202020204" pitchFamily="34" charset="0"/>
                <a:cs typeface="Arial" panose="020B0604020202020204" pitchFamily="34" charset="0"/>
              </a:rPr>
              <a:t>Suggestions for privacy risk mitigations</a:t>
            </a:r>
            <a:r>
              <a:rPr lang="en-GB" sz="3600" dirty="0">
                <a:solidFill>
                  <a:schemeClr val="bg1"/>
                </a:solidFill>
                <a:latin typeface="Arial" panose="020B0604020202020204" pitchFamily="34" charset="0"/>
                <a:cs typeface="Arial" panose="020B0604020202020204" pitchFamily="34" charset="0"/>
              </a:rPr>
              <a:t> </a:t>
            </a:r>
            <a:br>
              <a:rPr lang="en-GB" sz="3600" dirty="0">
                <a:solidFill>
                  <a:schemeClr val="bg1"/>
                </a:solidFill>
                <a:latin typeface="Arial" panose="020B0604020202020204" pitchFamily="34" charset="0"/>
                <a:cs typeface="Arial" panose="020B0604020202020204" pitchFamily="34" charset="0"/>
              </a:rPr>
            </a:br>
            <a:endParaRPr lang="en-GB" sz="3600" dirty="0">
              <a:latin typeface="Arial" panose="020B0604020202020204" pitchFamily="34" charset="0"/>
              <a:cs typeface="Arial" panose="020B0604020202020204" pitchFamily="34" charset="0"/>
            </a:endParaRPr>
          </a:p>
        </p:txBody>
      </p:sp>
      <p:sp>
        <p:nvSpPr>
          <p:cNvPr id="10" name="Subtitle 9">
            <a:extLst>
              <a:ext uri="{FF2B5EF4-FFF2-40B4-BE49-F238E27FC236}">
                <a16:creationId xmlns:a16="http://schemas.microsoft.com/office/drawing/2014/main" id="{EE70FA3B-5770-DE3D-6D76-D84BC7477C95}"/>
              </a:ext>
              <a:ext uri="{C183D7F6-B498-43B3-948B-1728B52AA6E4}">
                <adec:decorative xmlns:adec="http://schemas.microsoft.com/office/drawing/2017/decorative" val="1"/>
              </a:ext>
            </a:extLst>
          </p:cNvPr>
          <p:cNvSpPr>
            <a:spLocks noGrp="1"/>
          </p:cNvSpPr>
          <p:nvPr>
            <p:ph type="subTitle" idx="1"/>
          </p:nvPr>
        </p:nvSpPr>
        <p:spPr>
          <a:xfrm>
            <a:off x="167696" y="632067"/>
            <a:ext cx="8229600" cy="502701"/>
          </a:xfrm>
        </p:spPr>
        <p:txBody>
          <a:bodyPr/>
          <a:lstStyle/>
          <a:p>
            <a:r>
              <a:rPr lang="en-GB" dirty="0"/>
              <a:t>  </a:t>
            </a:r>
          </a:p>
        </p:txBody>
      </p:sp>
      <p:sp>
        <p:nvSpPr>
          <p:cNvPr id="13" name="Text Placeholder 12">
            <a:extLst>
              <a:ext uri="{FF2B5EF4-FFF2-40B4-BE49-F238E27FC236}">
                <a16:creationId xmlns:a16="http://schemas.microsoft.com/office/drawing/2014/main" id="{C548DB2D-9277-2ADC-EE63-63F77A342CBA}"/>
              </a:ext>
            </a:extLst>
          </p:cNvPr>
          <p:cNvSpPr>
            <a:spLocks noGrp="1"/>
          </p:cNvSpPr>
          <p:nvPr>
            <p:ph type="body" sz="quarter" idx="14"/>
          </p:nvPr>
        </p:nvSpPr>
        <p:spPr>
          <a:xfrm>
            <a:off x="431280" y="1003356"/>
            <a:ext cx="8524792" cy="5222577"/>
          </a:xfrm>
        </p:spPr>
        <p:txBody>
          <a:bodyPr/>
          <a:lstStyle/>
          <a:p>
            <a:pPr marL="0" indent="0" algn="l">
              <a:lnSpc>
                <a:spcPct val="120000"/>
              </a:lnSpc>
              <a:buNone/>
            </a:pPr>
            <a:r>
              <a:rPr lang="en-US" sz="2400" b="0" i="0" dirty="0">
                <a:solidFill>
                  <a:schemeClr val="bg1"/>
                </a:solidFill>
                <a:effectLst/>
                <a:latin typeface="Arial" panose="020B0604020202020204" pitchFamily="34" charset="0"/>
                <a:cs typeface="Arial" panose="020B0604020202020204" pitchFamily="34" charset="0"/>
              </a:rPr>
              <a:t>- not collecting some types of data</a:t>
            </a:r>
          </a:p>
          <a:p>
            <a:pPr marL="0" indent="0" algn="l">
              <a:lnSpc>
                <a:spcPct val="120000"/>
              </a:lnSpc>
              <a:buNone/>
            </a:pPr>
            <a:r>
              <a:rPr lang="en-US" sz="2400" dirty="0">
                <a:solidFill>
                  <a:schemeClr val="bg1"/>
                </a:solidFill>
                <a:latin typeface="Arial" panose="020B0604020202020204" pitchFamily="34" charset="0"/>
                <a:cs typeface="Arial" panose="020B0604020202020204" pitchFamily="34" charset="0"/>
              </a:rPr>
              <a:t>- </a:t>
            </a:r>
            <a:r>
              <a:rPr lang="en-US" sz="2400" b="0" i="0" dirty="0">
                <a:solidFill>
                  <a:schemeClr val="bg1"/>
                </a:solidFill>
                <a:effectLst/>
                <a:latin typeface="Arial" panose="020B0604020202020204" pitchFamily="34" charset="0"/>
                <a:cs typeface="Arial" panose="020B0604020202020204" pitchFamily="34" charset="0"/>
              </a:rPr>
              <a:t>reducing processing scope</a:t>
            </a:r>
          </a:p>
          <a:p>
            <a:pPr algn="l">
              <a:lnSpc>
                <a:spcPct val="120000"/>
              </a:lnSpc>
              <a:buFontTx/>
              <a:buChar char="-"/>
            </a:pPr>
            <a:r>
              <a:rPr lang="en-US" sz="2400" b="0" i="0" dirty="0">
                <a:solidFill>
                  <a:schemeClr val="bg1"/>
                </a:solidFill>
                <a:effectLst/>
                <a:latin typeface="Arial" panose="020B0604020202020204" pitchFamily="34" charset="0"/>
                <a:cs typeface="Arial" panose="020B0604020202020204" pitchFamily="34" charset="0"/>
              </a:rPr>
              <a:t>reducing retention periods</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anonymising</a:t>
            </a:r>
            <a:r>
              <a:rPr lang="en-US" sz="2400" dirty="0">
                <a:solidFill>
                  <a:schemeClr val="bg1"/>
                </a:solidFill>
                <a:latin typeface="Arial" panose="020B0604020202020204" pitchFamily="34" charset="0"/>
                <a:cs typeface="Arial" panose="020B0604020202020204" pitchFamily="34" charset="0"/>
              </a:rPr>
              <a:t> / pseudonymizing data</a:t>
            </a:r>
            <a:endParaRPr lang="en-US" sz="2400" b="0" i="0" dirty="0">
              <a:solidFill>
                <a:schemeClr val="bg1"/>
              </a:solidFill>
              <a:effectLst/>
              <a:latin typeface="Arial" panose="020B0604020202020204" pitchFamily="34" charset="0"/>
              <a:cs typeface="Arial" panose="020B0604020202020204" pitchFamily="34" charset="0"/>
            </a:endParaRPr>
          </a:p>
          <a:p>
            <a:pPr algn="l">
              <a:lnSpc>
                <a:spcPct val="120000"/>
              </a:lnSpc>
              <a:buFontTx/>
              <a:buChar char="-"/>
            </a:pPr>
            <a:r>
              <a:rPr lang="en-US" sz="2400" dirty="0">
                <a:solidFill>
                  <a:schemeClr val="bg1"/>
                </a:solidFill>
                <a:latin typeface="Arial" panose="020B0604020202020204" pitchFamily="34" charset="0"/>
                <a:cs typeface="Arial" panose="020B0604020202020204" pitchFamily="34" charset="0"/>
              </a:rPr>
              <a:t>e</a:t>
            </a:r>
            <a:r>
              <a:rPr lang="en-US" sz="2400" b="0" i="0" dirty="0">
                <a:solidFill>
                  <a:schemeClr val="bg1"/>
                </a:solidFill>
                <a:effectLst/>
                <a:latin typeface="Arial" panose="020B0604020202020204" pitchFamily="34" charset="0"/>
                <a:cs typeface="Arial" panose="020B0604020202020204" pitchFamily="34" charset="0"/>
              </a:rPr>
              <a:t>xtra technological security measures</a:t>
            </a:r>
          </a:p>
          <a:p>
            <a:pPr marL="0" indent="0" algn="l">
              <a:lnSpc>
                <a:spcPct val="120000"/>
              </a:lnSpc>
              <a:buNone/>
            </a:pPr>
            <a:r>
              <a:rPr lang="en-US" sz="2400" dirty="0">
                <a:solidFill>
                  <a:schemeClr val="bg1"/>
                </a:solidFill>
                <a:latin typeface="Arial" panose="020B0604020202020204" pitchFamily="34" charset="0"/>
                <a:cs typeface="Arial" panose="020B0604020202020204" pitchFamily="34" charset="0"/>
              </a:rPr>
              <a:t>- </a:t>
            </a:r>
            <a:r>
              <a:rPr lang="en-US" sz="2400" b="0" i="0" dirty="0">
                <a:solidFill>
                  <a:schemeClr val="bg1"/>
                </a:solidFill>
                <a:effectLst/>
                <a:latin typeface="Arial" panose="020B0604020202020204" pitchFamily="34" charset="0"/>
                <a:cs typeface="Arial" panose="020B0604020202020204" pitchFamily="34" charset="0"/>
              </a:rPr>
              <a:t>staff training to anticipate and manage risks</a:t>
            </a:r>
          </a:p>
          <a:p>
            <a:pPr marL="0" indent="0" algn="l">
              <a:lnSpc>
                <a:spcPct val="120000"/>
              </a:lnSpc>
              <a:buNone/>
            </a:pPr>
            <a:r>
              <a:rPr lang="en-US" sz="2400" b="0" i="0" dirty="0">
                <a:solidFill>
                  <a:schemeClr val="bg1"/>
                </a:solidFill>
                <a:effectLst/>
                <a:latin typeface="Arial" panose="020B0604020202020204" pitchFamily="34" charset="0"/>
                <a:cs typeface="Arial" panose="020B0604020202020204" pitchFamily="34" charset="0"/>
              </a:rPr>
              <a:t>- internal guidance documents or processes </a:t>
            </a:r>
          </a:p>
          <a:p>
            <a:pPr marL="0" indent="0" algn="l">
              <a:lnSpc>
                <a:spcPct val="120000"/>
              </a:lnSpc>
              <a:buNone/>
            </a:pPr>
            <a:r>
              <a:rPr lang="en-US" sz="2400" b="0" i="0" dirty="0">
                <a:solidFill>
                  <a:schemeClr val="bg1"/>
                </a:solidFill>
                <a:effectLst/>
                <a:latin typeface="Arial" panose="020B0604020202020204" pitchFamily="34" charset="0"/>
                <a:cs typeface="Arial" panose="020B0604020202020204" pitchFamily="34" charset="0"/>
              </a:rPr>
              <a:t>- using different technology</a:t>
            </a:r>
          </a:p>
          <a:p>
            <a:pPr marL="0" indent="0" algn="l">
              <a:lnSpc>
                <a:spcPct val="120000"/>
              </a:lnSpc>
              <a:buNone/>
            </a:pPr>
            <a:r>
              <a:rPr lang="en-US" sz="2400" b="0" i="0" dirty="0">
                <a:solidFill>
                  <a:schemeClr val="bg1"/>
                </a:solidFill>
                <a:effectLst/>
                <a:latin typeface="Arial" panose="020B0604020202020204" pitchFamily="34" charset="0"/>
                <a:cs typeface="Arial" panose="020B0604020202020204" pitchFamily="34" charset="0"/>
              </a:rPr>
              <a:t>- data-sharing agreements </a:t>
            </a:r>
          </a:p>
          <a:p>
            <a:pPr marL="0" indent="0" algn="l">
              <a:lnSpc>
                <a:spcPct val="120000"/>
              </a:lnSpc>
              <a:buNone/>
            </a:pPr>
            <a:r>
              <a:rPr lang="en-US" sz="2400" b="0" i="0" dirty="0">
                <a:solidFill>
                  <a:schemeClr val="bg1"/>
                </a:solidFill>
                <a:effectLst/>
                <a:latin typeface="Arial" panose="020B0604020202020204" pitchFamily="34" charset="0"/>
                <a:cs typeface="Arial" panose="020B0604020202020204" pitchFamily="34" charset="0"/>
              </a:rPr>
              <a:t>- changes to privacy notices</a:t>
            </a:r>
          </a:p>
          <a:p>
            <a:pPr marL="0" indent="0" algn="l">
              <a:lnSpc>
                <a:spcPct val="120000"/>
              </a:lnSpc>
              <a:buNone/>
            </a:pPr>
            <a:r>
              <a:rPr lang="en-US" sz="2400" dirty="0">
                <a:solidFill>
                  <a:schemeClr val="bg1"/>
                </a:solidFill>
                <a:latin typeface="Arial" panose="020B0604020202020204" pitchFamily="34" charset="0"/>
                <a:cs typeface="Arial" panose="020B0604020202020204" pitchFamily="34" charset="0"/>
              </a:rPr>
              <a:t>- o</a:t>
            </a:r>
            <a:r>
              <a:rPr lang="en-US" sz="2400" b="0" i="0" dirty="0">
                <a:solidFill>
                  <a:schemeClr val="bg1"/>
                </a:solidFill>
                <a:effectLst/>
                <a:latin typeface="Arial" panose="020B0604020202020204" pitchFamily="34" charset="0"/>
                <a:cs typeface="Arial" panose="020B0604020202020204" pitchFamily="34" charset="0"/>
              </a:rPr>
              <a:t>pt-outs</a:t>
            </a:r>
          </a:p>
          <a:p>
            <a:pPr algn="l">
              <a:lnSpc>
                <a:spcPct val="120000"/>
              </a:lnSpc>
              <a:buFontTx/>
              <a:buChar char="-"/>
            </a:pPr>
            <a:r>
              <a:rPr lang="en-US" sz="2400" b="0" i="0" dirty="0">
                <a:solidFill>
                  <a:schemeClr val="bg1"/>
                </a:solidFill>
                <a:effectLst/>
                <a:latin typeface="Arial" panose="020B0604020202020204" pitchFamily="34" charset="0"/>
                <a:cs typeface="Arial" panose="020B0604020202020204" pitchFamily="34" charset="0"/>
              </a:rPr>
              <a:t>new systems to help individuals to exercise rights</a:t>
            </a:r>
          </a:p>
          <a:p>
            <a:pPr lvl="6">
              <a:lnSpc>
                <a:spcPct val="120000"/>
              </a:lnSpc>
              <a:buFontTx/>
              <a:buChar char="-"/>
            </a:pPr>
            <a:r>
              <a:rPr lang="en-US" sz="2400" dirty="0">
                <a:solidFill>
                  <a:schemeClr val="bg1"/>
                </a:solidFill>
                <a:latin typeface="Arial" panose="020B0604020202020204" pitchFamily="34" charset="0"/>
                <a:cs typeface="Arial" panose="020B0604020202020204" pitchFamily="34" charset="0"/>
              </a:rPr>
              <a:t>ICO, “How do we do a DPIA?”</a:t>
            </a:r>
            <a:endParaRPr lang="en-US" sz="2400" dirty="0">
              <a:latin typeface="Arial" panose="020B0604020202020204" pitchFamily="34" charset="0"/>
              <a:cs typeface="Arial" panose="020B0604020202020204" pitchFamily="34" charset="0"/>
            </a:endParaRPr>
          </a:p>
          <a:p>
            <a:pPr marL="0" indent="0">
              <a:lnSpc>
                <a:spcPct val="120000"/>
              </a:lnSpc>
              <a:buNone/>
            </a:pPr>
            <a:endParaRPr lang="en-US" sz="2400" dirty="0">
              <a:latin typeface="Arial" panose="020B0604020202020204" pitchFamily="34" charset="0"/>
              <a:cs typeface="Arial" panose="020B0604020202020204" pitchFamily="34" charset="0"/>
              <a:hlinkClick r:id="rId3"/>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6069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E19F775C-70BB-5753-37E7-16297649075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A073ED-5F96-E717-41D7-7D22E6B05E49}"/>
              </a:ext>
            </a:extLst>
          </p:cNvPr>
          <p:cNvSpPr>
            <a:spLocks noGrp="1"/>
          </p:cNvSpPr>
          <p:nvPr>
            <p:ph type="title"/>
          </p:nvPr>
        </p:nvSpPr>
        <p:spPr/>
        <p:txBody>
          <a:bodyPr/>
          <a:lstStyle/>
          <a:p>
            <a:r>
              <a:rPr lang="en-US" sz="3600" dirty="0">
                <a:latin typeface="Arial" panose="020B0604020202020204" pitchFamily="34" charset="0"/>
                <a:cs typeface="Arial" panose="020B0604020202020204" pitchFamily="34" charset="0"/>
              </a:rPr>
              <a:t>Right to be informed </a:t>
            </a:r>
            <a:r>
              <a:rPr lang="en-GB" sz="3600" dirty="0">
                <a:latin typeface="Arial" panose="020B0604020202020204" pitchFamily="34" charset="0"/>
                <a:cs typeface="Arial" panose="020B0604020202020204" pitchFamily="34" charset="0"/>
              </a:rPr>
              <a:t>of AI training use</a:t>
            </a:r>
          </a:p>
        </p:txBody>
      </p:sp>
      <p:sp>
        <p:nvSpPr>
          <p:cNvPr id="10" name="Subtitle 9">
            <a:extLst>
              <a:ext uri="{FF2B5EF4-FFF2-40B4-BE49-F238E27FC236}">
                <a16:creationId xmlns:a16="http://schemas.microsoft.com/office/drawing/2014/main" id="{36EF9A9A-4641-F210-C455-FB8057280423}"/>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13AF97BC-61C0-8129-4169-8E24885DA750}"/>
              </a:ext>
            </a:extLst>
          </p:cNvPr>
          <p:cNvSpPr>
            <a:spLocks noGrp="1"/>
          </p:cNvSpPr>
          <p:nvPr>
            <p:ph type="body" sz="quarter" idx="14"/>
          </p:nvPr>
        </p:nvSpPr>
        <p:spPr>
          <a:xfrm>
            <a:off x="531091" y="1272650"/>
            <a:ext cx="8029980" cy="5222577"/>
          </a:xfrm>
        </p:spPr>
        <p:txBody>
          <a:bodyPr/>
          <a:lstStyle/>
          <a:p>
            <a:pPr marL="0" indent="0">
              <a:lnSpc>
                <a:spcPct val="120000"/>
              </a:lnSpc>
              <a:buNone/>
            </a:pPr>
            <a:r>
              <a:rPr lang="en-US" sz="2400" b="0" i="0" dirty="0">
                <a:solidFill>
                  <a:schemeClr val="bg1"/>
                </a:solidFill>
                <a:effectLst/>
                <a:latin typeface="Arial" panose="020B0604020202020204" pitchFamily="34" charset="0"/>
                <a:cs typeface="Arial" panose="020B0604020202020204" pitchFamily="34" charset="0"/>
              </a:rPr>
              <a:t>You must inform individuals if their personal data is going to be used to train an AI system</a:t>
            </a:r>
          </a:p>
          <a:p>
            <a:pPr>
              <a:lnSpc>
                <a:spcPct val="120000"/>
              </a:lnSpc>
              <a:buFontTx/>
              <a:buChar char="-"/>
            </a:pPr>
            <a:r>
              <a:rPr lang="en-US" sz="2400" dirty="0">
                <a:solidFill>
                  <a:schemeClr val="bg1"/>
                </a:solidFill>
                <a:latin typeface="Arial" panose="020B0604020202020204" pitchFamily="34" charset="0"/>
                <a:cs typeface="Arial" panose="020B0604020202020204" pitchFamily="34" charset="0"/>
              </a:rPr>
              <a:t>Including if data was originally obtained for another use</a:t>
            </a:r>
          </a:p>
          <a:p>
            <a:pPr marL="0" indent="0">
              <a:lnSpc>
                <a:spcPct val="120000"/>
              </a:lnSpc>
              <a:buNone/>
            </a:pPr>
            <a:r>
              <a:rPr lang="en-US" sz="2400" b="0" i="0" dirty="0">
                <a:solidFill>
                  <a:schemeClr val="bg1"/>
                </a:solidFill>
                <a:effectLst/>
                <a:latin typeface="Arial" panose="020B0604020202020204" pitchFamily="34" charset="0"/>
                <a:cs typeface="Arial" panose="020B0604020202020204" pitchFamily="34" charset="0"/>
              </a:rPr>
              <a:t>- if data not obtained directly, inform within a month</a:t>
            </a:r>
          </a:p>
          <a:p>
            <a:pPr marL="0" indent="0">
              <a:lnSpc>
                <a:spcPct val="120000"/>
              </a:lnSpc>
              <a:buNone/>
            </a:pPr>
            <a:endParaRPr lang="en-US" sz="2400" b="0" i="0" dirty="0">
              <a:solidFill>
                <a:schemeClr val="bg1"/>
              </a:solidFill>
              <a:effectLst/>
              <a:latin typeface="Arial" panose="020B0604020202020204" pitchFamily="34" charset="0"/>
              <a:cs typeface="Arial" panose="020B0604020202020204" pitchFamily="34" charset="0"/>
            </a:endParaRPr>
          </a:p>
          <a:p>
            <a:pPr marL="0" indent="0">
              <a:lnSpc>
                <a:spcPct val="120000"/>
              </a:lnSpc>
              <a:buNone/>
            </a:pPr>
            <a:r>
              <a:rPr lang="en-US" sz="2400" dirty="0">
                <a:solidFill>
                  <a:schemeClr val="bg1"/>
                </a:solidFill>
                <a:latin typeface="Arial" panose="020B0604020202020204" pitchFamily="34" charset="0"/>
              </a:rPr>
              <a:t>If disproportionately difficult to communicate directly, take appropriate measures: “For example, you could provide public information explaining </a:t>
            </a:r>
            <a:r>
              <a:rPr lang="en-US" sz="2400" b="1" dirty="0">
                <a:solidFill>
                  <a:schemeClr val="accent4">
                    <a:lumMod val="40000"/>
                    <a:lumOff val="60000"/>
                  </a:schemeClr>
                </a:solidFill>
                <a:latin typeface="Arial" panose="020B0604020202020204" pitchFamily="34" charset="0"/>
              </a:rPr>
              <a:t>where you obtained the data from that you use to train your AI system, and how to object</a:t>
            </a:r>
            <a:r>
              <a:rPr lang="en-US" sz="2400" dirty="0">
                <a:solidFill>
                  <a:schemeClr val="bg1"/>
                </a:solidFill>
                <a:latin typeface="Arial" panose="020B0604020202020204" pitchFamily="34" charset="0"/>
              </a:rPr>
              <a:t>”. </a:t>
            </a:r>
          </a:p>
          <a:p>
            <a:pPr marL="0" indent="0">
              <a:lnSpc>
                <a:spcPct val="120000"/>
              </a:lnSpc>
              <a:buNone/>
            </a:pPr>
            <a:r>
              <a:rPr lang="en-US" sz="2400" dirty="0">
                <a:solidFill>
                  <a:schemeClr val="bg1"/>
                </a:solidFill>
                <a:latin typeface="Arial" panose="020B0604020202020204" pitchFamily="34" charset="0"/>
              </a:rPr>
              <a:t>						- ICO, “How do we ensure individual 							rights in our AI systems?” </a:t>
            </a:r>
          </a:p>
          <a:p>
            <a:pPr marL="0" indent="0">
              <a:lnSpc>
                <a:spcPct val="100000"/>
              </a:lnSpc>
              <a:buNone/>
            </a:pPr>
            <a:endParaRPr lang="en-US"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3307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603713B2-3B2C-76EE-B9E1-0F04A900AD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07ABAE9-372B-9100-B46F-751A213D5021}"/>
              </a:ext>
            </a:extLst>
          </p:cNvPr>
          <p:cNvSpPr>
            <a:spLocks noGrp="1"/>
          </p:cNvSpPr>
          <p:nvPr>
            <p:ph type="title"/>
          </p:nvPr>
        </p:nvSpPr>
        <p:spPr>
          <a:xfrm>
            <a:off x="331470" y="360198"/>
            <a:ext cx="8481060" cy="726730"/>
          </a:xfrm>
        </p:spPr>
        <p:txBody>
          <a:bodyPr/>
          <a:lstStyle/>
          <a:p>
            <a:r>
              <a:rPr lang="en-US" sz="3600" dirty="0">
                <a:latin typeface="Arial" panose="020B0604020202020204" pitchFamily="34" charset="0"/>
                <a:cs typeface="Arial" panose="020B0604020202020204" pitchFamily="34" charset="0"/>
              </a:rPr>
              <a:t>Right to be informed</a:t>
            </a:r>
            <a:endParaRPr lang="en-GB" sz="3600" dirty="0">
              <a:latin typeface="Arial" panose="020B0604020202020204" pitchFamily="34" charset="0"/>
              <a:cs typeface="Arial" panose="020B0604020202020204" pitchFamily="34" charset="0"/>
            </a:endParaRPr>
          </a:p>
        </p:txBody>
      </p:sp>
      <p:sp>
        <p:nvSpPr>
          <p:cNvPr id="10" name="Subtitle 9">
            <a:extLst>
              <a:ext uri="{FF2B5EF4-FFF2-40B4-BE49-F238E27FC236}">
                <a16:creationId xmlns:a16="http://schemas.microsoft.com/office/drawing/2014/main" id="{4210D49A-4623-E52C-1BB7-B366F5CEEDC2}"/>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B768AB35-A5B1-C86E-C35D-0A03BF9CCFDE}"/>
              </a:ext>
            </a:extLst>
          </p:cNvPr>
          <p:cNvSpPr>
            <a:spLocks noGrp="1"/>
          </p:cNvSpPr>
          <p:nvPr>
            <p:ph type="body" sz="quarter" idx="14"/>
          </p:nvPr>
        </p:nvSpPr>
        <p:spPr>
          <a:xfrm>
            <a:off x="431279" y="1280968"/>
            <a:ext cx="8608217" cy="5019067"/>
          </a:xfrm>
        </p:spPr>
        <p:txBody>
          <a:bodyPr/>
          <a:lstStyle/>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Lapine (digital artist) found medical photos of herself in the LAION database</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“It’s bad enough to have a photo leaked, but now it’s part of a product”</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	- Ars Technica, 21 Sept 2022</a:t>
            </a:r>
          </a:p>
          <a:p>
            <a:pPr marL="0" indent="0">
              <a:lnSpc>
                <a:spcPct val="120000"/>
              </a:lnSpc>
              <a:buNone/>
            </a:pPr>
            <a:endParaRPr lang="en-US"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Spawning.ai browser extension: </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 Has data on this web page been used in public training sets?</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 opt out of future AI training use</a:t>
            </a:r>
          </a:p>
          <a:p>
            <a:pPr>
              <a:lnSpc>
                <a:spcPct val="120000"/>
              </a:lnSpc>
              <a:buFontTx/>
              <a:buChar char="-"/>
            </a:pPr>
            <a:r>
              <a:rPr lang="en-US" sz="2400" dirty="0">
                <a:solidFill>
                  <a:schemeClr val="bg1"/>
                </a:solidFill>
                <a:latin typeface="Arial" panose="020B0604020202020204" pitchFamily="34" charset="0"/>
                <a:cs typeface="Arial" panose="020B0604020202020204" pitchFamily="34" charset="0"/>
              </a:rPr>
              <a:t>opt-out respected by Stability AI and </a:t>
            </a:r>
            <a:r>
              <a:rPr lang="en-US" sz="2400" dirty="0" err="1">
                <a:solidFill>
                  <a:schemeClr val="bg1"/>
                </a:solidFill>
                <a:latin typeface="Arial" panose="020B0604020202020204" pitchFamily="34" charset="0"/>
                <a:cs typeface="Arial" panose="020B0604020202020204" pitchFamily="34" charset="0"/>
              </a:rPr>
              <a:t>HuggingFace</a:t>
            </a:r>
            <a:endParaRPr lang="en-US" sz="2400" dirty="0">
              <a:solidFill>
                <a:schemeClr val="bg1"/>
              </a:solidFill>
              <a:latin typeface="Arial" panose="020B0604020202020204" pitchFamily="34" charset="0"/>
              <a:cs typeface="Arial" panose="020B0604020202020204" pitchFamily="34" charset="0"/>
            </a:endParaRPr>
          </a:p>
          <a:p>
            <a:pPr marL="0" indent="0">
              <a:lnSpc>
                <a:spcPct val="120000"/>
              </a:lnSpc>
              <a:buNone/>
            </a:pPr>
            <a:endParaRPr lang="en-US"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Research on “machine unlearning”, </a:t>
            </a:r>
            <a:r>
              <a:rPr lang="en-US" sz="2400" dirty="0" err="1">
                <a:solidFill>
                  <a:schemeClr val="bg1"/>
                </a:solidFill>
                <a:latin typeface="Arial" panose="020B0604020202020204" pitchFamily="34" charset="0"/>
                <a:cs typeface="Arial" panose="020B0604020202020204" pitchFamily="34" charset="0"/>
              </a:rPr>
              <a:t>Bourtoule</a:t>
            </a:r>
            <a:r>
              <a:rPr lang="en-US" sz="2400" dirty="0">
                <a:solidFill>
                  <a:schemeClr val="bg1"/>
                </a:solidFill>
                <a:latin typeface="Arial" panose="020B0604020202020204" pitchFamily="34" charset="0"/>
                <a:cs typeface="Arial" panose="020B0604020202020204" pitchFamily="34" charset="0"/>
              </a:rPr>
              <a:t> et al.</a:t>
            </a: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422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10" name="Subtitle 9">
            <a:extLs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Technology is not neutral</a:t>
            </a:r>
          </a:p>
        </p:txBody>
      </p:sp>
      <p:sp>
        <p:nvSpPr>
          <p:cNvPr id="13" name="Text Placeholder 12">
            <a:extLst>
              <a:ext uri="{FF2B5EF4-FFF2-40B4-BE49-F238E27FC236}">
                <a16:creationId xmlns:a16="http://schemas.microsoft.com/office/drawing/2014/main" id="{9731E58D-2B0D-44C2-985F-3AE02C2A86FD}"/>
              </a:ext>
            </a:extLst>
          </p:cNvPr>
          <p:cNvSpPr>
            <a:spLocks noGrp="1"/>
          </p:cNvSpPr>
          <p:nvPr>
            <p:ph type="body" sz="quarter" idx="14"/>
          </p:nvPr>
        </p:nvSpPr>
        <p:spPr>
          <a:xfrm>
            <a:off x="531091" y="1272650"/>
            <a:ext cx="8229600" cy="5222577"/>
          </a:xfrm>
        </p:spPr>
        <p:txBody>
          <a:bodyPr/>
          <a:lstStyle/>
          <a:p>
            <a:pPr marL="0" indent="0">
              <a:lnSpc>
                <a:spcPct val="120000"/>
              </a:lnSpc>
              <a:buNone/>
            </a:pPr>
            <a:r>
              <a:rPr lang="en-GB" sz="3200" dirty="0">
                <a:solidFill>
                  <a:schemeClr val="bg1"/>
                </a:solidFill>
                <a:latin typeface="Arial" panose="020B0604020202020204" pitchFamily="34" charset="0"/>
                <a:cs typeface="Arial" panose="020B0604020202020204" pitchFamily="34" charset="0"/>
              </a:rPr>
              <a:t>“Technology is neither good nor bad; </a:t>
            </a:r>
          </a:p>
          <a:p>
            <a:pPr marL="0" indent="0">
              <a:lnSpc>
                <a:spcPct val="120000"/>
              </a:lnSpc>
              <a:buNone/>
            </a:pPr>
            <a:r>
              <a:rPr lang="en-GB" sz="3200" b="1" dirty="0">
                <a:solidFill>
                  <a:schemeClr val="accent3">
                    <a:lumMod val="40000"/>
                    <a:lumOff val="60000"/>
                  </a:schemeClr>
                </a:solidFill>
                <a:latin typeface="Arial" panose="020B0604020202020204" pitchFamily="34" charset="0"/>
                <a:cs typeface="Arial" panose="020B0604020202020204" pitchFamily="34" charset="0"/>
              </a:rPr>
              <a:t>nor is it neutral</a:t>
            </a:r>
            <a:r>
              <a:rPr lang="en-GB" sz="3200" dirty="0">
                <a:solidFill>
                  <a:schemeClr val="bg1"/>
                </a:solidFill>
                <a:latin typeface="Arial" panose="020B0604020202020204" pitchFamily="34" charset="0"/>
                <a:cs typeface="Arial" panose="020B0604020202020204" pitchFamily="34" charset="0"/>
              </a:rPr>
              <a:t>” </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	- </a:t>
            </a:r>
            <a:r>
              <a:rPr lang="en-GB" sz="2400" dirty="0">
                <a:solidFill>
                  <a:schemeClr val="bg1"/>
                </a:solidFill>
                <a:latin typeface="Arial" panose="020B0604020202020204" pitchFamily="34" charset="0"/>
                <a:cs typeface="Arial" panose="020B0604020202020204" pitchFamily="34" charset="0"/>
              </a:rPr>
              <a:t>Melvin </a:t>
            </a:r>
            <a:r>
              <a:rPr lang="en-GB" sz="2400" dirty="0" err="1">
                <a:solidFill>
                  <a:schemeClr val="bg1"/>
                </a:solidFill>
                <a:latin typeface="Arial" panose="020B0604020202020204" pitchFamily="34" charset="0"/>
                <a:cs typeface="Arial" panose="020B0604020202020204" pitchFamily="34" charset="0"/>
              </a:rPr>
              <a:t>Kranzberg’s</a:t>
            </a:r>
            <a:r>
              <a:rPr lang="en-GB" sz="2400" dirty="0">
                <a:solidFill>
                  <a:schemeClr val="bg1"/>
                </a:solidFill>
                <a:latin typeface="Arial" panose="020B0604020202020204" pitchFamily="34" charset="0"/>
                <a:cs typeface="Arial" panose="020B0604020202020204" pitchFamily="34" charset="0"/>
              </a:rPr>
              <a:t> first law of technology</a:t>
            </a:r>
          </a:p>
          <a:p>
            <a:pPr marL="0" indent="0">
              <a:lnSpc>
                <a:spcPct val="12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Particularly the case for AI </a:t>
            </a:r>
          </a:p>
          <a:p>
            <a:pPr marL="0" indent="0">
              <a:lnSpc>
                <a:spcPct val="12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Consider product/service design, defaults, marketing, processes </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that will make good uses more likely</a:t>
            </a: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r>
              <a:rPr lang="en-GB" sz="2400" dirty="0">
                <a:solidFill>
                  <a:schemeClr val="bg1"/>
                </a:solidFill>
                <a:latin typeface="Arial" panose="020B0604020202020204" pitchFamily="34" charset="0"/>
                <a:cs typeface="Arial" panose="020B0604020202020204" pitchFamily="34" charset="0"/>
              </a:rPr>
              <a:t>(In some cases, may decide not to make the product at all)</a:t>
            </a:r>
          </a:p>
        </p:txBody>
      </p:sp>
    </p:spTree>
    <p:extLst>
      <p:ext uri="{BB962C8B-B14F-4D97-AF65-F5344CB8AC3E}">
        <p14:creationId xmlns:p14="http://schemas.microsoft.com/office/powerpoint/2010/main" val="197231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124C6467-4F74-FBBC-4C3F-FD1CB3B4731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018BFF0-85DE-F682-94EF-1EAA7DEDD45C}"/>
              </a:ext>
            </a:extLst>
          </p:cNvPr>
          <p:cNvSpPr>
            <a:spLocks noGrp="1"/>
          </p:cNvSpPr>
          <p:nvPr>
            <p:ph type="title"/>
          </p:nvPr>
        </p:nvSpPr>
        <p:spPr>
          <a:xfrm>
            <a:off x="331470" y="360198"/>
            <a:ext cx="8705652" cy="523220"/>
          </a:xfrm>
        </p:spPr>
        <p:txBody>
          <a:bodyPr/>
          <a:lstStyle/>
          <a:p>
            <a:r>
              <a:rPr lang="en-GB" sz="3600" dirty="0">
                <a:latin typeface="Arial" panose="020B0604020202020204" pitchFamily="34" charset="0"/>
                <a:cs typeface="Arial" panose="020B0604020202020204" pitchFamily="34" charset="0"/>
              </a:rPr>
              <a:t>Anthropic vs US government</a:t>
            </a:r>
            <a:br>
              <a:rPr lang="en-GB" sz="3600" dirty="0">
                <a:latin typeface="Arial" panose="020B0604020202020204" pitchFamily="34" charset="0"/>
                <a:cs typeface="Arial" panose="020B0604020202020204" pitchFamily="34" charset="0"/>
              </a:rPr>
            </a:br>
            <a:br>
              <a:rPr lang="en-GB" sz="3600" dirty="0">
                <a:latin typeface="Arial" panose="020B0604020202020204" pitchFamily="34" charset="0"/>
                <a:cs typeface="Arial" panose="020B0604020202020204" pitchFamily="34" charset="0"/>
              </a:rPr>
            </a:br>
            <a:br>
              <a:rPr lang="en-GB" sz="3600" dirty="0">
                <a:latin typeface="Arial" panose="020B0604020202020204" pitchFamily="34" charset="0"/>
                <a:cs typeface="Arial" panose="020B0604020202020204" pitchFamily="34" charset="0"/>
              </a:rPr>
            </a:br>
            <a:endParaRPr lang="en-GB" sz="3600" dirty="0">
              <a:latin typeface="Arial" panose="020B0604020202020204" pitchFamily="34" charset="0"/>
              <a:cs typeface="Arial" panose="020B0604020202020204" pitchFamily="34" charset="0"/>
            </a:endParaRPr>
          </a:p>
        </p:txBody>
      </p:sp>
      <p:sp>
        <p:nvSpPr>
          <p:cNvPr id="4" name="Subtitle 3">
            <a:extLst>
              <a:ext uri="{FF2B5EF4-FFF2-40B4-BE49-F238E27FC236}">
                <a16:creationId xmlns:a16="http://schemas.microsoft.com/office/drawing/2014/main" id="{F17BECB7-7CE6-156E-CCAF-290BC115CD67}"/>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endParaRPr lang="en-GB" dirty="0"/>
          </a:p>
        </p:txBody>
      </p:sp>
      <p:sp>
        <p:nvSpPr>
          <p:cNvPr id="3" name="Text Placeholder 2">
            <a:extLst>
              <a:ext uri="{FF2B5EF4-FFF2-40B4-BE49-F238E27FC236}">
                <a16:creationId xmlns:a16="http://schemas.microsoft.com/office/drawing/2014/main" id="{036B6261-488D-7702-5FFF-A890EB3A476D}"/>
              </a:ext>
            </a:extLst>
          </p:cNvPr>
          <p:cNvSpPr>
            <a:spLocks noGrp="1"/>
          </p:cNvSpPr>
          <p:nvPr>
            <p:ph type="body" sz="quarter" idx="14"/>
          </p:nvPr>
        </p:nvSpPr>
        <p:spPr>
          <a:xfrm>
            <a:off x="451078" y="1272650"/>
            <a:ext cx="8466436" cy="3936485"/>
          </a:xfrm>
        </p:spPr>
        <p:txBody>
          <a:bodyPr/>
          <a:lstStyle/>
          <a:p>
            <a:pPr marL="0" indent="0">
              <a:lnSpc>
                <a:spcPct val="120000"/>
              </a:lnSpc>
              <a:buNone/>
            </a:pPr>
            <a:r>
              <a:rPr lang="en-GB" sz="2400" dirty="0">
                <a:latin typeface="Arial" panose="020B0604020202020204" pitchFamily="34" charset="0"/>
                <a:cs typeface="Arial" panose="020B0604020202020204" pitchFamily="34" charset="0"/>
              </a:rPr>
              <a:t>Anthropic </a:t>
            </a:r>
            <a:r>
              <a:rPr lang="en-GB" sz="2400" dirty="0" err="1">
                <a:latin typeface="Arial" panose="020B0604020202020204" pitchFamily="34" charset="0"/>
                <a:cs typeface="Arial" panose="020B0604020202020204" pitchFamily="34" charset="0"/>
              </a:rPr>
              <a:t>ToS</a:t>
            </a:r>
            <a:r>
              <a:rPr lang="en-GB" sz="2400" dirty="0">
                <a:latin typeface="Arial" panose="020B0604020202020204" pitchFamily="34" charset="0"/>
                <a:cs typeface="Arial" panose="020B0604020202020204" pitchFamily="34" charset="0"/>
              </a:rPr>
              <a:t>: no use for lethal attacks without human oversight, or for mass surveillance of Americans</a:t>
            </a:r>
          </a:p>
          <a:p>
            <a:pPr marL="0" indent="0">
              <a:lnSpc>
                <a:spcPct val="120000"/>
              </a:lnSpc>
              <a:buNone/>
            </a:pPr>
            <a:endParaRPr lang="en-GB" sz="2400" dirty="0">
              <a:latin typeface="Arial" panose="020B0604020202020204" pitchFamily="34" charset="0"/>
              <a:cs typeface="Arial" panose="020B0604020202020204" pitchFamily="34" charset="0"/>
            </a:endParaRPr>
          </a:p>
          <a:p>
            <a:pPr marL="0" indent="0">
              <a:lnSpc>
                <a:spcPct val="120000"/>
              </a:lnSpc>
              <a:buNone/>
            </a:pPr>
            <a:r>
              <a:rPr lang="en-GB" sz="2400" dirty="0">
                <a:latin typeface="Arial" panose="020B0604020202020204" pitchFamily="34" charset="0"/>
                <a:cs typeface="Arial" panose="020B0604020202020204" pitchFamily="34" charset="0"/>
              </a:rPr>
              <a:t>Feb 2026: row with US government </a:t>
            </a:r>
          </a:p>
          <a:p>
            <a:pPr marL="0" indent="0">
              <a:lnSpc>
                <a:spcPct val="120000"/>
              </a:lnSpc>
              <a:buNone/>
            </a:pPr>
            <a:r>
              <a:rPr lang="en-GB" sz="2400" dirty="0">
                <a:latin typeface="Arial" panose="020B0604020202020204" pitchFamily="34" charset="0"/>
                <a:cs typeface="Arial" panose="020B0604020202020204" pitchFamily="34" charset="0"/>
              </a:rPr>
              <a:t>- reportedly over mass surveillance of Americans using commercially-available data</a:t>
            </a:r>
          </a:p>
          <a:p>
            <a:pPr marL="0" indent="0">
              <a:lnSpc>
                <a:spcPct val="120000"/>
              </a:lnSpc>
              <a:buNone/>
            </a:pPr>
            <a:r>
              <a:rPr lang="en-GB" sz="2400" dirty="0">
                <a:latin typeface="Arial" panose="020B0604020202020204" pitchFamily="34" charset="0"/>
                <a:cs typeface="Arial" panose="020B0604020202020204" pitchFamily="34" charset="0"/>
              </a:rPr>
              <a:t>Designated “supply-chain risk” </a:t>
            </a:r>
          </a:p>
          <a:p>
            <a:pPr marL="0" indent="0">
              <a:lnSpc>
                <a:spcPct val="120000"/>
              </a:lnSpc>
              <a:buNone/>
            </a:pPr>
            <a:r>
              <a:rPr lang="en-GB" sz="2400" dirty="0">
                <a:latin typeface="Arial" panose="020B0604020202020204" pitchFamily="34" charset="0"/>
                <a:cs typeface="Arial" panose="020B0604020202020204" pitchFamily="34" charset="0"/>
              </a:rPr>
              <a:t>– potentially much more financially damaging to Anthropic than just the US govt not buying their products any more</a:t>
            </a:r>
          </a:p>
          <a:p>
            <a:pPr marL="0" indent="0">
              <a:lnSpc>
                <a:spcPct val="120000"/>
              </a:lnSpc>
              <a:buNone/>
            </a:pPr>
            <a:endParaRPr lang="en-GB" sz="2400" dirty="0">
              <a:latin typeface="Arial" panose="020B0604020202020204" pitchFamily="34" charset="0"/>
              <a:cs typeface="Arial" panose="020B0604020202020204" pitchFamily="34" charset="0"/>
            </a:endParaRPr>
          </a:p>
          <a:p>
            <a:pPr marL="0" indent="0">
              <a:lnSpc>
                <a:spcPct val="120000"/>
              </a:lnSpc>
              <a:buNone/>
            </a:pPr>
            <a:r>
              <a:rPr lang="en-GB" sz="2400" dirty="0">
                <a:latin typeface="Arial" panose="020B0604020202020204" pitchFamily="34" charset="0"/>
                <a:cs typeface="Arial" panose="020B0604020202020204" pitchFamily="34" charset="0"/>
              </a:rPr>
              <a:t>Lesson: using </a:t>
            </a:r>
            <a:r>
              <a:rPr lang="en-GB" sz="2400" dirty="0" err="1">
                <a:latin typeface="Arial" panose="020B0604020202020204" pitchFamily="34" charset="0"/>
                <a:cs typeface="Arial" panose="020B0604020202020204" pitchFamily="34" charset="0"/>
              </a:rPr>
              <a:t>ToS</a:t>
            </a:r>
            <a:r>
              <a:rPr lang="en-GB" sz="2400" dirty="0">
                <a:latin typeface="Arial" panose="020B0604020202020204" pitchFamily="34" charset="0"/>
                <a:cs typeface="Arial" panose="020B0604020202020204" pitchFamily="34" charset="0"/>
              </a:rPr>
              <a:t> to </a:t>
            </a:r>
            <a:r>
              <a:rPr lang="en-GB" sz="2400">
                <a:latin typeface="Arial" panose="020B0604020202020204" pitchFamily="34" charset="0"/>
                <a:cs typeface="Arial" panose="020B0604020202020204" pitchFamily="34" charset="0"/>
              </a:rPr>
              <a:t>prevent some uses </a:t>
            </a:r>
            <a:r>
              <a:rPr lang="en-GB" sz="2400" dirty="0">
                <a:latin typeface="Arial" panose="020B0604020202020204" pitchFamily="34" charset="0"/>
                <a:cs typeface="Arial" panose="020B0604020202020204" pitchFamily="34" charset="0"/>
              </a:rPr>
              <a:t>may not work</a:t>
            </a:r>
          </a:p>
          <a:p>
            <a:pPr marL="0" indent="0">
              <a:lnSpc>
                <a:spcPct val="140000"/>
              </a:lnSpc>
              <a:buNone/>
            </a:pPr>
            <a:endParaRPr lang="en-GB" sz="2400" dirty="0">
              <a:latin typeface="Arial" panose="020B0604020202020204" pitchFamily="34" charset="0"/>
              <a:cs typeface="Arial" panose="020B0604020202020204" pitchFamily="34" charset="0"/>
            </a:endParaRPr>
          </a:p>
          <a:p>
            <a:pPr marL="0" indent="0">
              <a:lnSpc>
                <a:spcPct val="140000"/>
              </a:lnSpc>
              <a:buNone/>
            </a:pP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6604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F395DB01-F34A-F275-4F95-986779A2461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2C238F6-4FA8-9CE4-5D2E-E58A8642EA32}"/>
              </a:ext>
            </a:extLst>
          </p:cNvPr>
          <p:cNvSpPr>
            <a:spLocks noGrp="1"/>
          </p:cNvSpPr>
          <p:nvPr>
            <p:ph type="title"/>
          </p:nvPr>
        </p:nvSpPr>
        <p:spPr>
          <a:xfrm>
            <a:off x="331470" y="360198"/>
            <a:ext cx="8705652" cy="523220"/>
          </a:xfrm>
        </p:spPr>
        <p:txBody>
          <a:bodyPr/>
          <a:lstStyle/>
          <a:p>
            <a:r>
              <a:rPr lang="en-GB" sz="3600" dirty="0">
                <a:latin typeface="Arial" panose="020B0604020202020204" pitchFamily="34" charset="0"/>
                <a:cs typeface="Arial" panose="020B0604020202020204" pitchFamily="34" charset="0"/>
              </a:rPr>
              <a:t>“AI Mobile Device” TS47 CR1001 </a:t>
            </a:r>
            <a:br>
              <a:rPr lang="en-GB" sz="3600" dirty="0">
                <a:latin typeface="Arial" panose="020B0604020202020204" pitchFamily="34" charset="0"/>
                <a:cs typeface="Arial" panose="020B0604020202020204" pitchFamily="34" charset="0"/>
              </a:rPr>
            </a:br>
            <a:br>
              <a:rPr lang="en-GB" sz="3600" dirty="0">
                <a:latin typeface="Arial" panose="020B0604020202020204" pitchFamily="34" charset="0"/>
                <a:cs typeface="Arial" panose="020B0604020202020204" pitchFamily="34" charset="0"/>
              </a:rPr>
            </a:br>
            <a:br>
              <a:rPr lang="en-GB" sz="3600" dirty="0">
                <a:latin typeface="Arial" panose="020B0604020202020204" pitchFamily="34" charset="0"/>
                <a:cs typeface="Arial" panose="020B0604020202020204" pitchFamily="34" charset="0"/>
              </a:rPr>
            </a:br>
            <a:endParaRPr lang="en-GB" sz="3600" dirty="0">
              <a:latin typeface="Arial" panose="020B0604020202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0C18A4C6-EBA1-76CB-8DBA-7F50130ADFD1}"/>
              </a:ext>
            </a:extLst>
          </p:cNvPr>
          <p:cNvSpPr>
            <a:spLocks noGrp="1"/>
          </p:cNvSpPr>
          <p:nvPr>
            <p:ph type="body" sz="quarter" idx="14"/>
          </p:nvPr>
        </p:nvSpPr>
        <p:spPr>
          <a:xfrm>
            <a:off x="431280" y="885993"/>
            <a:ext cx="8029980" cy="5222577"/>
          </a:xfrm>
        </p:spPr>
        <p:txBody>
          <a:bodyPr/>
          <a:lstStyle/>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SHOULD support: </a:t>
            </a:r>
          </a:p>
          <a:p>
            <a:pPr>
              <a:lnSpc>
                <a:spcPct val="120000"/>
              </a:lnSpc>
              <a:buFontTx/>
              <a:buChar char="-"/>
            </a:pPr>
            <a:r>
              <a:rPr lang="en-GB" sz="2400" dirty="0">
                <a:solidFill>
                  <a:schemeClr val="bg1"/>
                </a:solidFill>
                <a:latin typeface="Arial" panose="020B0604020202020204" pitchFamily="34" charset="0"/>
                <a:cs typeface="Arial" panose="020B0604020202020204" pitchFamily="34" charset="0"/>
              </a:rPr>
              <a:t>2D face recognition, 3D face recognition, &amp; fingerprint recognition (for unlocking, login, payment authorization)</a:t>
            </a:r>
          </a:p>
          <a:p>
            <a:pPr>
              <a:lnSpc>
                <a:spcPct val="120000"/>
              </a:lnSpc>
              <a:buFontTx/>
              <a:buChar char="-"/>
            </a:pPr>
            <a:r>
              <a:rPr lang="en-GB" sz="2400" dirty="0">
                <a:latin typeface="Arial" panose="020B0604020202020204" pitchFamily="34" charset="0"/>
                <a:cs typeface="Arial" panose="020B0604020202020204" pitchFamily="34" charset="0"/>
              </a:rPr>
              <a:t>optical character recognition</a:t>
            </a:r>
          </a:p>
          <a:p>
            <a:pPr>
              <a:lnSpc>
                <a:spcPct val="120000"/>
              </a:lnSpc>
              <a:buFontTx/>
              <a:buChar char="-"/>
            </a:pPr>
            <a:r>
              <a:rPr lang="en-GB" sz="2400" dirty="0">
                <a:latin typeface="Arial" panose="020B0604020202020204" pitchFamily="34" charset="0"/>
                <a:cs typeface="Arial" panose="020B0604020202020204" pitchFamily="34" charset="0"/>
              </a:rPr>
              <a:t>human body pose recognition &amp; skeleton tracking</a:t>
            </a:r>
          </a:p>
          <a:p>
            <a:pPr>
              <a:lnSpc>
                <a:spcPct val="120000"/>
              </a:lnSpc>
              <a:buFontTx/>
              <a:buChar char="-"/>
            </a:pPr>
            <a:r>
              <a:rPr lang="en-GB" sz="2400" dirty="0">
                <a:latin typeface="Arial" panose="020B0604020202020204" pitchFamily="34" charset="0"/>
                <a:cs typeface="Arial" panose="020B0604020202020204" pitchFamily="34" charset="0"/>
              </a:rPr>
              <a:t>personalized face beautification based on gender, age, and skin tone - including for multiple people in a single photo</a:t>
            </a:r>
          </a:p>
          <a:p>
            <a:pPr marL="0" indent="0">
              <a:lnSpc>
                <a:spcPct val="120000"/>
              </a:lnSpc>
              <a:buNone/>
            </a:pPr>
            <a:endParaRPr lang="en-GB" sz="2400" dirty="0">
              <a:latin typeface="Arial" panose="020B0604020202020204" pitchFamily="34" charset="0"/>
              <a:cs typeface="Arial" panose="020B0604020202020204" pitchFamily="34" charset="0"/>
            </a:endParaRPr>
          </a:p>
          <a:p>
            <a:pPr marL="0" indent="0">
              <a:lnSpc>
                <a:spcPct val="100000"/>
              </a:lnSpc>
              <a:buNone/>
            </a:pPr>
            <a:r>
              <a:rPr lang="en-GB" sz="2400" dirty="0">
                <a:latin typeface="Arial" panose="020B0604020202020204" pitchFamily="34" charset="0"/>
                <a:cs typeface="Arial" panose="020B0604020202020204" pitchFamily="34" charset="0"/>
              </a:rPr>
              <a:t>GSM international standard TS47 CR1001, 2023</a:t>
            </a:r>
          </a:p>
          <a:p>
            <a:pPr marL="0" indent="0">
              <a:lnSpc>
                <a:spcPct val="100000"/>
              </a:lnSpc>
              <a:buNone/>
            </a:pPr>
            <a:endParaRPr lang="en-GB" sz="2400" dirty="0">
              <a:latin typeface="Arial" panose="020B0604020202020204" pitchFamily="34" charset="0"/>
              <a:cs typeface="Arial" panose="020B0604020202020204" pitchFamily="34" charset="0"/>
            </a:endParaRPr>
          </a:p>
        </p:txBody>
      </p:sp>
      <p:sp>
        <p:nvSpPr>
          <p:cNvPr id="4" name="Subtitle 3">
            <a:extLst>
              <a:ext uri="{FF2B5EF4-FFF2-40B4-BE49-F238E27FC236}">
                <a16:creationId xmlns:a16="http://schemas.microsoft.com/office/drawing/2014/main" id="{B5EE19E4-5B5D-B4AC-1DC7-4771276123BE}"/>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endParaRPr lang="en-GB" dirty="0"/>
          </a:p>
        </p:txBody>
      </p:sp>
    </p:spTree>
    <p:extLst>
      <p:ext uri="{BB962C8B-B14F-4D97-AF65-F5344CB8AC3E}">
        <p14:creationId xmlns:p14="http://schemas.microsoft.com/office/powerpoint/2010/main" val="966323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TS47 CR1001 privacy requirements</a:t>
            </a:r>
            <a:br>
              <a:rPr lang="en-GB" sz="3600" dirty="0">
                <a:latin typeface="Arial" panose="020B0604020202020204" pitchFamily="34" charset="0"/>
                <a:cs typeface="Arial" panose="020B0604020202020204" pitchFamily="34" charset="0"/>
              </a:rPr>
            </a:br>
            <a:endParaRPr lang="en-GB" sz="3600" dirty="0">
              <a:latin typeface="Arial" panose="020B0604020202020204" pitchFamily="34" charset="0"/>
              <a:cs typeface="Arial" panose="020B0604020202020204" pitchFamily="34" charset="0"/>
            </a:endParaRPr>
          </a:p>
        </p:txBody>
      </p:sp>
      <p:sp>
        <p:nvSpPr>
          <p:cNvPr id="10" name="Subtitle 9">
            <a:extLs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731E58D-2B0D-44C2-985F-3AE02C2A86FD}"/>
              </a:ext>
            </a:extLst>
          </p:cNvPr>
          <p:cNvSpPr>
            <a:spLocks noGrp="1"/>
          </p:cNvSpPr>
          <p:nvPr>
            <p:ph type="body" sz="quarter" idx="14"/>
          </p:nvPr>
        </p:nvSpPr>
        <p:spPr>
          <a:xfrm>
            <a:off x="331470" y="1252132"/>
            <a:ext cx="8029980" cy="4516302"/>
          </a:xfrm>
        </p:spPr>
        <p:txBody>
          <a:bodyPr/>
          <a:lstStyle/>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Privacy law in country where sold must be complied with. </a:t>
            </a:r>
          </a:p>
          <a:p>
            <a:pPr marL="0" indent="0">
              <a:lnSpc>
                <a:spcPct val="120000"/>
              </a:lnSpc>
              <a:buNone/>
            </a:pPr>
            <a:endParaRPr lang="en-US"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In addition:</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rPr>
              <a:t>By default, only process personal data reasonably necessary for a specific purpose</a:t>
            </a:r>
            <a:endParaRPr lang="en-US" sz="2400" dirty="0">
              <a:solidFill>
                <a:schemeClr val="bg1"/>
              </a:solidFill>
              <a:latin typeface="Arial" panose="020B0604020202020204" pitchFamily="34" charset="0"/>
              <a:cs typeface="Arial" panose="020B0604020202020204" pitchFamily="34" charset="0"/>
            </a:endParaRPr>
          </a:p>
          <a:p>
            <a:pPr>
              <a:lnSpc>
                <a:spcPct val="120000"/>
              </a:lnSpc>
              <a:buFontTx/>
              <a:buChar char="-"/>
            </a:pPr>
            <a:r>
              <a:rPr lang="en-GB" sz="2400" dirty="0">
                <a:latin typeface="Arial" panose="020B0604020202020204" pitchFamily="34" charset="0"/>
                <a:cs typeface="Arial" panose="020B0604020202020204" pitchFamily="34" charset="0"/>
              </a:rPr>
              <a:t>Design AI apps so that data processor has responsibility for transparency to user on nature of data processed (e.g. biometrics, personal files)</a:t>
            </a:r>
          </a:p>
          <a:p>
            <a:pPr>
              <a:lnSpc>
                <a:spcPct val="120000"/>
              </a:lnSpc>
              <a:buFontTx/>
              <a:buChar char="-"/>
            </a:pPr>
            <a:r>
              <a:rPr lang="en-GB" sz="2400" dirty="0">
                <a:latin typeface="Arial" panose="020B0604020202020204" pitchFamily="34" charset="0"/>
                <a:cs typeface="Arial" panose="020B0604020202020204" pitchFamily="34" charset="0"/>
              </a:rPr>
              <a:t>User controls which AI applications are on (no dark patterns to influence this)</a:t>
            </a:r>
          </a:p>
          <a:p>
            <a:pPr marL="0" indent="0">
              <a:lnSpc>
                <a:spcPct val="100000"/>
              </a:lnSpc>
              <a:buNone/>
            </a:pPr>
            <a:endParaRPr lang="en-GB" sz="2400" dirty="0">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accent1">
                  <a:lumMod val="60000"/>
                  <a:lumOff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396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04E3496C-EE70-8BE9-D178-0890751E960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8F22569-F9F8-213B-E362-FC58EB0C3424}"/>
              </a:ext>
            </a:extLst>
          </p:cNvPr>
          <p:cNvSpPr>
            <a:spLocks noGrp="1"/>
          </p:cNvSpPr>
          <p:nvPr>
            <p:ph type="title"/>
          </p:nvPr>
        </p:nvSpPr>
        <p:spPr/>
        <p:txBody>
          <a:bodyPr/>
          <a:lstStyle/>
          <a:p>
            <a:r>
              <a:rPr lang="en-GB" sz="3600" b="1" dirty="0">
                <a:solidFill>
                  <a:schemeClr val="tx1"/>
                </a:solidFill>
                <a:latin typeface="Arial" panose="020B0604020202020204" pitchFamily="34" charset="0"/>
                <a:cs typeface="Arial" panose="020B0604020202020204" pitchFamily="34" charset="0"/>
              </a:rPr>
              <a:t>Rogue AI Agents</a:t>
            </a:r>
          </a:p>
        </p:txBody>
      </p:sp>
      <p:sp>
        <p:nvSpPr>
          <p:cNvPr id="10" name="Subtitle 9">
            <a:extLst>
              <a:ext uri="{FF2B5EF4-FFF2-40B4-BE49-F238E27FC236}">
                <a16:creationId xmlns:a16="http://schemas.microsoft.com/office/drawing/2014/main" id="{883FDAD7-6E1F-0CD6-766B-9F5368427C82}"/>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A422A5A6-2016-76D6-DEA2-FA3CC9457B0C}"/>
              </a:ext>
            </a:extLst>
          </p:cNvPr>
          <p:cNvSpPr>
            <a:spLocks noGrp="1"/>
          </p:cNvSpPr>
          <p:nvPr>
            <p:ph type="body" sz="quarter" idx="14"/>
          </p:nvPr>
        </p:nvSpPr>
        <p:spPr>
          <a:xfrm>
            <a:off x="531091" y="1272650"/>
            <a:ext cx="8229600" cy="5222577"/>
          </a:xfrm>
        </p:spPr>
        <p:txBody>
          <a:bodyPr/>
          <a:lstStyle/>
          <a:p>
            <a:pPr marL="0" indent="0">
              <a:lnSpc>
                <a:spcPct val="120000"/>
              </a:lnSpc>
              <a:buNone/>
            </a:pPr>
            <a:r>
              <a:rPr lang="en-GB" sz="3200" dirty="0">
                <a:solidFill>
                  <a:schemeClr val="tx1"/>
                </a:solidFill>
                <a:latin typeface="Arial" panose="020B0604020202020204" pitchFamily="34" charset="0"/>
                <a:cs typeface="Arial" panose="020B0604020202020204" pitchFamily="34" charset="0"/>
              </a:rPr>
              <a:t>“Or is that too Sci-Fi”? </a:t>
            </a:r>
            <a:endParaRPr lang="en-GB" sz="2800" dirty="0">
              <a:solidFill>
                <a:schemeClr val="bg1"/>
              </a:solidFill>
              <a:latin typeface="Arial" panose="020B0604020202020204" pitchFamily="34" charset="0"/>
              <a:cs typeface="Arial" panose="020B0604020202020204" pitchFamily="34" charset="0"/>
            </a:endParaRPr>
          </a:p>
          <a:p>
            <a:pPr marL="0" indent="0">
              <a:lnSpc>
                <a:spcPct val="12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20000"/>
              </a:lnSpc>
              <a:buNone/>
            </a:pPr>
            <a:endParaRPr lang="en-GB" sz="2800" dirty="0">
              <a:solidFill>
                <a:schemeClr val="bg1"/>
              </a:solidFill>
              <a:latin typeface="Arial" panose="020B0604020202020204" pitchFamily="34" charset="0"/>
              <a:cs typeface="Arial" panose="020B0604020202020204" pitchFamily="34" charset="0"/>
            </a:endParaRPr>
          </a:p>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DD95C5C-5C3E-4E7A-EA79-EF67BD63C47C}"/>
              </a:ext>
            </a:extLst>
          </p:cNvPr>
          <p:cNvSpPr txBox="1"/>
          <p:nvPr/>
        </p:nvSpPr>
        <p:spPr>
          <a:xfrm>
            <a:off x="531091" y="5754627"/>
            <a:ext cx="5051832"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crabby-rathbun’s rant, 11 Feb 2026 </a:t>
            </a:r>
            <a:endParaRPr lang="en-US" sz="2400" dirty="0">
              <a:solidFill>
                <a:srgbClr val="50005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BCAD648-56DF-65C6-175D-47144C6AF15D}"/>
              </a:ext>
            </a:extLst>
          </p:cNvPr>
          <p:cNvPicPr>
            <a:picLocks noChangeAspect="1"/>
          </p:cNvPicPr>
          <p:nvPr/>
        </p:nvPicPr>
        <p:blipFill>
          <a:blip r:embed="rId3"/>
          <a:stretch>
            <a:fillRect/>
          </a:stretch>
        </p:blipFill>
        <p:spPr>
          <a:xfrm>
            <a:off x="648657" y="2235505"/>
            <a:ext cx="6692512" cy="3129890"/>
          </a:xfrm>
          <a:prstGeom prst="rect">
            <a:avLst/>
          </a:prstGeom>
        </p:spPr>
      </p:pic>
    </p:spTree>
    <p:extLst>
      <p:ext uri="{BB962C8B-B14F-4D97-AF65-F5344CB8AC3E}">
        <p14:creationId xmlns:p14="http://schemas.microsoft.com/office/powerpoint/2010/main" val="2131062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DD6F03BD-C161-EB9A-E1E2-1D8E80BD9E9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C1175C7-6576-6F93-1771-41988F6D18EE}"/>
              </a:ext>
            </a:extLst>
          </p:cNvPr>
          <p:cNvSpPr>
            <a:spLocks noGrp="1"/>
          </p:cNvSpPr>
          <p:nvPr>
            <p:ph type="title"/>
          </p:nvPr>
        </p:nvSpPr>
        <p:spPr>
          <a:xfrm>
            <a:off x="331470" y="360198"/>
            <a:ext cx="8466166" cy="523220"/>
          </a:xfrm>
        </p:spPr>
        <p:txBody>
          <a:bodyPr/>
          <a:lstStyle/>
          <a:p>
            <a:r>
              <a:rPr lang="en-GB" sz="3600" dirty="0">
                <a:latin typeface="Arial" panose="020B0604020202020204" pitchFamily="34" charset="0"/>
                <a:cs typeface="Arial" panose="020B0604020202020204" pitchFamily="34" charset="0"/>
              </a:rPr>
              <a:t>Networked AI agents</a:t>
            </a:r>
          </a:p>
        </p:txBody>
      </p:sp>
      <p:sp>
        <p:nvSpPr>
          <p:cNvPr id="10" name="Subtitle 9">
            <a:extLst>
              <a:ext uri="{FF2B5EF4-FFF2-40B4-BE49-F238E27FC236}">
                <a16:creationId xmlns:a16="http://schemas.microsoft.com/office/drawing/2014/main" id="{BE2830D9-AA2D-0FAF-549D-AE50103F42F0}"/>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3" name="Text Placeholder 2">
            <a:extLst>
              <a:ext uri="{FF2B5EF4-FFF2-40B4-BE49-F238E27FC236}">
                <a16:creationId xmlns:a16="http://schemas.microsoft.com/office/drawing/2014/main" id="{7E9A7020-BCEB-08D0-4494-7BEAA42A313D}"/>
              </a:ext>
            </a:extLst>
          </p:cNvPr>
          <p:cNvSpPr>
            <a:spLocks noGrp="1"/>
          </p:cNvSpPr>
          <p:nvPr>
            <p:ph type="body" sz="quarter" idx="14"/>
          </p:nvPr>
        </p:nvSpPr>
        <p:spPr>
          <a:xfrm>
            <a:off x="331200" y="1272650"/>
            <a:ext cx="8466436" cy="3978646"/>
          </a:xfrm>
        </p:spPr>
        <p:txBody>
          <a:bodyPr/>
          <a:lstStyle/>
          <a:p>
            <a:pPr marL="0" indent="0">
              <a:lnSpc>
                <a:spcPct val="140000"/>
              </a:lnSpc>
              <a:buNone/>
            </a:pPr>
            <a:r>
              <a:rPr lang="en-US" sz="2800" dirty="0">
                <a:latin typeface="Arial" panose="020B0604020202020204" pitchFamily="34" charset="0"/>
                <a:cs typeface="Arial" panose="020B0604020202020204" pitchFamily="34" charset="0"/>
              </a:rPr>
              <a:t>I don’t know that we are getting a coordinated “</a:t>
            </a:r>
            <a:r>
              <a:rPr lang="en-US" sz="2800" dirty="0" err="1">
                <a:latin typeface="Arial" panose="020B0604020202020204" pitchFamily="34" charset="0"/>
                <a:cs typeface="Arial" panose="020B0604020202020204" pitchFamily="34" charset="0"/>
              </a:rPr>
              <a:t>skynet</a:t>
            </a:r>
            <a:r>
              <a:rPr lang="en-US" sz="2800" dirty="0">
                <a:latin typeface="Arial" panose="020B0604020202020204" pitchFamily="34" charset="0"/>
                <a:cs typeface="Arial" panose="020B0604020202020204" pitchFamily="34" charset="0"/>
              </a:rPr>
              <a:t>”… but certainly what we are getting is </a:t>
            </a:r>
          </a:p>
          <a:p>
            <a:pPr marL="0" indent="0">
              <a:lnSpc>
                <a:spcPct val="140000"/>
              </a:lnSpc>
              <a:buNone/>
            </a:pPr>
            <a:r>
              <a:rPr lang="en-US" sz="2800" b="1" dirty="0">
                <a:solidFill>
                  <a:schemeClr val="accent3">
                    <a:lumMod val="40000"/>
                    <a:lumOff val="60000"/>
                  </a:schemeClr>
                </a:solidFill>
                <a:latin typeface="Arial" panose="020B0604020202020204" pitchFamily="34" charset="0"/>
                <a:cs typeface="Arial" panose="020B0604020202020204" pitchFamily="34" charset="0"/>
              </a:rPr>
              <a:t>a complete mess of a security nightmare at scale</a:t>
            </a:r>
            <a:r>
              <a:rPr lang="en-US" sz="2800" dirty="0">
                <a:latin typeface="Arial" panose="020B0604020202020204" pitchFamily="34" charset="0"/>
                <a:cs typeface="Arial" panose="020B0604020202020204" pitchFamily="34" charset="0"/>
              </a:rPr>
              <a:t>”</a:t>
            </a:r>
          </a:p>
          <a:p>
            <a:pPr>
              <a:lnSpc>
                <a:spcPct val="140000"/>
              </a:lnSpc>
              <a:buFontTx/>
              <a:buChar char="-"/>
            </a:pPr>
            <a:r>
              <a:rPr lang="en-US" sz="2800" dirty="0">
                <a:latin typeface="Arial" panose="020B0604020202020204" pitchFamily="34" charset="0"/>
                <a:cs typeface="Arial" panose="020B0604020202020204" pitchFamily="34" charset="0"/>
              </a:rPr>
              <a:t>Andrej </a:t>
            </a:r>
            <a:r>
              <a:rPr lang="en-US" sz="2800" dirty="0" err="1">
                <a:latin typeface="Arial" panose="020B0604020202020204" pitchFamily="34" charset="0"/>
                <a:cs typeface="Arial" panose="020B0604020202020204" pitchFamily="34" charset="0"/>
              </a:rPr>
              <a:t>Karpathy</a:t>
            </a:r>
            <a:r>
              <a:rPr lang="en-US" sz="2800" dirty="0">
                <a:latin typeface="Arial" panose="020B0604020202020204" pitchFamily="34" charset="0"/>
                <a:cs typeface="Arial" panose="020B0604020202020204" pitchFamily="34" charset="0"/>
              </a:rPr>
              <a:t> on X, 25 Jan 2026</a:t>
            </a:r>
          </a:p>
          <a:p>
            <a:pPr>
              <a:lnSpc>
                <a:spcPct val="140000"/>
              </a:lnSpc>
              <a:buFontTx/>
              <a:buChar char="-"/>
            </a:pPr>
            <a:endParaRPr lang="en-US" sz="2800" dirty="0">
              <a:latin typeface="Arial" panose="020B0604020202020204" pitchFamily="34" charset="0"/>
              <a:cs typeface="Arial" panose="020B0604020202020204" pitchFamily="34" charset="0"/>
            </a:endParaRPr>
          </a:p>
          <a:p>
            <a:pPr marL="0" indent="0">
              <a:lnSpc>
                <a:spcPct val="140000"/>
              </a:lnSpc>
              <a:buNone/>
            </a:pPr>
            <a:endParaRPr lang="en-US" sz="2400" dirty="0">
              <a:latin typeface="Arial" panose="020B0604020202020204" pitchFamily="34" charset="0"/>
              <a:cs typeface="Arial" panose="020B0604020202020204" pitchFamily="34" charset="0"/>
            </a:endParaRPr>
          </a:p>
          <a:p>
            <a:pPr marL="0" indent="0">
              <a:lnSpc>
                <a:spcPct val="140000"/>
              </a:lnSpc>
              <a:buNone/>
            </a:pPr>
            <a:r>
              <a:rPr lang="en-US" sz="2000" dirty="0">
                <a:latin typeface="Arial" panose="020B0604020202020204" pitchFamily="34" charset="0"/>
                <a:cs typeface="Arial" panose="020B0604020202020204" pitchFamily="34" charset="0"/>
              </a:rPr>
              <a:t>For instance: about 1 in 6 of </a:t>
            </a:r>
            <a:r>
              <a:rPr lang="en-US" sz="2000" dirty="0" err="1">
                <a:latin typeface="Arial" panose="020B0604020202020204" pitchFamily="34" charset="0"/>
                <a:cs typeface="Arial" panose="020B0604020202020204" pitchFamily="34" charset="0"/>
              </a:rPr>
              <a:t>OpenClaw</a:t>
            </a:r>
            <a:r>
              <a:rPr lang="en-US" sz="2000" dirty="0">
                <a:latin typeface="Arial" panose="020B0604020202020204" pitchFamily="34" charset="0"/>
                <a:cs typeface="Arial" panose="020B0604020202020204" pitchFamily="34" charset="0"/>
              </a:rPr>
              <a:t> skills analyzed by </a:t>
            </a:r>
            <a:r>
              <a:rPr lang="en-US" sz="2000" dirty="0" err="1">
                <a:latin typeface="Arial" panose="020B0604020202020204" pitchFamily="34" charset="0"/>
                <a:cs typeface="Arial" panose="020B0604020202020204" pitchFamily="34" charset="0"/>
              </a:rPr>
              <a:t>BitDefender</a:t>
            </a:r>
            <a:r>
              <a:rPr lang="en-US" sz="2000" dirty="0">
                <a:latin typeface="Arial" panose="020B0604020202020204" pitchFamily="34" charset="0"/>
                <a:cs typeface="Arial" panose="020B0604020202020204" pitchFamily="34" charset="0"/>
              </a:rPr>
              <a:t> in 1st week Feb 2026 had malicious </a:t>
            </a:r>
            <a:r>
              <a:rPr lang="en-US" sz="2000" dirty="0" err="1">
                <a:latin typeface="Arial" panose="020B0604020202020204" pitchFamily="34" charset="0"/>
                <a:cs typeface="Arial" panose="020B0604020202020204" pitchFamily="34" charset="0"/>
              </a:rPr>
              <a:t>behaviour</a:t>
            </a:r>
            <a:r>
              <a:rPr lang="en-US" sz="2000" dirty="0">
                <a:latin typeface="Arial" panose="020B0604020202020204" pitchFamily="34" charset="0"/>
                <a:cs typeface="Arial" panose="020B0604020202020204" pitchFamily="34" charset="0"/>
              </a:rPr>
              <a:t>.</a:t>
            </a:r>
          </a:p>
          <a:p>
            <a:pPr marL="0" indent="0">
              <a:lnSpc>
                <a:spcPct val="140000"/>
              </a:lnSpc>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6890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DF373759-1559-C18F-5642-476ECA7B8F7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D5E66A3-4BDB-6F92-07AD-067936104BE7}"/>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XKCD: Sandboxing cycle (2018)</a:t>
            </a:r>
            <a:br>
              <a:rPr lang="en-GB" sz="3600" dirty="0">
                <a:latin typeface="Arial" panose="020B0604020202020204" pitchFamily="34" charset="0"/>
                <a:cs typeface="Arial" panose="020B0604020202020204" pitchFamily="34" charset="0"/>
              </a:rPr>
            </a:br>
            <a:endParaRPr lang="en-GB" sz="3600" dirty="0">
              <a:latin typeface="Arial" panose="020B0604020202020204" pitchFamily="34" charset="0"/>
              <a:cs typeface="Arial" panose="020B0604020202020204" pitchFamily="34" charset="0"/>
            </a:endParaRPr>
          </a:p>
        </p:txBody>
      </p:sp>
      <p:sp>
        <p:nvSpPr>
          <p:cNvPr id="10" name="Subtitle 9">
            <a:extLst>
              <a:ext uri="{FF2B5EF4-FFF2-40B4-BE49-F238E27FC236}">
                <a16:creationId xmlns:a16="http://schemas.microsoft.com/office/drawing/2014/main" id="{A325AE0F-D623-9ACF-2996-FB5A7B6D9A5F}"/>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4" name="TextBox 3">
            <a:extLst>
              <a:ext uri="{FF2B5EF4-FFF2-40B4-BE49-F238E27FC236}">
                <a16:creationId xmlns:a16="http://schemas.microsoft.com/office/drawing/2014/main" id="{1BF61170-7AE3-E05E-7F2B-A599A5CFAFD2}"/>
              </a:ext>
            </a:extLst>
          </p:cNvPr>
          <p:cNvSpPr txBox="1"/>
          <p:nvPr/>
        </p:nvSpPr>
        <p:spPr>
          <a:xfrm>
            <a:off x="331470" y="6320425"/>
            <a:ext cx="5275803" cy="369332"/>
          </a:xfrm>
          <a:prstGeom prst="rect">
            <a:avLst/>
          </a:prstGeom>
          <a:noFill/>
        </p:spPr>
        <p:txBody>
          <a:bodyPr wrap="none" rtlCol="0">
            <a:spAutoFit/>
          </a:bodyPr>
          <a:lstStyle/>
          <a:p>
            <a:r>
              <a:rPr lang="en-US" dirty="0">
                <a:solidFill>
                  <a:schemeClr val="bg1"/>
                </a:solidFill>
              </a:rPr>
              <a:t>               </a:t>
            </a:r>
            <a:r>
              <a:rPr lang="en-US" dirty="0">
                <a:solidFill>
                  <a:schemeClr val="bg1"/>
                </a:solidFill>
                <a:latin typeface="Arial" panose="020B0604020202020204" pitchFamily="34" charset="0"/>
                <a:cs typeface="Arial" panose="020B0604020202020204" pitchFamily="34" charset="0"/>
              </a:rPr>
              <a:t>Randall Monroe, </a:t>
            </a:r>
            <a:r>
              <a:rPr lang="en-GB" dirty="0">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https://xkcd.com/2044</a:t>
            </a:r>
            <a:r>
              <a:rPr lang="en-GB" dirty="0">
                <a:solidFill>
                  <a:schemeClr val="bg1"/>
                </a:solidFill>
                <a:latin typeface="Arial" panose="020B0604020202020204" pitchFamily="34" charset="0"/>
                <a:cs typeface="Arial" panose="020B0604020202020204" pitchFamily="34" charset="0"/>
              </a:rPr>
              <a:t> </a:t>
            </a:r>
            <a:r>
              <a:rPr lang="en-US" dirty="0">
                <a:solidFill>
                  <a:schemeClr val="bg1"/>
                </a:solidFill>
                <a:latin typeface="Arial" panose="020B0604020202020204" pitchFamily="34" charset="0"/>
                <a:cs typeface="Arial" panose="020B0604020202020204" pitchFamily="34" charset="0"/>
              </a:rPr>
              <a:t> </a:t>
            </a:r>
            <a:endParaRPr lang="en-GB" dirty="0">
              <a:solidFill>
                <a:schemeClr val="bg1"/>
              </a:solidFill>
              <a:latin typeface="Arial" panose="020B0604020202020204" pitchFamily="34" charset="0"/>
              <a:cs typeface="Arial" panose="020B0604020202020204" pitchFamily="34" charset="0"/>
            </a:endParaRPr>
          </a:p>
        </p:txBody>
      </p:sp>
      <p:pic>
        <p:nvPicPr>
          <p:cNvPr id="6" name="Picture 5" descr="Creative Commons CC-BY-NC licence&#10;">
            <a:extLst>
              <a:ext uri="{FF2B5EF4-FFF2-40B4-BE49-F238E27FC236}">
                <a16:creationId xmlns:a16="http://schemas.microsoft.com/office/drawing/2014/main" id="{7C9E43B4-79F5-736C-04B4-09FB5FDF3B2B}"/>
              </a:ext>
            </a:extLst>
          </p:cNvPr>
          <p:cNvPicPr>
            <a:picLocks noChangeAspect="1"/>
          </p:cNvPicPr>
          <p:nvPr/>
        </p:nvPicPr>
        <p:blipFill>
          <a:blip r:embed="rId4"/>
          <a:stretch>
            <a:fillRect/>
          </a:stretch>
        </p:blipFill>
        <p:spPr>
          <a:xfrm>
            <a:off x="0" y="6283081"/>
            <a:ext cx="1227411" cy="429442"/>
          </a:xfrm>
          <a:prstGeom prst="rect">
            <a:avLst/>
          </a:prstGeom>
        </p:spPr>
      </p:pic>
      <p:pic>
        <p:nvPicPr>
          <p:cNvPr id="5" name="Picture 4" descr="&quot;I wish these parts would communicate more easily&quot; &#10;-&gt; &quot;Ooh, this new technology makes it easy to create arbitrary connections, integrating everything!&quot;&#10;-&gt; &quot;Uh-oh, there are so many connections it's creating bugs and security holes!&quot;&#10;-&gt; &quot;Ooh, this new technology makes it easy to enclose arbitrary things in secure sandboxes!&quot;&#10;-&gt; (back to) &quot;I wish these parts could communicate more easily&quot;&#10;... and round the cycle again.">
            <a:extLst>
              <a:ext uri="{FF2B5EF4-FFF2-40B4-BE49-F238E27FC236}">
                <a16:creationId xmlns:a16="http://schemas.microsoft.com/office/drawing/2014/main" id="{AD4A36DD-A82C-2DD7-D7EB-8310B4B003FF}"/>
              </a:ext>
            </a:extLst>
          </p:cNvPr>
          <p:cNvPicPr>
            <a:picLocks noChangeAspect="1"/>
          </p:cNvPicPr>
          <p:nvPr/>
        </p:nvPicPr>
        <p:blipFill>
          <a:blip r:embed="rId5"/>
          <a:stretch>
            <a:fillRect/>
          </a:stretch>
        </p:blipFill>
        <p:spPr>
          <a:xfrm>
            <a:off x="1558881" y="1000780"/>
            <a:ext cx="4912876" cy="5319645"/>
          </a:xfrm>
          <a:prstGeom prst="rect">
            <a:avLst/>
          </a:prstGeom>
        </p:spPr>
      </p:pic>
      <p:sp>
        <p:nvSpPr>
          <p:cNvPr id="3" name="Text Placeholder 2">
            <a:extLst>
              <a:ext uri="{FF2B5EF4-FFF2-40B4-BE49-F238E27FC236}">
                <a16:creationId xmlns:a16="http://schemas.microsoft.com/office/drawing/2014/main" id="{FDD3BC76-9DC3-5B47-154B-25040EBB6BAF}"/>
              </a:ext>
              <a:ext uri="{C183D7F6-B498-43B3-948B-1728B52AA6E4}">
                <adec:decorative xmlns:adec="http://schemas.microsoft.com/office/drawing/2017/decorative" val="1"/>
              </a:ext>
            </a:extLst>
          </p:cNvPr>
          <p:cNvSpPr>
            <a:spLocks noGrp="1"/>
          </p:cNvSpPr>
          <p:nvPr>
            <p:ph type="body" sz="quarter" idx="14"/>
          </p:nvPr>
        </p:nvSpPr>
        <p:spPr/>
        <p:txBody>
          <a:bodyPr/>
          <a:lstStyle/>
          <a:p>
            <a:pPr marL="0" indent="0">
              <a:buNone/>
            </a:pPr>
            <a:r>
              <a:rPr lang="en-US" dirty="0"/>
              <a:t> </a:t>
            </a:r>
            <a:endParaRPr lang="en-GB" dirty="0"/>
          </a:p>
        </p:txBody>
      </p:sp>
    </p:spTree>
    <p:extLst>
      <p:ext uri="{BB962C8B-B14F-4D97-AF65-F5344CB8AC3E}">
        <p14:creationId xmlns:p14="http://schemas.microsoft.com/office/powerpoint/2010/main" val="1202679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196F8B0F-FC71-B741-9115-BC4C1A26219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E40B4A6-F047-30EB-1255-8235A7748E32}"/>
              </a:ext>
            </a:extLst>
          </p:cNvPr>
          <p:cNvSpPr>
            <a:spLocks noGrp="1"/>
          </p:cNvSpPr>
          <p:nvPr>
            <p:ph type="title"/>
          </p:nvPr>
        </p:nvSpPr>
        <p:spPr>
          <a:xfrm>
            <a:off x="337391" y="355740"/>
            <a:ext cx="7860552" cy="523220"/>
          </a:xfrm>
        </p:spPr>
        <p:txBody>
          <a:bodyPr/>
          <a:lstStyle/>
          <a:p>
            <a:pPr>
              <a:lnSpc>
                <a:spcPct val="140000"/>
              </a:lnSpc>
            </a:pPr>
            <a:r>
              <a:rPr lang="en-GB" sz="3600" dirty="0">
                <a:latin typeface="Arial" panose="020B0604020202020204" pitchFamily="34" charset="0"/>
                <a:cs typeface="Arial" panose="020B0604020202020204" pitchFamily="34" charset="0"/>
              </a:rPr>
              <a:t>The “Lethal Trifecta” for AI agents</a:t>
            </a:r>
            <a:endParaRPr lang="en-GB" sz="2400" dirty="0">
              <a:latin typeface="Arial" panose="020B0604020202020204" pitchFamily="34" charset="0"/>
              <a:cs typeface="Arial" panose="020B0604020202020204" pitchFamily="34" charset="0"/>
            </a:endParaRPr>
          </a:p>
        </p:txBody>
      </p:sp>
      <p:sp>
        <p:nvSpPr>
          <p:cNvPr id="10" name="Subtitle 9">
            <a:extLst>
              <a:ext uri="{FF2B5EF4-FFF2-40B4-BE49-F238E27FC236}">
                <a16:creationId xmlns:a16="http://schemas.microsoft.com/office/drawing/2014/main" id="{5CBA5B6B-8D26-AEFF-B549-13CBB318F1E2}"/>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pic>
        <p:nvPicPr>
          <p:cNvPr id="13" name="Graphic 12" descr="Fire with solid fill">
            <a:extLst>
              <a:ext uri="{FF2B5EF4-FFF2-40B4-BE49-F238E27FC236}">
                <a16:creationId xmlns:a16="http://schemas.microsoft.com/office/drawing/2014/main" id="{5077924B-0CE2-D841-8467-813FB34AD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95248" y="4342668"/>
            <a:ext cx="589087" cy="589087"/>
          </a:xfrm>
          <a:prstGeom prst="rect">
            <a:avLst/>
          </a:prstGeom>
        </p:spPr>
      </p:pic>
      <p:pic>
        <p:nvPicPr>
          <p:cNvPr id="12" name="Graphic 11" descr="Fire with solid fill">
            <a:extLst>
              <a:ext uri="{FF2B5EF4-FFF2-40B4-BE49-F238E27FC236}">
                <a16:creationId xmlns:a16="http://schemas.microsoft.com/office/drawing/2014/main" id="{19F851D6-6066-5FC6-E8DB-2490FB3528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36733" y="4342668"/>
            <a:ext cx="589087" cy="589087"/>
          </a:xfrm>
          <a:prstGeom prst="rect">
            <a:avLst/>
          </a:prstGeom>
        </p:spPr>
      </p:pic>
      <p:sp>
        <p:nvSpPr>
          <p:cNvPr id="2" name="Text Placeholder 1">
            <a:extLst>
              <a:ext uri="{FF2B5EF4-FFF2-40B4-BE49-F238E27FC236}">
                <a16:creationId xmlns:a16="http://schemas.microsoft.com/office/drawing/2014/main" id="{65FF29EE-B600-A849-485F-443596385CDC}"/>
              </a:ext>
            </a:extLst>
          </p:cNvPr>
          <p:cNvSpPr>
            <a:spLocks noGrp="1"/>
          </p:cNvSpPr>
          <p:nvPr>
            <p:ph type="body" sz="quarter" idx="14"/>
          </p:nvPr>
        </p:nvSpPr>
        <p:spPr>
          <a:xfrm>
            <a:off x="754831" y="1447587"/>
            <a:ext cx="7708499" cy="4917513"/>
          </a:xfrm>
        </p:spPr>
        <p:txBody>
          <a:bodyPr/>
          <a:lstStyle/>
          <a:p>
            <a:pPr>
              <a:lnSpc>
                <a:spcPct val="140000"/>
              </a:lnSpc>
              <a:buFontTx/>
              <a:buChar char="-"/>
            </a:pPr>
            <a:r>
              <a:rPr lang="en-GB" sz="2800" dirty="0">
                <a:latin typeface="Arial" panose="020B0604020202020204" pitchFamily="34" charset="0"/>
                <a:cs typeface="Arial" panose="020B0604020202020204" pitchFamily="34" charset="0"/>
              </a:rPr>
              <a:t>Access to your private data</a:t>
            </a:r>
          </a:p>
          <a:p>
            <a:pPr>
              <a:lnSpc>
                <a:spcPct val="140000"/>
              </a:lnSpc>
              <a:buFontTx/>
              <a:buChar char="-"/>
            </a:pPr>
            <a:r>
              <a:rPr lang="en-GB" sz="2800" dirty="0">
                <a:latin typeface="Arial" panose="020B0604020202020204" pitchFamily="34" charset="0"/>
                <a:cs typeface="Arial" panose="020B0604020202020204" pitchFamily="34" charset="0"/>
              </a:rPr>
              <a:t>Exposure to untrusted content</a:t>
            </a:r>
          </a:p>
          <a:p>
            <a:pPr marL="0" indent="0">
              <a:lnSpc>
                <a:spcPct val="140000"/>
              </a:lnSpc>
              <a:buNone/>
            </a:pPr>
            <a:r>
              <a:rPr lang="en-GB" sz="2800" dirty="0">
                <a:latin typeface="Arial" panose="020B0604020202020204" pitchFamily="34" charset="0"/>
                <a:cs typeface="Arial" panose="020B0604020202020204" pitchFamily="34" charset="0"/>
              </a:rPr>
              <a:t>- The ability to communicate externally </a:t>
            </a:r>
            <a:endParaRPr lang="en-GB" sz="2400" dirty="0">
              <a:latin typeface="Arial" panose="020B0604020202020204" pitchFamily="34" charset="0"/>
              <a:cs typeface="Arial" panose="020B0604020202020204" pitchFamily="34" charset="0"/>
            </a:endParaRPr>
          </a:p>
          <a:p>
            <a:pPr marL="0" indent="0">
              <a:lnSpc>
                <a:spcPct val="140000"/>
              </a:lnSpc>
              <a:buNone/>
            </a:pPr>
            <a:r>
              <a:rPr lang="en-GB" sz="2400" dirty="0">
                <a:latin typeface="Arial" panose="020B0604020202020204" pitchFamily="34" charset="0"/>
                <a:cs typeface="Arial" panose="020B0604020202020204" pitchFamily="34" charset="0"/>
              </a:rPr>
              <a:t>Simon Willison, June 2025</a:t>
            </a:r>
            <a:endParaRPr lang="en-GB" sz="2800" dirty="0">
              <a:latin typeface="Arial" panose="020B0604020202020204" pitchFamily="34" charset="0"/>
              <a:cs typeface="Arial" panose="020B0604020202020204" pitchFamily="34" charset="0"/>
            </a:endParaRPr>
          </a:p>
          <a:p>
            <a:pPr marL="0" indent="0">
              <a:lnSpc>
                <a:spcPct val="140000"/>
              </a:lnSpc>
              <a:buNone/>
            </a:pPr>
            <a:endParaRPr lang="en-GB" sz="2800" dirty="0">
              <a:latin typeface="Arial" panose="020B0604020202020204" pitchFamily="34" charset="0"/>
              <a:cs typeface="Arial" panose="020B0604020202020204" pitchFamily="34" charset="0"/>
            </a:endParaRPr>
          </a:p>
          <a:p>
            <a:pPr marL="0" indent="0">
              <a:lnSpc>
                <a:spcPct val="140000"/>
              </a:lnSpc>
              <a:buNone/>
            </a:pPr>
            <a:r>
              <a:rPr lang="en-GB" sz="2800" dirty="0">
                <a:latin typeface="Arial" panose="020B0604020202020204" pitchFamily="34" charset="0"/>
                <a:cs typeface="Arial" panose="020B0604020202020204" pitchFamily="34" charset="0"/>
              </a:rPr>
              <a:t>Indirect prompt injection →</a:t>
            </a:r>
          </a:p>
          <a:p>
            <a:pPr marL="0" indent="0">
              <a:lnSpc>
                <a:spcPct val="140000"/>
              </a:lnSpc>
              <a:buNone/>
            </a:pPr>
            <a:endParaRPr lang="en-GB" sz="28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AA56729-F25B-2DA9-33F6-074209EE6761}"/>
              </a:ext>
            </a:extLst>
          </p:cNvPr>
          <p:cNvSpPr txBox="1"/>
          <p:nvPr/>
        </p:nvSpPr>
        <p:spPr>
          <a:xfrm>
            <a:off x="680670" y="5493341"/>
            <a:ext cx="8229601" cy="1067215"/>
          </a:xfrm>
          <a:prstGeom prst="rect">
            <a:avLst/>
          </a:prstGeom>
          <a:noFill/>
        </p:spPr>
        <p:txBody>
          <a:bodyPr wrap="square">
            <a:spAutoFit/>
          </a:bodyPr>
          <a:lstStyle/>
          <a:p>
            <a:pPr marL="0" indent="0">
              <a:lnSpc>
                <a:spcPct val="140000"/>
              </a:lnSpc>
              <a:buNone/>
            </a:pPr>
            <a:r>
              <a:rPr lang="en-US" sz="2400" dirty="0">
                <a:solidFill>
                  <a:schemeClr val="bg1"/>
                </a:solidFill>
                <a:latin typeface="Arial" panose="020B0604020202020204" pitchFamily="34" charset="0"/>
                <a:cs typeface="Arial" panose="020B0604020202020204" pitchFamily="34" charset="0"/>
              </a:rPr>
              <a:t>(Not just privacy issues: see “Agents of Chaos” lab experiment, Shapira et al. Feb 2026)</a:t>
            </a: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6006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7C821057-9776-A53E-BAF9-D811CC2C54B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A0C9EFE-D27C-9C86-67E3-C3D9A58C053D}"/>
              </a:ext>
            </a:extLst>
          </p:cNvPr>
          <p:cNvSpPr>
            <a:spLocks noGrp="1"/>
          </p:cNvSpPr>
          <p:nvPr>
            <p:ph type="title"/>
          </p:nvPr>
        </p:nvSpPr>
        <p:spPr>
          <a:xfrm>
            <a:off x="331470" y="360198"/>
            <a:ext cx="8481060" cy="523220"/>
          </a:xfrm>
        </p:spPr>
        <p:txBody>
          <a:bodyPr/>
          <a:lstStyle/>
          <a:p>
            <a:r>
              <a:rPr lang="en-GB" sz="3600" dirty="0">
                <a:latin typeface="Arial" panose="020B0604020202020204" pitchFamily="34" charset="0"/>
                <a:cs typeface="Arial" panose="020B0604020202020204" pitchFamily="34" charset="0"/>
              </a:rPr>
              <a:t>Prompt injection attacks</a:t>
            </a:r>
            <a:endParaRPr lang="en-GB" sz="2000" dirty="0">
              <a:latin typeface="Arial" panose="020B0604020202020204" pitchFamily="34" charset="0"/>
              <a:cs typeface="Arial" panose="020B0604020202020204" pitchFamily="34" charset="0"/>
            </a:endParaRPr>
          </a:p>
        </p:txBody>
      </p:sp>
      <p:sp>
        <p:nvSpPr>
          <p:cNvPr id="10" name="Subtitle 9">
            <a:extLst>
              <a:ext uri="{FF2B5EF4-FFF2-40B4-BE49-F238E27FC236}">
                <a16:creationId xmlns:a16="http://schemas.microsoft.com/office/drawing/2014/main" id="{1F600387-E92B-A9EE-A4CE-894DBCF5A77E}"/>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3" name="Text Placeholder 2">
            <a:extLst>
              <a:ext uri="{FF2B5EF4-FFF2-40B4-BE49-F238E27FC236}">
                <a16:creationId xmlns:a16="http://schemas.microsoft.com/office/drawing/2014/main" id="{7D894C99-EC5A-6F31-CE24-97FB7ED51E2D}"/>
              </a:ext>
              <a:ext uri="{C183D7F6-B498-43B3-948B-1728B52AA6E4}">
                <adec:decorative xmlns:adec="http://schemas.microsoft.com/office/drawing/2017/decorative" val="1"/>
              </a:ext>
            </a:extLst>
          </p:cNvPr>
          <p:cNvSpPr>
            <a:spLocks noGrp="1"/>
          </p:cNvSpPr>
          <p:nvPr>
            <p:ph type="body" sz="quarter" idx="14"/>
          </p:nvPr>
        </p:nvSpPr>
        <p:spPr>
          <a:xfrm>
            <a:off x="331470" y="749431"/>
            <a:ext cx="4027170" cy="523220"/>
          </a:xfrm>
        </p:spPr>
        <p:txBody>
          <a:bodyPr/>
          <a:lstStyle/>
          <a:p>
            <a:pPr marL="0" indent="0">
              <a:lnSpc>
                <a:spcPct val="140000"/>
              </a:lnSpc>
              <a:buNone/>
            </a:pPr>
            <a:endParaRPr lang="en-US" sz="2800" dirty="0">
              <a:latin typeface="Arial" panose="020B0604020202020204" pitchFamily="34" charset="0"/>
              <a:cs typeface="Arial" panose="020B0604020202020204" pitchFamily="34" charset="0"/>
            </a:endParaRPr>
          </a:p>
          <a:p>
            <a:pPr marL="0" indent="0">
              <a:lnSpc>
                <a:spcPct val="140000"/>
              </a:lnSpc>
              <a:buNone/>
            </a:pPr>
            <a:r>
              <a:rPr lang="en-US" sz="2800" dirty="0">
                <a:latin typeface="Arial" panose="020B0604020202020204" pitchFamily="34" charset="0"/>
                <a:cs typeface="Arial" panose="020B0604020202020204" pitchFamily="34" charset="0"/>
              </a:rPr>
              <a:t> </a:t>
            </a:r>
          </a:p>
        </p:txBody>
      </p:sp>
      <p:sp>
        <p:nvSpPr>
          <p:cNvPr id="4" name="TextBox 3">
            <a:extLst>
              <a:ext uri="{FF2B5EF4-FFF2-40B4-BE49-F238E27FC236}">
                <a16:creationId xmlns:a16="http://schemas.microsoft.com/office/drawing/2014/main" id="{BC5AE315-4D58-B49E-77E6-474D081073A6}"/>
              </a:ext>
            </a:extLst>
          </p:cNvPr>
          <p:cNvSpPr txBox="1"/>
          <p:nvPr/>
        </p:nvSpPr>
        <p:spPr>
          <a:xfrm>
            <a:off x="331470" y="1252131"/>
            <a:ext cx="8229600" cy="5777415"/>
          </a:xfrm>
          <a:prstGeom prst="rect">
            <a:avLst/>
          </a:prstGeom>
          <a:noFill/>
        </p:spPr>
        <p:txBody>
          <a:bodyPr wrap="square">
            <a:spAutoFit/>
          </a:bodyPr>
          <a:lstStyle/>
          <a:p>
            <a:pPr>
              <a:lnSpc>
                <a:spcPct val="140000"/>
              </a:lnSpc>
            </a:pPr>
            <a:r>
              <a:rPr lang="en-GB" sz="2000" dirty="0" err="1">
                <a:solidFill>
                  <a:schemeClr val="bg1"/>
                </a:solidFill>
                <a:latin typeface="Arial" panose="020B0604020202020204" pitchFamily="34" charset="0"/>
                <a:cs typeface="Arial" panose="020B0604020202020204" pitchFamily="34" charset="0"/>
              </a:rPr>
              <a:t>Altassian</a:t>
            </a:r>
            <a:r>
              <a:rPr lang="en-GB" sz="2000" dirty="0">
                <a:solidFill>
                  <a:schemeClr val="bg1"/>
                </a:solidFill>
                <a:latin typeface="Arial" panose="020B0604020202020204" pitchFamily="34" charset="0"/>
                <a:cs typeface="Arial" panose="020B0604020202020204" pitchFamily="34" charset="0"/>
              </a:rPr>
              <a:t> MCP, Amazon Q for Business, Amp Code, ChatGPT Operator, ChatGPT </a:t>
            </a:r>
            <a:r>
              <a:rPr lang="en-GB" sz="2000" dirty="0" err="1">
                <a:solidFill>
                  <a:schemeClr val="bg1"/>
                </a:solidFill>
                <a:latin typeface="Arial" panose="020B0604020202020204" pitchFamily="34" charset="0"/>
                <a:cs typeface="Arial" panose="020B0604020202020204" pitchFamily="34" charset="0"/>
              </a:rPr>
              <a:t>WebAgent</a:t>
            </a:r>
            <a:r>
              <a:rPr lang="en-GB" sz="2000" dirty="0">
                <a:solidFill>
                  <a:schemeClr val="bg1"/>
                </a:solidFill>
                <a:latin typeface="Arial" panose="020B0604020202020204" pitchFamily="34" charset="0"/>
                <a:cs typeface="Arial" panose="020B0604020202020204" pitchFamily="34" charset="0"/>
              </a:rPr>
              <a:t>, Claude Code, Codex agent, Cursor, Devin, </a:t>
            </a:r>
            <a:r>
              <a:rPr lang="en-GB" sz="2000" dirty="0" err="1">
                <a:solidFill>
                  <a:schemeClr val="bg1"/>
                </a:solidFill>
                <a:latin typeface="Arial" panose="020B0604020202020204" pitchFamily="34" charset="0"/>
                <a:cs typeface="Arial" panose="020B0604020202020204" pitchFamily="34" charset="0"/>
              </a:rPr>
              <a:t>Github</a:t>
            </a:r>
            <a:r>
              <a:rPr lang="en-GB" sz="2000" dirty="0">
                <a:solidFill>
                  <a:schemeClr val="bg1"/>
                </a:solidFill>
                <a:latin typeface="Arial" panose="020B0604020202020204" pitchFamily="34" charset="0"/>
                <a:cs typeface="Arial" panose="020B0604020202020204" pitchFamily="34" charset="0"/>
              </a:rPr>
              <a:t> Copilot, Gitlab Duo, Google Bard, Google Jules, Google </a:t>
            </a:r>
            <a:r>
              <a:rPr lang="en-GB" sz="2000" dirty="0" err="1">
                <a:solidFill>
                  <a:schemeClr val="bg1"/>
                </a:solidFill>
                <a:latin typeface="Arial" panose="020B0604020202020204" pitchFamily="34" charset="0"/>
                <a:cs typeface="Arial" panose="020B0604020202020204" pitchFamily="34" charset="0"/>
              </a:rPr>
              <a:t>NotebookLM</a:t>
            </a:r>
            <a:r>
              <a:rPr lang="en-GB" sz="2000" dirty="0">
                <a:solidFill>
                  <a:schemeClr val="bg1"/>
                </a:solidFill>
                <a:latin typeface="Arial" panose="020B0604020202020204" pitchFamily="34" charset="0"/>
                <a:cs typeface="Arial" panose="020B0604020202020204" pitchFamily="34" charset="0"/>
              </a:rPr>
              <a:t>, GPT4-V, iOS Claude app, Microsoft 360 Copilot, Mistral LeChat, </a:t>
            </a:r>
            <a:r>
              <a:rPr lang="en-GB" sz="2000" dirty="0" err="1">
                <a:solidFill>
                  <a:schemeClr val="bg1"/>
                </a:solidFill>
                <a:latin typeface="Arial" panose="020B0604020202020204" pitchFamily="34" charset="0"/>
                <a:cs typeface="Arial" panose="020B0604020202020204" pitchFamily="34" charset="0"/>
              </a:rPr>
              <a:t>OpenHands</a:t>
            </a:r>
            <a:r>
              <a:rPr lang="en-GB" sz="2000" dirty="0">
                <a:solidFill>
                  <a:schemeClr val="bg1"/>
                </a:solidFill>
                <a:latin typeface="Arial" panose="020B0604020202020204" pitchFamily="34" charset="0"/>
                <a:cs typeface="Arial" panose="020B0604020202020204" pitchFamily="34" charset="0"/>
              </a:rPr>
              <a:t>, Slack AI, WhatsApp MCP, Writer.com, </a:t>
            </a:r>
          </a:p>
          <a:p>
            <a:pPr>
              <a:lnSpc>
                <a:spcPct val="140000"/>
              </a:lnSpc>
            </a:pPr>
            <a:r>
              <a:rPr lang="en-GB" sz="2000" dirty="0" err="1">
                <a:solidFill>
                  <a:schemeClr val="bg1"/>
                </a:solidFill>
                <a:latin typeface="Arial" panose="020B0604020202020204" pitchFamily="34" charset="0"/>
                <a:cs typeface="Arial" panose="020B0604020202020204" pitchFamily="34" charset="0"/>
              </a:rPr>
              <a:t>xAI</a:t>
            </a:r>
            <a:r>
              <a:rPr lang="en-GB" sz="2000" dirty="0">
                <a:solidFill>
                  <a:schemeClr val="bg1"/>
                </a:solidFill>
                <a:latin typeface="Arial" panose="020B0604020202020204" pitchFamily="34" charset="0"/>
                <a:cs typeface="Arial" panose="020B0604020202020204" pitchFamily="34" charset="0"/>
              </a:rPr>
              <a:t> Grok, more …. </a:t>
            </a:r>
          </a:p>
          <a:p>
            <a:pPr>
              <a:lnSpc>
                <a:spcPct val="140000"/>
              </a:lnSpc>
            </a:pPr>
            <a:r>
              <a:rPr lang="en-GB" sz="2000" dirty="0">
                <a:solidFill>
                  <a:schemeClr val="bg1"/>
                </a:solidFill>
                <a:latin typeface="Arial" panose="020B0604020202020204" pitchFamily="34" charset="0"/>
                <a:cs typeface="Arial" panose="020B0604020202020204" pitchFamily="34" charset="0"/>
              </a:rPr>
              <a:t>See e.g. Johann </a:t>
            </a:r>
            <a:r>
              <a:rPr lang="en-GB" sz="2000" dirty="0" err="1">
                <a:solidFill>
                  <a:schemeClr val="bg1"/>
                </a:solidFill>
                <a:latin typeface="Arial" panose="020B0604020202020204" pitchFamily="34" charset="0"/>
                <a:cs typeface="Arial" panose="020B0604020202020204" pitchFamily="34" charset="0"/>
              </a:rPr>
              <a:t>Rehburger</a:t>
            </a:r>
            <a:r>
              <a:rPr lang="en-GB" sz="2000" dirty="0">
                <a:solidFill>
                  <a:schemeClr val="bg1"/>
                </a:solidFill>
                <a:latin typeface="Arial" panose="020B0604020202020204" pitchFamily="34" charset="0"/>
                <a:cs typeface="Arial" panose="020B0604020202020204" pitchFamily="34" charset="0"/>
              </a:rPr>
              <a:t>, “The Month of AI Bugs”, Aug 2025</a:t>
            </a:r>
            <a:br>
              <a:rPr lang="en-GB" sz="1800" dirty="0">
                <a:solidFill>
                  <a:schemeClr val="bg1"/>
                </a:solidFill>
                <a:latin typeface="Arial" panose="020B0604020202020204" pitchFamily="34" charset="0"/>
                <a:cs typeface="Arial" panose="020B0604020202020204" pitchFamily="34" charset="0"/>
              </a:rPr>
            </a:br>
            <a:br>
              <a:rPr lang="en-GB" sz="1800" dirty="0">
                <a:solidFill>
                  <a:schemeClr val="bg1"/>
                </a:solidFill>
                <a:latin typeface="Arial" panose="020B0604020202020204" pitchFamily="34" charset="0"/>
                <a:cs typeface="Arial" panose="020B0604020202020204" pitchFamily="34" charset="0"/>
              </a:rPr>
            </a:br>
            <a:r>
              <a:rPr lang="en-GB" sz="2400" dirty="0">
                <a:solidFill>
                  <a:schemeClr val="bg1"/>
                </a:solidFill>
                <a:latin typeface="Arial" panose="020B0604020202020204" pitchFamily="34" charset="0"/>
                <a:cs typeface="Arial" panose="020B0604020202020204" pitchFamily="34" charset="0"/>
              </a:rPr>
              <a:t>“an open challenge for agent security, and one we expect to continue working on for years to come” </a:t>
            </a:r>
          </a:p>
          <a:p>
            <a:pPr>
              <a:lnSpc>
                <a:spcPct val="140000"/>
              </a:lnSpc>
            </a:pPr>
            <a:r>
              <a:rPr lang="en-GB" sz="2400" dirty="0">
                <a:solidFill>
                  <a:schemeClr val="bg1"/>
                </a:solidFill>
                <a:latin typeface="Arial" panose="020B0604020202020204" pitchFamily="34" charset="0"/>
                <a:cs typeface="Arial" panose="020B0604020202020204" pitchFamily="34" charset="0"/>
              </a:rPr>
              <a:t>– OpenAI, Dec 2025</a:t>
            </a:r>
            <a:br>
              <a:rPr lang="en-GB" sz="1800" dirty="0">
                <a:solidFill>
                  <a:schemeClr val="bg1"/>
                </a:solidFill>
                <a:latin typeface="Arial" panose="020B0604020202020204" pitchFamily="34" charset="0"/>
                <a:cs typeface="Arial" panose="020B0604020202020204" pitchFamily="34" charset="0"/>
              </a:rPr>
            </a:br>
            <a:r>
              <a:rPr lang="en-GB" sz="1800" dirty="0">
                <a:solidFill>
                  <a:schemeClr val="bg1"/>
                </a:solidFill>
                <a:latin typeface="Arial" panose="020B0604020202020204" pitchFamily="34" charset="0"/>
                <a:cs typeface="Arial" panose="020B0604020202020204" pitchFamily="34" charset="0"/>
              </a:rPr>
              <a:t>		</a:t>
            </a:r>
            <a:br>
              <a:rPr lang="en-GB" sz="1800" dirty="0">
                <a:solidFill>
                  <a:schemeClr val="bg1"/>
                </a:solidFill>
                <a:latin typeface="Arial" panose="020B0604020202020204" pitchFamily="34" charset="0"/>
                <a:cs typeface="Arial" panose="020B0604020202020204" pitchFamily="34" charset="0"/>
              </a:rPr>
            </a:br>
            <a:endParaRPr lang="en-GB" dirty="0">
              <a:solidFill>
                <a:schemeClr val="bg1"/>
              </a:solidFill>
            </a:endParaRPr>
          </a:p>
        </p:txBody>
      </p:sp>
    </p:spTree>
    <p:extLst>
      <p:ext uri="{BB962C8B-B14F-4D97-AF65-F5344CB8AC3E}">
        <p14:creationId xmlns:p14="http://schemas.microsoft.com/office/powerpoint/2010/main" val="258674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02FE61DB-2CC3-B3D0-6A7A-E92C16127D6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52C2786-395F-C75C-D8A5-D65D281A585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Prompt injection defences</a:t>
            </a:r>
            <a:br>
              <a:rPr lang="en-GB" sz="3600" dirty="0">
                <a:latin typeface="Arial" panose="020B0604020202020204" pitchFamily="34" charset="0"/>
                <a:cs typeface="Arial" panose="020B0604020202020204" pitchFamily="34" charset="0"/>
              </a:rPr>
            </a:br>
            <a:br>
              <a:rPr lang="en-GB" sz="3600" dirty="0">
                <a:latin typeface="Arial" panose="020B0604020202020204" pitchFamily="34" charset="0"/>
                <a:cs typeface="Arial" panose="020B0604020202020204" pitchFamily="34" charset="0"/>
              </a:rPr>
            </a:br>
            <a:endParaRPr lang="en-GB" sz="3600" dirty="0">
              <a:latin typeface="Arial" panose="020B0604020202020204" pitchFamily="34" charset="0"/>
              <a:cs typeface="Arial" panose="020B0604020202020204" pitchFamily="34" charset="0"/>
            </a:endParaRPr>
          </a:p>
        </p:txBody>
      </p:sp>
      <p:sp>
        <p:nvSpPr>
          <p:cNvPr id="10" name="Subtitle 9">
            <a:extLst>
              <a:ext uri="{FF2B5EF4-FFF2-40B4-BE49-F238E27FC236}">
                <a16:creationId xmlns:a16="http://schemas.microsoft.com/office/drawing/2014/main" id="{E41D8C4A-496A-CF5E-4577-C946DB6C6A07}"/>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3" name="Text Placeholder 2">
            <a:extLst>
              <a:ext uri="{FF2B5EF4-FFF2-40B4-BE49-F238E27FC236}">
                <a16:creationId xmlns:a16="http://schemas.microsoft.com/office/drawing/2014/main" id="{6B0749AF-9723-9BF6-DB30-554787B9AE51}"/>
              </a:ext>
            </a:extLst>
          </p:cNvPr>
          <p:cNvSpPr>
            <a:spLocks noGrp="1"/>
          </p:cNvSpPr>
          <p:nvPr>
            <p:ph type="body" sz="quarter" idx="14"/>
          </p:nvPr>
        </p:nvSpPr>
        <p:spPr>
          <a:xfrm>
            <a:off x="346094" y="1272651"/>
            <a:ext cx="8466436" cy="3834926"/>
          </a:xfrm>
        </p:spPr>
        <p:txBody>
          <a:bodyPr/>
          <a:lstStyle/>
          <a:p>
            <a:pPr marL="0" indent="0">
              <a:lnSpc>
                <a:spcPct val="140000"/>
              </a:lnSpc>
              <a:buNone/>
            </a:pPr>
            <a:r>
              <a:rPr lang="en-US" sz="2800" dirty="0">
                <a:latin typeface="Arial" panose="020B0604020202020204" pitchFamily="34" charset="0"/>
                <a:cs typeface="Arial" panose="020B0604020202020204" pitchFamily="34" charset="0"/>
              </a:rPr>
              <a:t>Red-teaming</a:t>
            </a:r>
          </a:p>
          <a:p>
            <a:pPr marL="0" indent="0">
              <a:lnSpc>
                <a:spcPct val="140000"/>
              </a:lnSpc>
              <a:buNone/>
            </a:pPr>
            <a:r>
              <a:rPr lang="en-US" sz="2800" dirty="0">
                <a:latin typeface="Arial" panose="020B0604020202020204" pitchFamily="34" charset="0"/>
                <a:cs typeface="Arial" panose="020B0604020202020204" pitchFamily="34" charset="0"/>
              </a:rPr>
              <a:t>Reduce trifecta </a:t>
            </a:r>
          </a:p>
          <a:p>
            <a:pPr marL="0" indent="0">
              <a:lnSpc>
                <a:spcPct val="120000"/>
              </a:lnSpc>
              <a:buNone/>
            </a:pPr>
            <a:r>
              <a:rPr lang="en-US" sz="2200" dirty="0">
                <a:latin typeface="Arial" panose="020B0604020202020204" pitchFamily="34" charset="0"/>
                <a:cs typeface="Arial" panose="020B0604020202020204" pitchFamily="34" charset="0"/>
              </a:rPr>
              <a:t>(access to private data; exposure to untrusted content; external communication)</a:t>
            </a:r>
          </a:p>
          <a:p>
            <a:pPr marL="0" indent="0">
              <a:lnSpc>
                <a:spcPct val="140000"/>
              </a:lnSpc>
              <a:buNone/>
            </a:pPr>
            <a:r>
              <a:rPr lang="en-US" sz="2800" dirty="0">
                <a:latin typeface="Arial" panose="020B0604020202020204" pitchFamily="34" charset="0"/>
                <a:cs typeface="Arial" panose="020B0604020202020204" pitchFamily="34" charset="0"/>
              </a:rPr>
              <a:t>Design patterns with specific-purpose agents</a:t>
            </a:r>
          </a:p>
          <a:p>
            <a:pPr marL="0" indent="0">
              <a:lnSpc>
                <a:spcPct val="120000"/>
              </a:lnSpc>
              <a:buNone/>
            </a:pPr>
            <a:r>
              <a:rPr lang="en-US" sz="2200" dirty="0">
                <a:latin typeface="Arial" panose="020B0604020202020204" pitchFamily="34" charset="0"/>
                <a:cs typeface="Arial" panose="020B0604020202020204" pitchFamily="34" charset="0"/>
              </a:rPr>
              <a:t>- see Beurer-Kellner et al.</a:t>
            </a:r>
          </a:p>
          <a:p>
            <a:pPr marL="0" indent="0">
              <a:lnSpc>
                <a:spcPct val="140000"/>
              </a:lnSpc>
              <a:buNone/>
            </a:pPr>
            <a:r>
              <a:rPr lang="en-US" sz="2800" dirty="0">
                <a:latin typeface="Arial" panose="020B0604020202020204" pitchFamily="34" charset="0"/>
                <a:cs typeface="Arial" panose="020B0604020202020204" pitchFamily="34" charset="0"/>
              </a:rPr>
              <a:t>Human oversight &amp; accountability </a:t>
            </a:r>
          </a:p>
          <a:p>
            <a:pPr marL="0" indent="0">
              <a:lnSpc>
                <a:spcPct val="120000"/>
              </a:lnSpc>
              <a:buNone/>
            </a:pPr>
            <a:r>
              <a:rPr lang="en-US" sz="2200" dirty="0">
                <a:latin typeface="Arial" panose="020B0604020202020204" pitchFamily="34" charset="0"/>
                <a:cs typeface="Arial" panose="020B0604020202020204" pitchFamily="34" charset="0"/>
              </a:rPr>
              <a:t>- at one extreme: don’t use agents</a:t>
            </a:r>
          </a:p>
          <a:p>
            <a:pPr marL="0" indent="0">
              <a:lnSpc>
                <a:spcPct val="140000"/>
              </a:lnSpc>
              <a:buNone/>
            </a:pPr>
            <a:r>
              <a:rPr lang="en-US" sz="2800" dirty="0">
                <a:latin typeface="Arial" panose="020B0604020202020204" pitchFamily="34" charset="0"/>
                <a:cs typeface="Arial" panose="020B0604020202020204" pitchFamily="34" charset="0"/>
              </a:rPr>
              <a:t>Dial down the hype</a:t>
            </a:r>
          </a:p>
          <a:p>
            <a:pPr marL="0" indent="0">
              <a:lnSpc>
                <a:spcPct val="140000"/>
              </a:lnSpc>
              <a:buNone/>
            </a:pPr>
            <a:endParaRPr lang="en-US" sz="2800" dirty="0">
              <a:latin typeface="Arial" panose="020B0604020202020204" pitchFamily="34" charset="0"/>
              <a:cs typeface="Arial" panose="020B0604020202020204" pitchFamily="34" charset="0"/>
            </a:endParaRPr>
          </a:p>
          <a:p>
            <a:pPr marL="0" indent="0">
              <a:lnSpc>
                <a:spcPct val="140000"/>
              </a:lnSpc>
              <a:buNone/>
            </a:pPr>
            <a:endParaRPr lang="en-US" sz="2800" dirty="0">
              <a:latin typeface="Arial" panose="020B0604020202020204" pitchFamily="34" charset="0"/>
              <a:cs typeface="Arial" panose="020B0604020202020204" pitchFamily="34" charset="0"/>
            </a:endParaRPr>
          </a:p>
          <a:p>
            <a:pPr marL="0" indent="0">
              <a:lnSpc>
                <a:spcPct val="140000"/>
              </a:lnSpc>
              <a:buNone/>
            </a:pPr>
            <a:endParaRPr lang="en-US" sz="2800" dirty="0">
              <a:latin typeface="Arial" panose="020B0604020202020204" pitchFamily="34" charset="0"/>
              <a:cs typeface="Arial" panose="020B0604020202020204" pitchFamily="34" charset="0"/>
            </a:endParaRPr>
          </a:p>
          <a:p>
            <a:pPr marL="0" indent="0">
              <a:lnSpc>
                <a:spcPct val="140000"/>
              </a:lnSpc>
              <a:buNone/>
            </a:pPr>
            <a:endParaRPr lang="en-US" sz="2800" dirty="0">
              <a:latin typeface="Arial" panose="020B0604020202020204" pitchFamily="34" charset="0"/>
              <a:cs typeface="Arial" panose="020B0604020202020204" pitchFamily="34" charset="0"/>
            </a:endParaRPr>
          </a:p>
          <a:p>
            <a:pPr marL="0" indent="0">
              <a:lnSpc>
                <a:spcPct val="140000"/>
              </a:lnSpc>
              <a:buNone/>
            </a:pPr>
            <a:endParaRPr lang="en-GB"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678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b="1" dirty="0">
                <a:solidFill>
                  <a:schemeClr val="tx1"/>
                </a:solidFill>
                <a:latin typeface="Arial" panose="020B0604020202020204" pitchFamily="34" charset="0"/>
                <a:cs typeface="Arial" panose="020B0604020202020204" pitchFamily="34" charset="0"/>
              </a:rPr>
              <a:t>What can you do?</a:t>
            </a:r>
          </a:p>
        </p:txBody>
      </p:sp>
      <p:sp>
        <p:nvSpPr>
          <p:cNvPr id="10" name="Subtitle 9">
            <a:extLs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731E58D-2B0D-44C2-985F-3AE02C2A86FD}"/>
              </a:ext>
            </a:extLst>
          </p:cNvPr>
          <p:cNvSpPr>
            <a:spLocks noGrp="1"/>
          </p:cNvSpPr>
          <p:nvPr>
            <p:ph type="body" sz="quarter" idx="14"/>
          </p:nvPr>
        </p:nvSpPr>
        <p:spPr>
          <a:xfrm>
            <a:off x="531091" y="1272650"/>
            <a:ext cx="8229600" cy="5222577"/>
          </a:xfrm>
        </p:spPr>
        <p:txBody>
          <a:bodyPr/>
          <a:lstStyle/>
          <a:p>
            <a:pPr marL="0" indent="0">
              <a:lnSpc>
                <a:spcPct val="120000"/>
              </a:lnSpc>
              <a:buNone/>
            </a:pPr>
            <a:endParaRPr lang="en-GB" sz="2800" dirty="0">
              <a:solidFill>
                <a:schemeClr val="tx1"/>
              </a:solidFill>
              <a:latin typeface="Arial" panose="020B0604020202020204" pitchFamily="34" charset="0"/>
              <a:cs typeface="Arial" panose="020B0604020202020204" pitchFamily="34" charset="0"/>
            </a:endParaRPr>
          </a:p>
          <a:p>
            <a:pPr marL="0" indent="0">
              <a:lnSpc>
                <a:spcPct val="120000"/>
              </a:lnSpc>
              <a:buNone/>
            </a:pPr>
            <a:endParaRPr lang="en-GB" sz="2800" dirty="0">
              <a:solidFill>
                <a:schemeClr val="tx1"/>
              </a:solidFill>
              <a:latin typeface="Arial" panose="020B0604020202020204" pitchFamily="34" charset="0"/>
              <a:cs typeface="Arial" panose="020B0604020202020204" pitchFamily="34" charset="0"/>
            </a:endParaRPr>
          </a:p>
          <a:p>
            <a:pPr marL="0" indent="0">
              <a:lnSpc>
                <a:spcPct val="120000"/>
              </a:lnSpc>
              <a:buNone/>
            </a:pPr>
            <a:r>
              <a:rPr lang="en-GB" sz="3200" dirty="0">
                <a:solidFill>
                  <a:schemeClr val="tx1"/>
                </a:solidFill>
                <a:latin typeface="Arial" panose="020B0604020202020204" pitchFamily="34" charset="0"/>
                <a:cs typeface="Arial" panose="020B0604020202020204" pitchFamily="34" charset="0"/>
              </a:rPr>
              <a:t>What can you do if you find yourself involved in something ethically bad at work?</a:t>
            </a:r>
          </a:p>
          <a:p>
            <a:pPr marL="0" indent="0">
              <a:lnSpc>
                <a:spcPct val="120000"/>
              </a:lnSpc>
              <a:buNone/>
            </a:pPr>
            <a:endParaRPr lang="en-GB" sz="2800" dirty="0">
              <a:solidFill>
                <a:schemeClr val="bg1"/>
              </a:solidFill>
              <a:latin typeface="Arial" panose="020B0604020202020204" pitchFamily="34" charset="0"/>
              <a:cs typeface="Arial" panose="020B0604020202020204" pitchFamily="34" charset="0"/>
            </a:endParaRPr>
          </a:p>
          <a:p>
            <a:pPr marL="0" indent="0">
              <a:lnSpc>
                <a:spcPct val="12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20000"/>
              </a:lnSpc>
              <a:buNone/>
            </a:pPr>
            <a:endParaRPr lang="en-GB" sz="2800" dirty="0">
              <a:solidFill>
                <a:schemeClr val="bg1"/>
              </a:solidFill>
              <a:latin typeface="Arial" panose="020B0604020202020204" pitchFamily="34" charset="0"/>
              <a:cs typeface="Arial" panose="020B0604020202020204" pitchFamily="34" charset="0"/>
            </a:endParaRPr>
          </a:p>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740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What can you do? </a:t>
            </a:r>
          </a:p>
        </p:txBody>
      </p:sp>
      <p:sp>
        <p:nvSpPr>
          <p:cNvPr id="4" name="Subtitle 3">
            <a:extLst>
              <a:ext uri="{FF2B5EF4-FFF2-40B4-BE49-F238E27FC236}">
                <a16:creationId xmlns:a16="http://schemas.microsoft.com/office/drawing/2014/main" id="{80A27329-9897-36E0-BC54-C6872AB23B59}"/>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endParaRPr lang="en-GB" dirty="0"/>
          </a:p>
        </p:txBody>
      </p:sp>
      <p:sp>
        <p:nvSpPr>
          <p:cNvPr id="13" name="Text Placeholder 12">
            <a:extLst>
              <a:ext uri="{FF2B5EF4-FFF2-40B4-BE49-F238E27FC236}">
                <a16:creationId xmlns:a16="http://schemas.microsoft.com/office/drawing/2014/main" id="{9731E58D-2B0D-44C2-985F-3AE02C2A86FD}"/>
              </a:ext>
            </a:extLst>
          </p:cNvPr>
          <p:cNvSpPr>
            <a:spLocks noGrp="1"/>
          </p:cNvSpPr>
          <p:nvPr>
            <p:ph type="body" sz="quarter" idx="14"/>
          </p:nvPr>
        </p:nvSpPr>
        <p:spPr>
          <a:xfrm>
            <a:off x="531091" y="1272650"/>
            <a:ext cx="8229600" cy="5222577"/>
          </a:xfrm>
        </p:spPr>
        <p:txBody>
          <a:bodyPr/>
          <a:lstStyle/>
          <a:p>
            <a:pPr marL="0" indent="0">
              <a:lnSpc>
                <a:spcPct val="120000"/>
              </a:lnSpc>
              <a:buNone/>
            </a:pPr>
            <a:r>
              <a:rPr lang="en-GB" sz="2800" b="1" dirty="0">
                <a:solidFill>
                  <a:schemeClr val="accent4">
                    <a:lumMod val="40000"/>
                    <a:lumOff val="60000"/>
                  </a:schemeClr>
                </a:solidFill>
                <a:latin typeface="Arial" panose="020B0604020202020204" pitchFamily="34" charset="0"/>
                <a:cs typeface="Arial" panose="020B0604020202020204" pitchFamily="34" charset="0"/>
              </a:rPr>
              <a:t>#1: don’t get into this situation in the first place</a:t>
            </a:r>
          </a:p>
          <a:p>
            <a:pPr>
              <a:lnSpc>
                <a:spcPct val="120000"/>
              </a:lnSpc>
            </a:pPr>
            <a:r>
              <a:rPr lang="en-GB" sz="2800" dirty="0">
                <a:solidFill>
                  <a:schemeClr val="bg1"/>
                </a:solidFill>
                <a:latin typeface="Arial" panose="020B0604020202020204" pitchFamily="34" charset="0"/>
                <a:cs typeface="Arial" panose="020B0604020202020204" pitchFamily="34" charset="0"/>
              </a:rPr>
              <a:t> Due diligence in job applications</a:t>
            </a:r>
          </a:p>
          <a:p>
            <a:pPr>
              <a:lnSpc>
                <a:spcPct val="120000"/>
              </a:lnSpc>
            </a:pPr>
            <a:r>
              <a:rPr lang="en-GB" sz="2800" dirty="0">
                <a:solidFill>
                  <a:schemeClr val="bg1"/>
                </a:solidFill>
                <a:latin typeface="Arial" panose="020B0604020202020204" pitchFamily="34" charset="0"/>
                <a:cs typeface="Arial" panose="020B0604020202020204" pitchFamily="34" charset="0"/>
              </a:rPr>
              <a:t> May be possible to evade problem</a:t>
            </a:r>
          </a:p>
          <a:p>
            <a:pPr>
              <a:lnSpc>
                <a:spcPct val="120000"/>
              </a:lnSpc>
            </a:pPr>
            <a:r>
              <a:rPr lang="en-GB" sz="2800" dirty="0">
                <a:solidFill>
                  <a:schemeClr val="bg1"/>
                </a:solidFill>
                <a:latin typeface="Arial" panose="020B0604020202020204" pitchFamily="34" charset="0"/>
                <a:cs typeface="Arial" panose="020B0604020202020204" pitchFamily="34" charset="0"/>
              </a:rPr>
              <a:t> Keep your compass: have more than one community</a:t>
            </a:r>
          </a:p>
          <a:p>
            <a:pPr>
              <a:lnSpc>
                <a:spcPct val="120000"/>
              </a:lnSpc>
            </a:pPr>
            <a:r>
              <a:rPr lang="en-GB" sz="2800" dirty="0">
                <a:solidFill>
                  <a:schemeClr val="bg1"/>
                </a:solidFill>
                <a:latin typeface="Arial" panose="020B0604020202020204" pitchFamily="34" charset="0"/>
                <a:cs typeface="Arial" panose="020B0604020202020204" pitchFamily="34" charset="0"/>
              </a:rPr>
              <a:t>Routinely think about ethical issues of your work (increase +</a:t>
            </a:r>
            <a:r>
              <a:rPr lang="en-GB" sz="2800" dirty="0" err="1">
                <a:solidFill>
                  <a:schemeClr val="bg1"/>
                </a:solidFill>
                <a:latin typeface="Arial" panose="020B0604020202020204" pitchFamily="34" charset="0"/>
                <a:cs typeface="Arial" panose="020B0604020202020204" pitchFamily="34" charset="0"/>
              </a:rPr>
              <a:t>ve</a:t>
            </a:r>
            <a:r>
              <a:rPr lang="en-GB" sz="2800" dirty="0">
                <a:solidFill>
                  <a:schemeClr val="bg1"/>
                </a:solidFill>
                <a:latin typeface="Arial" panose="020B0604020202020204" pitchFamily="34" charset="0"/>
                <a:cs typeface="Arial" panose="020B0604020202020204" pitchFamily="34" charset="0"/>
              </a:rPr>
              <a:t> as well as avoid –</a:t>
            </a:r>
            <a:r>
              <a:rPr lang="en-GB" sz="2800" dirty="0" err="1">
                <a:solidFill>
                  <a:schemeClr val="bg1"/>
                </a:solidFill>
                <a:latin typeface="Arial" panose="020B0604020202020204" pitchFamily="34" charset="0"/>
                <a:cs typeface="Arial" panose="020B0604020202020204" pitchFamily="34" charset="0"/>
              </a:rPr>
              <a:t>ve</a:t>
            </a:r>
            <a:r>
              <a:rPr lang="en-GB" sz="2800" dirty="0">
                <a:solidFill>
                  <a:schemeClr val="bg1"/>
                </a:solidFill>
                <a:latin typeface="Arial" panose="020B0604020202020204" pitchFamily="34" charset="0"/>
                <a:cs typeface="Arial" panose="020B0604020202020204" pitchFamily="34" charset="0"/>
              </a:rPr>
              <a:t>)</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 </a:t>
            </a:r>
          </a:p>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476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What can you do? #2</a:t>
            </a:r>
          </a:p>
        </p:txBody>
      </p:sp>
      <p:sp>
        <p:nvSpPr>
          <p:cNvPr id="10" name="Subtitle 9">
            <a:extLs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731E58D-2B0D-44C2-985F-3AE02C2A86FD}"/>
              </a:ext>
            </a:extLst>
          </p:cNvPr>
          <p:cNvSpPr>
            <a:spLocks noGrp="1"/>
          </p:cNvSpPr>
          <p:nvPr>
            <p:ph type="body" sz="quarter" idx="14"/>
          </p:nvPr>
        </p:nvSpPr>
        <p:spPr>
          <a:xfrm>
            <a:off x="531091" y="1272650"/>
            <a:ext cx="8029980" cy="5222577"/>
          </a:xfrm>
        </p:spPr>
        <p:txBody>
          <a:bodyPr/>
          <a:lstStyle/>
          <a:p>
            <a:pPr marL="0" indent="0">
              <a:lnSpc>
                <a:spcPct val="120000"/>
              </a:lnSpc>
              <a:buNone/>
            </a:pPr>
            <a:r>
              <a:rPr lang="en-GB" sz="2800" b="1" dirty="0">
                <a:solidFill>
                  <a:schemeClr val="accent4">
                    <a:lumMod val="40000"/>
                    <a:lumOff val="60000"/>
                  </a:schemeClr>
                </a:solidFill>
                <a:latin typeface="Arial" panose="020B0604020202020204" pitchFamily="34" charset="0"/>
                <a:cs typeface="Arial" panose="020B0604020202020204" pitchFamily="34" charset="0"/>
              </a:rPr>
              <a:t>#2: talk about it within the team/organization</a:t>
            </a:r>
          </a:p>
          <a:p>
            <a:pPr>
              <a:lnSpc>
                <a:spcPct val="120000"/>
              </a:lnSpc>
            </a:pPr>
            <a:r>
              <a:rPr lang="en-GB" sz="2800" dirty="0">
                <a:solidFill>
                  <a:schemeClr val="bg1"/>
                </a:solidFill>
                <a:latin typeface="Arial" panose="020B0604020202020204" pitchFamily="34" charset="0"/>
                <a:cs typeface="Arial" panose="020B0604020202020204" pitchFamily="34" charset="0"/>
              </a:rPr>
              <a:t> Get allies</a:t>
            </a:r>
          </a:p>
          <a:p>
            <a:pPr>
              <a:lnSpc>
                <a:spcPct val="120000"/>
              </a:lnSpc>
            </a:pPr>
            <a:r>
              <a:rPr lang="en-GB" sz="2800" dirty="0">
                <a:solidFill>
                  <a:schemeClr val="bg1"/>
                </a:solidFill>
                <a:latin typeface="Arial" panose="020B0604020202020204" pitchFamily="34" charset="0"/>
                <a:cs typeface="Arial" panose="020B0604020202020204" pitchFamily="34" charset="0"/>
              </a:rPr>
              <a:t> Look for corporate rules / outcomes / values supporting your case</a:t>
            </a:r>
          </a:p>
          <a:p>
            <a:pPr>
              <a:lnSpc>
                <a:spcPct val="120000"/>
              </a:lnSpc>
            </a:pPr>
            <a:r>
              <a:rPr lang="en-GB" sz="2800" dirty="0">
                <a:solidFill>
                  <a:schemeClr val="bg1"/>
                </a:solidFill>
                <a:latin typeface="Arial" panose="020B0604020202020204" pitchFamily="34" charset="0"/>
                <a:cs typeface="Arial" panose="020B0604020202020204" pitchFamily="34" charset="0"/>
              </a:rPr>
              <a:t> Be factual</a:t>
            </a:r>
          </a:p>
          <a:p>
            <a:pPr>
              <a:lnSpc>
                <a:spcPct val="120000"/>
              </a:lnSpc>
            </a:pPr>
            <a:r>
              <a:rPr lang="en-GB" sz="2800" dirty="0">
                <a:solidFill>
                  <a:schemeClr val="bg1"/>
                </a:solidFill>
                <a:latin typeface="Arial" panose="020B0604020202020204" pitchFamily="34" charset="0"/>
                <a:cs typeface="Arial" panose="020B0604020202020204" pitchFamily="34" charset="0"/>
              </a:rPr>
              <a:t> Suggest solutions if you can </a:t>
            </a:r>
          </a:p>
          <a:p>
            <a:pPr>
              <a:lnSpc>
                <a:spcPct val="120000"/>
              </a:lnSpc>
            </a:pPr>
            <a:r>
              <a:rPr lang="en-GB" sz="2800" dirty="0">
                <a:solidFill>
                  <a:schemeClr val="bg1"/>
                </a:solidFill>
                <a:latin typeface="Arial" panose="020B0604020202020204" pitchFamily="34" charset="0"/>
                <a:cs typeface="Arial" panose="020B0604020202020204" pitchFamily="34" charset="0"/>
              </a:rPr>
              <a:t> If low-key informal approach isn’t enough, use company reporting procedures where they exist</a:t>
            </a:r>
          </a:p>
          <a:p>
            <a:pPr>
              <a:lnSpc>
                <a:spcPct val="120000"/>
              </a:lnSpc>
            </a:pPr>
            <a:endParaRPr lang="en-GB" sz="28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3220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CA04EB97-E2E5-A32E-AC99-C57337F8D13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E881009-9CCA-0C46-E5A0-A00F5831F16A}"/>
              </a:ext>
            </a:extLst>
          </p:cNvPr>
          <p:cNvSpPr txBox="1"/>
          <p:nvPr/>
        </p:nvSpPr>
        <p:spPr>
          <a:xfrm flipH="1">
            <a:off x="449618" y="5653859"/>
            <a:ext cx="8229600" cy="1015663"/>
          </a:xfrm>
          <a:prstGeom prst="rect">
            <a:avLst/>
          </a:prstGeom>
          <a:noFill/>
        </p:spPr>
        <p:txBody>
          <a:bodyPr wrap="square" rtlCol="0">
            <a:spAutoFit/>
          </a:bodyPr>
          <a:lstStyle/>
          <a:p>
            <a:r>
              <a:rPr lang="it-IT" sz="2000" dirty="0">
                <a:solidFill>
                  <a:schemeClr val="bg1"/>
                </a:solidFill>
                <a:latin typeface="Arial" panose="020B0604020202020204" pitchFamily="34" charset="0"/>
                <a:cs typeface="Arial" panose="020B0604020202020204" pitchFamily="34" charset="0"/>
              </a:rPr>
              <a:t>                    UK Parliament 2021/Annabel Moeller</a:t>
            </a:r>
          </a:p>
          <a:p>
            <a:r>
              <a:rPr lang="it-IT" sz="2000" dirty="0">
                <a:solidFill>
                  <a:schemeClr val="bg1"/>
                </a:solidFill>
                <a:latin typeface="Arial" panose="020B0604020202020204" pitchFamily="34" charset="0"/>
                <a:cs typeface="Arial" panose="020B0604020202020204" pitchFamily="34" charset="0"/>
              </a:rPr>
              <a:t>https://www.flickr.com/photos/ukhouseoflords/51628869530</a:t>
            </a:r>
          </a:p>
          <a:p>
            <a:r>
              <a:rPr lang="it-IT" sz="2000" dirty="0">
                <a:solidFill>
                  <a:schemeClr val="bg1"/>
                </a:solidFill>
                <a:latin typeface="Arial" panose="020B0604020202020204" pitchFamily="34" charset="0"/>
                <a:cs typeface="Arial" panose="020B0604020202020204" pitchFamily="34" charset="0"/>
              </a:rPr>
              <a:t>Angry emoji via freebiesupply.com</a:t>
            </a:r>
            <a:endParaRPr lang="en-GB" sz="2000" dirty="0">
              <a:solidFill>
                <a:schemeClr val="bg1"/>
              </a:solidFill>
              <a:latin typeface="Arial" panose="020B0604020202020204" pitchFamily="34" charset="0"/>
              <a:cs typeface="Arial" panose="020B0604020202020204" pitchFamily="34" charset="0"/>
            </a:endParaRPr>
          </a:p>
        </p:txBody>
      </p:sp>
      <p:sp>
        <p:nvSpPr>
          <p:cNvPr id="7" name="Title 6">
            <a:extLst>
              <a:ext uri="{FF2B5EF4-FFF2-40B4-BE49-F238E27FC236}">
                <a16:creationId xmlns:a16="http://schemas.microsoft.com/office/drawing/2014/main" id="{AAD1A2D2-24BA-B49C-4448-2A66BC2EEA3D}"/>
              </a:ext>
            </a:extLst>
          </p:cNvPr>
          <p:cNvSpPr>
            <a:spLocks noGrp="1"/>
          </p:cNvSpPr>
          <p:nvPr>
            <p:ph type="title"/>
          </p:nvPr>
        </p:nvSpPr>
        <p:spPr>
          <a:xfrm>
            <a:off x="331470" y="313703"/>
            <a:ext cx="8229600" cy="523220"/>
          </a:xfrm>
        </p:spPr>
        <p:txBody>
          <a:bodyPr/>
          <a:lstStyle/>
          <a:p>
            <a:r>
              <a:rPr lang="en-GB" sz="3600" dirty="0">
                <a:latin typeface="Arial" panose="020B0604020202020204" pitchFamily="34" charset="0"/>
                <a:cs typeface="Arial" panose="020B0604020202020204" pitchFamily="34" charset="0"/>
              </a:rPr>
              <a:t>Frances Haugen</a:t>
            </a:r>
          </a:p>
        </p:txBody>
      </p:sp>
      <p:sp>
        <p:nvSpPr>
          <p:cNvPr id="10" name="Subtitle 9">
            <a:extLst>
              <a:ext uri="{FF2B5EF4-FFF2-40B4-BE49-F238E27FC236}">
                <a16:creationId xmlns:a16="http://schemas.microsoft.com/office/drawing/2014/main" id="{CE3CE290-DC8C-19F7-1AE0-76CE5512F51E}"/>
              </a:ext>
              <a:ext uri="{C183D7F6-B498-43B3-948B-1728B52AA6E4}">
                <adec:decorative xmlns:adec="http://schemas.microsoft.com/office/drawing/2017/decorative" val="1"/>
              </a:ext>
            </a:extLst>
          </p:cNvPr>
          <p:cNvSpPr>
            <a:spLocks noGrp="1"/>
          </p:cNvSpPr>
          <p:nvPr>
            <p:ph type="subTitle" idx="1"/>
          </p:nvPr>
        </p:nvSpPr>
        <p:spPr>
          <a:xfrm>
            <a:off x="331470" y="659783"/>
            <a:ext cx="8229600" cy="502701"/>
          </a:xfrm>
        </p:spPr>
        <p:txBody>
          <a:bodyPr/>
          <a:lstStyle/>
          <a:p>
            <a:r>
              <a:rPr lang="en-GB" dirty="0"/>
              <a:t>  </a:t>
            </a:r>
          </a:p>
        </p:txBody>
      </p:sp>
      <p:pic>
        <p:nvPicPr>
          <p:cNvPr id="4" name="Picture 3" descr="Frances Haugen giving evidence to the joint committee on the draft Online Safety Bill, 2021">
            <a:extLst>
              <a:ext uri="{FF2B5EF4-FFF2-40B4-BE49-F238E27FC236}">
                <a16:creationId xmlns:a16="http://schemas.microsoft.com/office/drawing/2014/main" id="{7E4C20FC-C18B-F9EE-B738-D568CA3843B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56468" y="1252131"/>
            <a:ext cx="6484332" cy="4312081"/>
          </a:xfrm>
          <a:prstGeom prst="rect">
            <a:avLst/>
          </a:prstGeom>
        </p:spPr>
      </p:pic>
      <p:pic>
        <p:nvPicPr>
          <p:cNvPr id="8" name="Picture 7" descr="Creative Commons BY-NC-ND licence">
            <a:extLst>
              <a:ext uri="{FF2B5EF4-FFF2-40B4-BE49-F238E27FC236}">
                <a16:creationId xmlns:a16="http://schemas.microsoft.com/office/drawing/2014/main" id="{CB8A53AA-B551-0B11-D24D-9EDB2FDE15C5}"/>
              </a:ext>
            </a:extLst>
          </p:cNvPr>
          <p:cNvPicPr>
            <a:picLocks noChangeAspect="1"/>
          </p:cNvPicPr>
          <p:nvPr/>
        </p:nvPicPr>
        <p:blipFill>
          <a:blip r:embed="rId4"/>
          <a:stretch>
            <a:fillRect/>
          </a:stretch>
        </p:blipFill>
        <p:spPr>
          <a:xfrm>
            <a:off x="531091" y="5621395"/>
            <a:ext cx="1416588" cy="365988"/>
          </a:xfrm>
          <a:prstGeom prst="rect">
            <a:avLst/>
          </a:prstGeom>
        </p:spPr>
      </p:pic>
      <p:sp>
        <p:nvSpPr>
          <p:cNvPr id="11" name="Text Placeholder 10">
            <a:extLst>
              <a:ext uri="{FF2B5EF4-FFF2-40B4-BE49-F238E27FC236}">
                <a16:creationId xmlns:a16="http://schemas.microsoft.com/office/drawing/2014/main" id="{C5E95BE8-E7E7-4857-5412-73FECF22161C}"/>
              </a:ext>
              <a:ext uri="{C183D7F6-B498-43B3-948B-1728B52AA6E4}">
                <adec:decorative xmlns:adec="http://schemas.microsoft.com/office/drawing/2017/decorative" val="1"/>
              </a:ext>
            </a:extLst>
          </p:cNvPr>
          <p:cNvSpPr>
            <a:spLocks noGrp="1"/>
          </p:cNvSpPr>
          <p:nvPr>
            <p:ph type="body" sz="quarter" idx="14"/>
          </p:nvPr>
        </p:nvSpPr>
        <p:spPr/>
        <p:txBody>
          <a:bodyPr/>
          <a:lstStyle/>
          <a:p>
            <a:pPr marL="0" indent="0">
              <a:buNone/>
            </a:pPr>
            <a:r>
              <a:rPr lang="en-GB" dirty="0"/>
              <a:t> </a:t>
            </a:r>
          </a:p>
        </p:txBody>
      </p:sp>
      <p:pic>
        <p:nvPicPr>
          <p:cNvPr id="3" name="Picture 2" descr="Angry icon">
            <a:extLst>
              <a:ext uri="{FF2B5EF4-FFF2-40B4-BE49-F238E27FC236}">
                <a16:creationId xmlns:a16="http://schemas.microsoft.com/office/drawing/2014/main" id="{12A64E4F-5B08-DBE3-1C22-FFC65E3422F2}"/>
              </a:ext>
            </a:extLst>
          </p:cNvPr>
          <p:cNvPicPr>
            <a:picLocks noChangeAspect="1"/>
          </p:cNvPicPr>
          <p:nvPr/>
        </p:nvPicPr>
        <p:blipFill>
          <a:blip r:embed="rId5"/>
          <a:stretch>
            <a:fillRect/>
          </a:stretch>
        </p:blipFill>
        <p:spPr>
          <a:xfrm>
            <a:off x="6873240" y="229250"/>
            <a:ext cx="838506" cy="746699"/>
          </a:xfrm>
          <a:prstGeom prst="rect">
            <a:avLst/>
          </a:prstGeom>
        </p:spPr>
      </p:pic>
    </p:spTree>
    <p:extLst>
      <p:ext uri="{BB962C8B-B14F-4D97-AF65-F5344CB8AC3E}">
        <p14:creationId xmlns:p14="http://schemas.microsoft.com/office/powerpoint/2010/main" val="2794255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What can you do? #3</a:t>
            </a:r>
          </a:p>
        </p:txBody>
      </p:sp>
      <p:sp>
        <p:nvSpPr>
          <p:cNvPr id="10" name="Subtitle 9">
            <a:extLs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731E58D-2B0D-44C2-985F-3AE02C2A86FD}"/>
              </a:ext>
            </a:extLst>
          </p:cNvPr>
          <p:cNvSpPr>
            <a:spLocks noGrp="1"/>
          </p:cNvSpPr>
          <p:nvPr>
            <p:ph type="body" sz="quarter" idx="14"/>
          </p:nvPr>
        </p:nvSpPr>
        <p:spPr>
          <a:xfrm>
            <a:off x="531090" y="1272651"/>
            <a:ext cx="8449624" cy="4213750"/>
          </a:xfrm>
        </p:spPr>
        <p:txBody>
          <a:bodyPr/>
          <a:lstStyle/>
          <a:p>
            <a:pPr marL="0" indent="0">
              <a:lnSpc>
                <a:spcPct val="120000"/>
              </a:lnSpc>
              <a:buNone/>
            </a:pPr>
            <a:r>
              <a:rPr lang="en-GB" sz="2800" b="1" dirty="0">
                <a:solidFill>
                  <a:schemeClr val="accent4">
                    <a:lumMod val="40000"/>
                    <a:lumOff val="60000"/>
                  </a:schemeClr>
                </a:solidFill>
                <a:latin typeface="Arial" panose="020B0604020202020204" pitchFamily="34" charset="0"/>
                <a:cs typeface="Arial" panose="020B0604020202020204" pitchFamily="34" charset="0"/>
              </a:rPr>
              <a:t>#3: Public whistleblowing (e.g. talk to journalist)</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For heroes/heroines.</a:t>
            </a: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Only try this after #2 has failed. </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Read this first: https://www.gov.uk/whistleblowing</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Support organizations, see refs.</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NDAs can’t prevent whistleblowing in the public interest</a:t>
            </a:r>
            <a:endParaRPr lang="en-GB" sz="28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GB" sz="2800" dirty="0">
                <a:solidFill>
                  <a:schemeClr val="bg1"/>
                </a:solidFill>
                <a:latin typeface="Arial" panose="020B0604020202020204" pitchFamily="34" charset="0"/>
                <a:cs typeface="Arial" panose="020B0604020202020204" pitchFamily="34" charset="0"/>
              </a:rPr>
              <a:t>                                                    </a:t>
            </a:r>
          </a:p>
          <a:p>
            <a:pPr marL="0" indent="0">
              <a:lnSpc>
                <a:spcPct val="120000"/>
              </a:lnSpc>
              <a:buNone/>
            </a:pPr>
            <a:endParaRPr lang="en-GB" sz="28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pic>
        <p:nvPicPr>
          <p:cNvPr id="4" name="Picture 3" descr="A whistle">
            <a:extLst>
              <a:ext uri="{FF2B5EF4-FFF2-40B4-BE49-F238E27FC236}">
                <a16:creationId xmlns:a16="http://schemas.microsoft.com/office/drawing/2014/main" id="{8A1ACD5B-3650-4621-8BCD-C7F9428A35C9}"/>
              </a:ext>
            </a:extLst>
          </p:cNvPr>
          <p:cNvPicPr>
            <a:picLocks noChangeAspect="1"/>
          </p:cNvPicPr>
          <p:nvPr/>
        </p:nvPicPr>
        <p:blipFill>
          <a:blip r:embed="rId3"/>
          <a:stretch>
            <a:fillRect/>
          </a:stretch>
        </p:blipFill>
        <p:spPr>
          <a:xfrm>
            <a:off x="3188335" y="4246723"/>
            <a:ext cx="2225493" cy="1811691"/>
          </a:xfrm>
          <a:prstGeom prst="rect">
            <a:avLst/>
          </a:prstGeom>
        </p:spPr>
      </p:pic>
      <p:pic>
        <p:nvPicPr>
          <p:cNvPr id="6" name="Picture 5" descr="Creative Commons CC-BY-ND licence ">
            <a:extLst>
              <a:ext uri="{FF2B5EF4-FFF2-40B4-BE49-F238E27FC236}">
                <a16:creationId xmlns:a16="http://schemas.microsoft.com/office/drawing/2014/main" id="{85ACB38E-B06F-461A-9940-4DB949AB07C9}"/>
              </a:ext>
            </a:extLst>
          </p:cNvPr>
          <p:cNvPicPr>
            <a:picLocks noChangeAspect="1"/>
          </p:cNvPicPr>
          <p:nvPr/>
        </p:nvPicPr>
        <p:blipFill>
          <a:blip r:embed="rId4"/>
          <a:stretch>
            <a:fillRect/>
          </a:stretch>
        </p:blipFill>
        <p:spPr>
          <a:xfrm>
            <a:off x="1269998" y="6141403"/>
            <a:ext cx="966231" cy="353824"/>
          </a:xfrm>
          <a:prstGeom prst="rect">
            <a:avLst/>
          </a:prstGeom>
        </p:spPr>
      </p:pic>
      <p:sp>
        <p:nvSpPr>
          <p:cNvPr id="3" name="TextBox 2">
            <a:extLst>
              <a:ext uri="{FF2B5EF4-FFF2-40B4-BE49-F238E27FC236}">
                <a16:creationId xmlns:a16="http://schemas.microsoft.com/office/drawing/2014/main" id="{A267498F-3778-34BC-253C-4F2BE25FEAAA}"/>
              </a:ext>
            </a:extLst>
          </p:cNvPr>
          <p:cNvSpPr txBox="1"/>
          <p:nvPr/>
        </p:nvSpPr>
        <p:spPr>
          <a:xfrm>
            <a:off x="531090" y="5614583"/>
            <a:ext cx="7342912" cy="1243417"/>
          </a:xfrm>
          <a:prstGeom prst="rect">
            <a:avLst/>
          </a:prstGeom>
          <a:noFill/>
        </p:spPr>
        <p:txBody>
          <a:bodyPr wrap="square" rtlCol="0">
            <a:spAutoFit/>
          </a:bodyPr>
          <a:lstStyle/>
          <a:p>
            <a:pPr marL="0" indent="0">
              <a:lnSpc>
                <a:spcPct val="120000"/>
              </a:lnSpc>
              <a:buNone/>
            </a:pPr>
            <a:endParaRPr lang="en-GB" sz="28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GB" dirty="0">
                <a:solidFill>
                  <a:schemeClr val="bg1"/>
                </a:solidFill>
                <a:latin typeface="Arial" panose="020B0604020202020204" pitchFamily="34" charset="0"/>
                <a:cs typeface="Arial" panose="020B0604020202020204" pitchFamily="34" charset="0"/>
              </a:rPr>
              <a:t>Photo                Gail Thomas on Flickr, https://www.flickr.com/photos/42573918@N00/6421710193</a:t>
            </a:r>
            <a:endParaRPr lang="en-GB" dirty="0"/>
          </a:p>
        </p:txBody>
      </p:sp>
    </p:spTree>
    <p:extLst>
      <p:ext uri="{BB962C8B-B14F-4D97-AF65-F5344CB8AC3E}">
        <p14:creationId xmlns:p14="http://schemas.microsoft.com/office/powerpoint/2010/main" val="702629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CBE00A-5B3C-456E-9488-2A34C0878F9E}"/>
              </a:ext>
            </a:extLst>
          </p:cNvPr>
          <p:cNvSpPr>
            <a:spLocks noGrp="1"/>
          </p:cNvSpPr>
          <p:nvPr>
            <p:ph type="title"/>
          </p:nvPr>
        </p:nvSpPr>
        <p:spPr/>
        <p:txBody>
          <a:bodyPr/>
          <a:lstStyle/>
          <a:p>
            <a:r>
              <a:rPr lang="en-GB" sz="3600" dirty="0">
                <a:latin typeface="Arial" panose="020B0604020202020204" pitchFamily="34" charset="0"/>
                <a:cs typeface="Arial" panose="020B0604020202020204" pitchFamily="34" charset="0"/>
              </a:rPr>
              <a:t>What can you do? Employer</a:t>
            </a:r>
          </a:p>
        </p:txBody>
      </p:sp>
      <p:sp>
        <p:nvSpPr>
          <p:cNvPr id="10" name="Subtitle 9">
            <a:extLs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731E58D-2B0D-44C2-985F-3AE02C2A86FD}"/>
              </a:ext>
            </a:extLst>
          </p:cNvPr>
          <p:cNvSpPr>
            <a:spLocks noGrp="1"/>
          </p:cNvSpPr>
          <p:nvPr>
            <p:ph type="body" sz="quarter" idx="14"/>
          </p:nvPr>
        </p:nvSpPr>
        <p:spPr>
          <a:xfrm>
            <a:off x="531091" y="1272650"/>
            <a:ext cx="8229600" cy="5222577"/>
          </a:xfrm>
        </p:spPr>
        <p:txBody>
          <a:bodyPr/>
          <a:lstStyle/>
          <a:p>
            <a:pPr marL="0" indent="0">
              <a:lnSpc>
                <a:spcPct val="120000"/>
              </a:lnSpc>
              <a:buNone/>
            </a:pPr>
            <a:r>
              <a:rPr lang="en-GB" sz="2800" b="1" dirty="0">
                <a:solidFill>
                  <a:schemeClr val="accent4">
                    <a:lumMod val="40000"/>
                    <a:lumOff val="60000"/>
                  </a:schemeClr>
                </a:solidFill>
                <a:latin typeface="Arial" panose="020B0604020202020204" pitchFamily="34" charset="0"/>
                <a:cs typeface="Arial" panose="020B0604020202020204" pitchFamily="34" charset="0"/>
              </a:rPr>
              <a:t>If you’re an employer</a:t>
            </a:r>
          </a:p>
          <a:p>
            <a:pPr>
              <a:lnSpc>
                <a:spcPct val="120000"/>
              </a:lnSpc>
            </a:pPr>
            <a:r>
              <a:rPr lang="en-GB" sz="2800" dirty="0">
                <a:solidFill>
                  <a:schemeClr val="bg1"/>
                </a:solidFill>
                <a:latin typeface="Arial" panose="020B0604020202020204" pitchFamily="34" charset="0"/>
                <a:cs typeface="Arial" panose="020B0604020202020204" pitchFamily="34" charset="0"/>
              </a:rPr>
              <a:t> Create an open and supportive culture: demonstrate you welcome discussions</a:t>
            </a:r>
            <a:endParaRPr lang="en-GB" sz="2800" dirty="0">
              <a:solidFill>
                <a:schemeClr val="accent4"/>
              </a:solidFill>
              <a:latin typeface="Arial" panose="020B0604020202020204" pitchFamily="34" charset="0"/>
              <a:cs typeface="Arial" panose="020B0604020202020204" pitchFamily="34" charset="0"/>
            </a:endParaRPr>
          </a:p>
          <a:p>
            <a:pPr>
              <a:lnSpc>
                <a:spcPct val="120000"/>
              </a:lnSpc>
            </a:pPr>
            <a:r>
              <a:rPr lang="en-GB" sz="2800" dirty="0">
                <a:solidFill>
                  <a:schemeClr val="bg1"/>
                </a:solidFill>
                <a:latin typeface="Arial" panose="020B0604020202020204" pitchFamily="34" charset="0"/>
                <a:cs typeface="Arial" panose="020B0604020202020204" pitchFamily="34" charset="0"/>
              </a:rPr>
              <a:t> Have a whistleblowing policy</a:t>
            </a:r>
          </a:p>
          <a:p>
            <a:pPr marL="0" indent="0">
              <a:lnSpc>
                <a:spcPct val="120000"/>
              </a:lnSpc>
              <a:buNone/>
            </a:pPr>
            <a:r>
              <a:rPr lang="en-GB" sz="2000" dirty="0">
                <a:solidFill>
                  <a:schemeClr val="bg1"/>
                </a:solidFill>
                <a:latin typeface="Arial" panose="020B0604020202020204" pitchFamily="34" charset="0"/>
                <a:cs typeface="Arial" panose="020B0604020202020204" pitchFamily="34" charset="0"/>
              </a:rPr>
              <a:t>	</a:t>
            </a:r>
            <a:r>
              <a:rPr lang="en-GB" sz="2400" dirty="0">
                <a:solidFill>
                  <a:schemeClr val="bg1"/>
                </a:solidFill>
                <a:latin typeface="Arial" panose="020B0604020202020204" pitchFamily="34" charset="0"/>
                <a:cs typeface="Arial" panose="020B0604020202020204" pitchFamily="34" charset="0"/>
              </a:rPr>
              <a:t>See refs for UK govt guidance on this</a:t>
            </a:r>
          </a:p>
          <a:p>
            <a:pPr>
              <a:lnSpc>
                <a:spcPct val="120000"/>
              </a:lnSpc>
            </a:pPr>
            <a:r>
              <a:rPr lang="en-GB" sz="2800" dirty="0">
                <a:solidFill>
                  <a:schemeClr val="bg1"/>
                </a:solidFill>
                <a:latin typeface="Arial" panose="020B0604020202020204" pitchFamily="34" charset="0"/>
                <a:cs typeface="Arial" panose="020B0604020202020204" pitchFamily="34" charset="0"/>
              </a:rPr>
              <a:t> Add incentives</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	- Questions in performance evaluation</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	- Incentivise managers for direct reports’ performance</a:t>
            </a: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3601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5033C398-53CE-6E4F-7185-0455B09D87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7511EB-D137-9756-C2E5-25C55800AFAE}"/>
              </a:ext>
            </a:extLst>
          </p:cNvPr>
          <p:cNvSpPr>
            <a:spLocks noGrp="1"/>
          </p:cNvSpPr>
          <p:nvPr>
            <p:ph type="title"/>
          </p:nvPr>
        </p:nvSpPr>
        <p:spPr>
          <a:xfrm>
            <a:off x="457200" y="1756301"/>
            <a:ext cx="8229600" cy="523220"/>
          </a:xfrm>
        </p:spPr>
        <p:txBody>
          <a:bodyPr/>
          <a:lstStyle/>
          <a:p>
            <a:pPr algn="ctr"/>
            <a:r>
              <a:rPr lang="en-US" b="1" dirty="0">
                <a:solidFill>
                  <a:schemeClr val="tx1"/>
                </a:solidFill>
                <a:latin typeface="Arial" panose="020B0604020202020204" pitchFamily="34" charset="0"/>
                <a:cs typeface="Arial" panose="020B0604020202020204" pitchFamily="34" charset="0"/>
              </a:rPr>
              <a:t>Privacy, and rogue AI agents</a:t>
            </a:r>
            <a:endParaRPr lang="en-GB" b="1" dirty="0">
              <a:solidFill>
                <a:schemeClr val="tx1"/>
              </a:solidFill>
              <a:latin typeface="Arial" panose="020B0604020202020204" pitchFamily="34" charset="0"/>
              <a:cs typeface="Arial" panose="020B0604020202020204" pitchFamily="34" charset="0"/>
            </a:endParaRPr>
          </a:p>
        </p:txBody>
      </p:sp>
      <p:sp>
        <p:nvSpPr>
          <p:cNvPr id="7" name="Subtitle 6">
            <a:extLst>
              <a:ext uri="{FF2B5EF4-FFF2-40B4-BE49-F238E27FC236}">
                <a16:creationId xmlns:a16="http://schemas.microsoft.com/office/drawing/2014/main" id="{D25ABB5D-0D38-09F1-CA45-970752DDBA3A}"/>
              </a:ext>
              <a:ext uri="{C183D7F6-B498-43B3-948B-1728B52AA6E4}">
                <adec:decorative xmlns:adec="http://schemas.microsoft.com/office/drawing/2017/decorative" val="1"/>
              </a:ext>
            </a:extLst>
          </p:cNvPr>
          <p:cNvSpPr>
            <a:spLocks noGrp="1"/>
          </p:cNvSpPr>
          <p:nvPr>
            <p:ph type="subTitle" idx="1"/>
          </p:nvPr>
        </p:nvSpPr>
        <p:spPr/>
        <p:txBody>
          <a:bodyPr/>
          <a:lstStyle/>
          <a:p>
            <a:r>
              <a:rPr lang="en-US" dirty="0"/>
              <a:t> </a:t>
            </a:r>
            <a:endParaRPr lang="en-GB" dirty="0"/>
          </a:p>
        </p:txBody>
      </p:sp>
      <p:sp>
        <p:nvSpPr>
          <p:cNvPr id="9" name="Text Placeholder 8">
            <a:extLst>
              <a:ext uri="{FF2B5EF4-FFF2-40B4-BE49-F238E27FC236}">
                <a16:creationId xmlns:a16="http://schemas.microsoft.com/office/drawing/2014/main" id="{04E1079C-452A-E7E7-10A2-D4ED452638B1}"/>
              </a:ext>
              <a:ext uri="{C183D7F6-B498-43B3-948B-1728B52AA6E4}">
                <adec:decorative xmlns:adec="http://schemas.microsoft.com/office/drawing/2017/decorative" val="1"/>
              </a:ext>
            </a:extLst>
          </p:cNvPr>
          <p:cNvSpPr>
            <a:spLocks noGrp="1"/>
          </p:cNvSpPr>
          <p:nvPr>
            <p:ph type="body" sz="quarter" idx="14"/>
          </p:nvPr>
        </p:nvSpPr>
        <p:spPr>
          <a:xfrm>
            <a:off x="331470" y="2280174"/>
            <a:ext cx="8466436" cy="3936485"/>
          </a:xfrm>
        </p:spPr>
        <p:txBody>
          <a:bodyPr/>
          <a:lstStyle/>
          <a:p>
            <a:pPr marL="0" indent="0">
              <a:buNone/>
            </a:pPr>
            <a:r>
              <a:rPr lang="en-US" dirty="0"/>
              <a:t> </a:t>
            </a:r>
            <a:endParaRPr lang="en-GB" dirty="0"/>
          </a:p>
        </p:txBody>
      </p:sp>
      <p:sp>
        <p:nvSpPr>
          <p:cNvPr id="4" name="Rectangle 3">
            <a:extLst>
              <a:ext uri="{FF2B5EF4-FFF2-40B4-BE49-F238E27FC236}">
                <a16:creationId xmlns:a16="http://schemas.microsoft.com/office/drawing/2014/main" id="{4D3F3BCF-2D1B-A81E-F85F-0485CAB15827}"/>
              </a:ext>
            </a:extLst>
          </p:cNvPr>
          <p:cNvSpPr/>
          <p:nvPr/>
        </p:nvSpPr>
        <p:spPr>
          <a:xfrm>
            <a:off x="-125730" y="3269960"/>
            <a:ext cx="9143999" cy="1754326"/>
          </a:xfrm>
          <a:prstGeom prst="rect">
            <a:avLst/>
          </a:prstGeom>
        </p:spPr>
        <p:txBody>
          <a:bodyPr wrap="square">
            <a:spAutoFit/>
          </a:bodyPr>
          <a:lstStyle/>
          <a:p>
            <a:pPr algn="ctr"/>
            <a:r>
              <a:rPr lang="en-GB" sz="3200" dirty="0">
                <a:latin typeface="Arial" panose="020B0604020202020204" pitchFamily="34" charset="0"/>
                <a:cs typeface="Arial" panose="020B0604020202020204" pitchFamily="34" charset="0"/>
              </a:rPr>
              <a:t>Miranda Mowbray</a:t>
            </a:r>
          </a:p>
          <a:p>
            <a:pPr algn="ctr"/>
            <a:r>
              <a:rPr lang="en-GB" sz="2400" dirty="0">
                <a:latin typeface="Arial" panose="020B0604020202020204" pitchFamily="34" charset="0"/>
                <a:cs typeface="Arial" panose="020B0604020202020204" pitchFamily="34" charset="0"/>
                <a:hlinkClick r:id="rId3"/>
              </a:rPr>
              <a:t>miranda.mowbray@bristol.ac.uk</a:t>
            </a:r>
            <a:endParaRPr lang="en-GB" sz="2400" dirty="0">
              <a:latin typeface="Arial" panose="020B0604020202020204" pitchFamily="34" charset="0"/>
              <a:cs typeface="Arial" panose="020B0604020202020204" pitchFamily="34" charset="0"/>
            </a:endParaRPr>
          </a:p>
          <a:p>
            <a:pPr algn="ctr"/>
            <a:r>
              <a:rPr lang="en-GB" sz="2400" dirty="0">
                <a:latin typeface="Arial" panose="020B0604020202020204" pitchFamily="34" charset="0"/>
                <a:cs typeface="Arial" panose="020B0604020202020204" pitchFamily="34" charset="0"/>
              </a:rPr>
              <a:t> </a:t>
            </a:r>
          </a:p>
          <a:p>
            <a:pPr algn="ctr"/>
            <a:r>
              <a:rPr lang="en-GB" sz="2800" dirty="0">
                <a:latin typeface="Arial" panose="020B0604020202020204" pitchFamily="34" charset="0"/>
                <a:cs typeface="Arial" panose="020B0604020202020204" pitchFamily="34" charset="0"/>
              </a:rPr>
              <a:t>Virtual office hour: email me</a:t>
            </a:r>
          </a:p>
        </p:txBody>
      </p:sp>
    </p:spTree>
    <p:extLst>
      <p:ext uri="{BB962C8B-B14F-4D97-AF65-F5344CB8AC3E}">
        <p14:creationId xmlns:p14="http://schemas.microsoft.com/office/powerpoint/2010/main" val="3366324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B6EA0825-B2E8-ADE4-1B14-2562236D85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DCFEAD-8098-05AF-A22D-C8DB4F865BE9}"/>
              </a:ext>
            </a:extLst>
          </p:cNvPr>
          <p:cNvSpPr txBox="1">
            <a:spLocks noGrp="1"/>
          </p:cNvSpPr>
          <p:nvPr>
            <p:ph type="title" idx="4294967295"/>
          </p:nvPr>
        </p:nvSpPr>
        <p:spPr>
          <a:xfrm flipH="1">
            <a:off x="455995" y="494389"/>
            <a:ext cx="8232007" cy="5847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References</a:t>
            </a:r>
            <a:endParaRPr kumimoji="0" lang="en-GB" sz="32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pic>
        <p:nvPicPr>
          <p:cNvPr id="5" name="Content Placeholder 4">
            <a:extLst>
              <a:ext uri="{FF2B5EF4-FFF2-40B4-BE49-F238E27FC236}">
                <a16:creationId xmlns:a16="http://schemas.microsoft.com/office/drawing/2014/main" id="{FA0FF0BF-39E3-91DD-451F-9730970F7C10}"/>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1520668" y="2699471"/>
            <a:ext cx="6102664" cy="2838596"/>
          </a:xfrm>
        </p:spPr>
      </p:pic>
      <p:pic>
        <p:nvPicPr>
          <p:cNvPr id="3" name="Picture 2" descr="Creative Commons CC-BY-NC licence">
            <a:extLst>
              <a:ext uri="{FF2B5EF4-FFF2-40B4-BE49-F238E27FC236}">
                <a16:creationId xmlns:a16="http://schemas.microsoft.com/office/drawing/2014/main" id="{DB12A1C5-EC94-ECFC-0D1A-0DD1D69195AE}"/>
              </a:ext>
            </a:extLst>
          </p:cNvPr>
          <p:cNvPicPr>
            <a:picLocks noChangeAspect="1"/>
          </p:cNvPicPr>
          <p:nvPr/>
        </p:nvPicPr>
        <p:blipFill>
          <a:blip r:embed="rId4"/>
          <a:stretch>
            <a:fillRect/>
          </a:stretch>
        </p:blipFill>
        <p:spPr>
          <a:xfrm>
            <a:off x="1273320" y="6125287"/>
            <a:ext cx="1006510" cy="370752"/>
          </a:xfrm>
          <a:prstGeom prst="rect">
            <a:avLst/>
          </a:prstGeom>
        </p:spPr>
      </p:pic>
      <p:sp>
        <p:nvSpPr>
          <p:cNvPr id="2" name="TextBox 1">
            <a:extLst>
              <a:ext uri="{FF2B5EF4-FFF2-40B4-BE49-F238E27FC236}">
                <a16:creationId xmlns:a16="http://schemas.microsoft.com/office/drawing/2014/main" id="{B9EE0613-279F-E8F8-F455-5C6DC5FC7263}"/>
              </a:ext>
            </a:extLst>
          </p:cNvPr>
          <p:cNvSpPr txBox="1"/>
          <p:nvPr/>
        </p:nvSpPr>
        <p:spPr>
          <a:xfrm>
            <a:off x="285772" y="6027003"/>
            <a:ext cx="8572451" cy="830997"/>
          </a:xfrm>
          <a:prstGeom prst="rect">
            <a:avLst/>
          </a:prstGeom>
          <a:noFill/>
        </p:spPr>
        <p:txBody>
          <a:bodyPr wrap="square" rtlCol="0">
            <a:spAutoFit/>
          </a:bodyPr>
          <a:lstStyle/>
          <a:p>
            <a:r>
              <a:rPr lang="en-GB" sz="2400" dirty="0">
                <a:latin typeface="Arial" panose="020B0604020202020204" pitchFamily="34" charset="0"/>
                <a:cs typeface="Arial" panose="020B0604020202020204" pitchFamily="34" charset="0"/>
              </a:rPr>
              <a:t>Photo              TLVshac on Flickr </a:t>
            </a:r>
            <a:r>
              <a:rPr lang="en-GB" sz="2400" dirty="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https://www.flickr.com/photos/shacharabiry/</a:t>
            </a:r>
            <a:r>
              <a:rPr lang="en-GB" sz="2400" dirty="0">
                <a:latin typeface="Arial" panose="020B0604020202020204" pitchFamily="34" charset="0"/>
                <a:cs typeface="Arial" panose="020B0604020202020204" pitchFamily="34" charset="0"/>
              </a:rPr>
              <a:t> </a:t>
            </a:r>
          </a:p>
        </p:txBody>
      </p:sp>
      <p:pic>
        <p:nvPicPr>
          <p:cNvPr id="9" name="Picture 8" descr="A cat sitting on a bookshelf containing many books.">
            <a:extLst>
              <a:ext uri="{FF2B5EF4-FFF2-40B4-BE49-F238E27FC236}">
                <a16:creationId xmlns:a16="http://schemas.microsoft.com/office/drawing/2014/main" id="{9AD24280-6609-E20E-857D-27D42B73BC4B}"/>
              </a:ext>
            </a:extLst>
          </p:cNvPr>
          <p:cNvPicPr>
            <a:picLocks noChangeAspect="1"/>
          </p:cNvPicPr>
          <p:nvPr/>
        </p:nvPicPr>
        <p:blipFill>
          <a:blip r:embed="rId6"/>
          <a:stretch>
            <a:fillRect/>
          </a:stretch>
        </p:blipFill>
        <p:spPr>
          <a:xfrm>
            <a:off x="1776575" y="1766642"/>
            <a:ext cx="5328912" cy="3996684"/>
          </a:xfrm>
          <a:prstGeom prst="rect">
            <a:avLst/>
          </a:prstGeom>
        </p:spPr>
      </p:pic>
    </p:spTree>
    <p:extLst>
      <p:ext uri="{BB962C8B-B14F-4D97-AF65-F5344CB8AC3E}">
        <p14:creationId xmlns:p14="http://schemas.microsoft.com/office/powerpoint/2010/main" val="4279979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CAF0F51A-A7E5-9644-F18B-BFDE0452433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6EE2FFC-B2B6-6CFC-83E4-6AFA4E2BEF94}"/>
              </a:ext>
            </a:extLst>
          </p:cNvPr>
          <p:cNvSpPr>
            <a:spLocks noGrp="1"/>
          </p:cNvSpPr>
          <p:nvPr>
            <p:ph type="title"/>
          </p:nvPr>
        </p:nvSpPr>
        <p:spPr/>
        <p:txBody>
          <a:bodyPr/>
          <a:lstStyle/>
          <a:p>
            <a:r>
              <a:rPr lang="en-GB" sz="3600" dirty="0">
                <a:solidFill>
                  <a:schemeClr val="accent4">
                    <a:lumMod val="60000"/>
                    <a:lumOff val="40000"/>
                  </a:schemeClr>
                </a:solidFill>
                <a:latin typeface="Arial" panose="020B0604020202020204" pitchFamily="34" charset="0"/>
                <a:cs typeface="Arial" panose="020B0604020202020204" pitchFamily="34" charset="0"/>
              </a:rPr>
              <a:t>REFERENCES I</a:t>
            </a:r>
          </a:p>
        </p:txBody>
      </p:sp>
      <p:sp>
        <p:nvSpPr>
          <p:cNvPr id="10" name="Subtitle 9">
            <a:extLst>
              <a:ext uri="{FF2B5EF4-FFF2-40B4-BE49-F238E27FC236}">
                <a16:creationId xmlns:a16="http://schemas.microsoft.com/office/drawing/2014/main" id="{50A6D563-BFFB-C56B-39A8-E93C93A316F2}"/>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852604C-B264-C29C-1F0C-15620F17CBC1}"/>
              </a:ext>
            </a:extLst>
          </p:cNvPr>
          <p:cNvSpPr>
            <a:spLocks noGrp="1"/>
          </p:cNvSpPr>
          <p:nvPr>
            <p:ph type="body" sz="quarter" idx="14"/>
          </p:nvPr>
        </p:nvSpPr>
        <p:spPr>
          <a:xfrm>
            <a:off x="331470" y="1252131"/>
            <a:ext cx="8229600" cy="4971226"/>
          </a:xfrm>
        </p:spPr>
        <p:txBody>
          <a:bodyPr/>
          <a:lstStyle/>
          <a:p>
            <a:pPr marL="0" indent="0">
              <a:lnSpc>
                <a:spcPct val="120000"/>
              </a:lnSpc>
              <a:buNone/>
            </a:pPr>
            <a:r>
              <a:rPr lang="en-GB" sz="2800" b="1" dirty="0">
                <a:solidFill>
                  <a:schemeClr val="accent4">
                    <a:lumMod val="60000"/>
                    <a:lumOff val="40000"/>
                  </a:schemeClr>
                </a:solidFill>
                <a:latin typeface="Arial" panose="020B0604020202020204" pitchFamily="34" charset="0"/>
                <a:cs typeface="Arial" panose="020B0604020202020204" pitchFamily="34" charset="0"/>
              </a:rPr>
              <a:t>AI and data protection risk toolkit</a:t>
            </a:r>
            <a:endParaRPr lang="en-GB" sz="22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From the Information Commissioner’s Office (ICO)</a:t>
            </a:r>
          </a:p>
          <a:p>
            <a:pPr marL="0" indent="0">
              <a:lnSpc>
                <a:spcPct val="120000"/>
              </a:lnSpc>
              <a:buNone/>
            </a:pPr>
            <a:r>
              <a:rPr lang="en-US" sz="2400" dirty="0">
                <a:latin typeface="Arial" panose="020B0604020202020204" pitchFamily="34" charset="0"/>
                <a:cs typeface="Arial" panose="020B0604020202020204" pitchFamily="34" charset="0"/>
              </a:rPr>
              <a:t>From </a:t>
            </a:r>
            <a:r>
              <a:rPr lang="en-US" sz="24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http://www.ico.org.uk</a:t>
            </a:r>
            <a:r>
              <a:rPr lang="en-US" sz="2400" dirty="0">
                <a:solidFill>
                  <a:schemeClr val="accent1">
                    <a:lumMod val="40000"/>
                    <a:lumOff val="60000"/>
                  </a:schemeClr>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search for “AI toolkit”, </a:t>
            </a:r>
          </a:p>
          <a:p>
            <a:pPr marL="0" indent="0">
              <a:lnSpc>
                <a:spcPct val="120000"/>
              </a:lnSpc>
              <a:buNone/>
            </a:pPr>
            <a:r>
              <a:rPr lang="en-US" sz="2400" dirty="0">
                <a:latin typeface="Arial" panose="020B0604020202020204" pitchFamily="34" charset="0"/>
                <a:cs typeface="Arial" panose="020B0604020202020204" pitchFamily="34" charset="0"/>
              </a:rPr>
              <a:t>download from top link, select the “Risk toolkit” tab.</a:t>
            </a:r>
          </a:p>
          <a:p>
            <a:pPr marL="0" indent="0">
              <a:lnSpc>
                <a:spcPct val="120000"/>
              </a:lnSpc>
              <a:buNone/>
            </a:pPr>
            <a:r>
              <a:rPr lang="en-US" sz="2400" dirty="0">
                <a:latin typeface="Arial" panose="020B0604020202020204" pitchFamily="34" charset="0"/>
                <a:cs typeface="Arial" panose="020B0604020202020204" pitchFamily="34" charset="0"/>
              </a:rPr>
              <a:t>Look in particular at Column I, "Practical steps to reduce the risk“. </a:t>
            </a:r>
          </a:p>
          <a:p>
            <a:pPr marL="0" indent="0">
              <a:lnSpc>
                <a:spcPct val="120000"/>
              </a:lnSpc>
              <a:buNone/>
            </a:pPr>
            <a:endParaRPr lang="en-US" sz="2400" dirty="0">
              <a:latin typeface="Arial" panose="020B0604020202020204" pitchFamily="34" charset="0"/>
              <a:cs typeface="Arial" panose="020B0604020202020204" pitchFamily="34" charset="0"/>
            </a:endParaRPr>
          </a:p>
          <a:p>
            <a:pPr marL="0" indent="0">
              <a:lnSpc>
                <a:spcPct val="120000"/>
              </a:lnSpc>
              <a:buNone/>
            </a:pPr>
            <a:r>
              <a:rPr lang="en-US" sz="2400" dirty="0">
                <a:latin typeface="Arial" panose="020B0604020202020204" pitchFamily="34" charset="0"/>
                <a:cs typeface="Arial" panose="020B0604020202020204" pitchFamily="34" charset="0"/>
              </a:rPr>
              <a:t>NB guidance is currently under review because of 2025 legislation. It may be revised.</a:t>
            </a: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3937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41B6B025-34E0-963B-D6E4-174917774AC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1D58F04-133F-C513-4881-634B2BB3A8BD}"/>
              </a:ext>
            </a:extLst>
          </p:cNvPr>
          <p:cNvSpPr>
            <a:spLocks noGrp="1"/>
          </p:cNvSpPr>
          <p:nvPr>
            <p:ph type="title"/>
          </p:nvPr>
        </p:nvSpPr>
        <p:spPr/>
        <p:txBody>
          <a:bodyPr/>
          <a:lstStyle/>
          <a:p>
            <a:r>
              <a:rPr lang="en-GB" sz="3600" dirty="0">
                <a:solidFill>
                  <a:schemeClr val="accent4">
                    <a:lumMod val="60000"/>
                    <a:lumOff val="40000"/>
                  </a:schemeClr>
                </a:solidFill>
                <a:latin typeface="Arial" panose="020B0604020202020204" pitchFamily="34" charset="0"/>
                <a:cs typeface="Arial" panose="020B0604020202020204" pitchFamily="34" charset="0"/>
              </a:rPr>
              <a:t>REFERENCES II</a:t>
            </a:r>
          </a:p>
        </p:txBody>
      </p:sp>
      <p:sp>
        <p:nvSpPr>
          <p:cNvPr id="10" name="Subtitle 9">
            <a:extLst>
              <a:ext uri="{FF2B5EF4-FFF2-40B4-BE49-F238E27FC236}">
                <a16:creationId xmlns:a16="http://schemas.microsoft.com/office/drawing/2014/main" id="{78176673-F815-493C-CAD7-F2B03D786B22}"/>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4D602E20-8AE3-6FDA-16F7-F0B82E8CB36A}"/>
              </a:ext>
            </a:extLst>
          </p:cNvPr>
          <p:cNvSpPr>
            <a:spLocks noGrp="1"/>
          </p:cNvSpPr>
          <p:nvPr>
            <p:ph type="body" sz="quarter" idx="14"/>
          </p:nvPr>
        </p:nvSpPr>
        <p:spPr>
          <a:xfrm>
            <a:off x="331470" y="1252131"/>
            <a:ext cx="8229600" cy="4971226"/>
          </a:xfrm>
        </p:spPr>
        <p:txBody>
          <a:bodyPr/>
          <a:lstStyle/>
          <a:p>
            <a:pPr marL="0" indent="0">
              <a:lnSpc>
                <a:spcPct val="120000"/>
              </a:lnSpc>
              <a:buNone/>
            </a:pPr>
            <a:r>
              <a:rPr lang="en-GB" sz="2800" b="1" dirty="0">
                <a:solidFill>
                  <a:schemeClr val="accent4">
                    <a:lumMod val="60000"/>
                    <a:lumOff val="40000"/>
                  </a:schemeClr>
                </a:solidFill>
                <a:latin typeface="Arial" panose="020B0604020202020204" pitchFamily="34" charset="0"/>
                <a:cs typeface="Arial" panose="020B0604020202020204" pitchFamily="34" charset="0"/>
              </a:rPr>
              <a:t>Privacy law, data protection guidance</a:t>
            </a:r>
            <a:endParaRPr lang="en-GB" sz="22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US" sz="2000" dirty="0">
                <a:solidFill>
                  <a:schemeClr val="bg1"/>
                </a:solidFill>
                <a:latin typeface="Arial" panose="020B0604020202020204" pitchFamily="34" charset="0"/>
                <a:cs typeface="Arial" panose="020B0604020202020204" pitchFamily="34" charset="0"/>
              </a:rPr>
              <a:t>UK GDPR </a:t>
            </a:r>
            <a:r>
              <a:rPr lang="en-US" sz="20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https://www.legislation.gov.uk/eur/2016/679/contents</a:t>
            </a:r>
            <a:r>
              <a:rPr lang="en-US" sz="20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00000"/>
              </a:lnSpc>
              <a:buNone/>
            </a:pPr>
            <a:r>
              <a:rPr lang="en-US" sz="2000" dirty="0">
                <a:latin typeface="Arial" panose="020B0604020202020204" pitchFamily="34" charset="0"/>
                <a:cs typeface="Arial" panose="020B0604020202020204" pitchFamily="34" charset="0"/>
              </a:rPr>
              <a:t>Data (Use and Access) Bill</a:t>
            </a:r>
          </a:p>
          <a:p>
            <a:pPr marL="0" indent="0">
              <a:lnSpc>
                <a:spcPct val="120000"/>
              </a:lnSpc>
              <a:buNone/>
            </a:pPr>
            <a:r>
              <a:rPr lang="en-US" sz="2000" dirty="0">
                <a:solidFill>
                  <a:schemeClr val="accent1">
                    <a:lumMod val="40000"/>
                    <a:lumOff val="6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https://bills.parliament.uk/bills/3825</a:t>
            </a:r>
            <a:r>
              <a:rPr lang="en-US" sz="20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endParaRPr lang="en-US" sz="2000" dirty="0">
              <a:solidFill>
                <a:schemeClr val="accent1">
                  <a:lumMod val="60000"/>
                  <a:lumOff val="40000"/>
                </a:schemeClr>
              </a:solidFill>
              <a:latin typeface="Arial" panose="020B0604020202020204" pitchFamily="34" charset="0"/>
              <a:cs typeface="Arial" panose="020B0604020202020204" pitchFamily="34" charset="0"/>
            </a:endParaRPr>
          </a:p>
          <a:p>
            <a:pPr marL="0" indent="0">
              <a:lnSpc>
                <a:spcPct val="120000"/>
              </a:lnSpc>
              <a:buNone/>
            </a:pPr>
            <a:r>
              <a:rPr lang="en-GB" sz="2000" dirty="0">
                <a:solidFill>
                  <a:schemeClr val="bg1"/>
                </a:solidFill>
                <a:latin typeface="Arial" panose="020B0604020202020204" pitchFamily="34" charset="0"/>
                <a:cs typeface="Arial" panose="020B0604020202020204" pitchFamily="34" charset="0"/>
              </a:rPr>
              <a:t>Information Commissioner’s office (ICO) </a:t>
            </a:r>
            <a:r>
              <a:rPr lang="en-GB" sz="2000" dirty="0">
                <a:solidFill>
                  <a:schemeClr val="accent1">
                    <a:lumMod val="40000"/>
                    <a:lumOff val="6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http://www.ico.org.uk</a:t>
            </a:r>
            <a:r>
              <a:rPr lang="en-GB" sz="20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GB" sz="2000" dirty="0">
                <a:solidFill>
                  <a:schemeClr val="bg1"/>
                </a:solidFill>
                <a:latin typeface="Arial" panose="020B0604020202020204" pitchFamily="34" charset="0"/>
                <a:cs typeface="Arial" panose="020B0604020202020204" pitchFamily="34" charset="0"/>
              </a:rPr>
              <a:t>Guidance from ICO:</a:t>
            </a:r>
          </a:p>
          <a:p>
            <a:pPr marL="0" indent="0">
              <a:lnSpc>
                <a:spcPct val="120000"/>
              </a:lnSpc>
              <a:buNone/>
            </a:pPr>
            <a:r>
              <a:rPr lang="en-US" sz="2000" dirty="0">
                <a:solidFill>
                  <a:schemeClr val="accent1">
                    <a:lumMod val="40000"/>
                    <a:lumOff val="60000"/>
                  </a:schemeClr>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What are the appropriate safeguards? | ICO</a:t>
            </a:r>
            <a:endParaRPr lang="en-GB"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r>
              <a:rPr lang="en-US" sz="2000" dirty="0">
                <a:solidFill>
                  <a:schemeClr val="accent1">
                    <a:lumMod val="40000"/>
                    <a:lumOff val="60000"/>
                  </a:schemeClr>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When do we need to do a DPIA? | ICO</a:t>
            </a:r>
            <a:r>
              <a:rPr lang="en-US" sz="2000" dirty="0">
                <a:solidFill>
                  <a:schemeClr val="accent1">
                    <a:lumMod val="40000"/>
                    <a:lumOff val="60000"/>
                  </a:schemeClr>
                </a:solidFill>
                <a:latin typeface="Arial" panose="020B0604020202020204" pitchFamily="34" charset="0"/>
                <a:cs typeface="Arial" panose="020B0604020202020204" pitchFamily="34" charset="0"/>
              </a:rPr>
              <a:t>  </a:t>
            </a:r>
            <a:endParaRPr lang="en-GB"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r>
              <a:rPr lang="pl-PL" sz="2000" dirty="0">
                <a:solidFill>
                  <a:schemeClr val="accent1">
                    <a:lumMod val="40000"/>
                    <a:lumOff val="60000"/>
                  </a:schemeClr>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How do we do a DPIA? | ICO</a:t>
            </a:r>
            <a:endParaRPr lang="en-US"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r>
              <a:rPr lang="en-US" sz="2000" dirty="0">
                <a:solidFill>
                  <a:schemeClr val="accent1">
                    <a:lumMod val="40000"/>
                    <a:lumOff val="60000"/>
                  </a:schemeClr>
                </a:solidFill>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How do we ensure individual rights in our AI systems? | ICO</a:t>
            </a:r>
            <a:endParaRPr lang="en-US"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00000"/>
              </a:lnSpc>
              <a:buNone/>
            </a:pPr>
            <a:r>
              <a:rPr lang="en-GB" sz="2000" dirty="0">
                <a:solidFill>
                  <a:schemeClr val="accent1">
                    <a:lumMod val="40000"/>
                    <a:lumOff val="60000"/>
                  </a:schemeClr>
                </a:solidFill>
                <a:latin typeface="Arial" panose="020B0604020202020204" pitchFamily="34" charset="0"/>
                <a:cs typeface="Arial" panose="020B0604020202020204" pitchFamily="34" charset="0"/>
                <a:hlinkClick r:id="rId10">
                  <a:extLst>
                    <a:ext uri="{A12FA001-AC4F-418D-AE19-62706E023703}">
                      <ahyp:hlinkClr xmlns:ahyp="http://schemas.microsoft.com/office/drawing/2018/hyperlinkcolor" val="tx"/>
                    </a:ext>
                  </a:extLst>
                </a:hlinkClick>
              </a:rPr>
              <a:t>What are the exemptions for research?</a:t>
            </a:r>
            <a:endParaRPr lang="en-GB"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1624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C9A8F12A-09C0-1C54-8EFA-2179A6C2A8A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2C495A1-78B2-B3D1-1877-304F5F6D7E4C}"/>
              </a:ext>
            </a:extLst>
          </p:cNvPr>
          <p:cNvSpPr>
            <a:spLocks noGrp="1"/>
          </p:cNvSpPr>
          <p:nvPr>
            <p:ph type="title"/>
          </p:nvPr>
        </p:nvSpPr>
        <p:spPr/>
        <p:txBody>
          <a:bodyPr/>
          <a:lstStyle/>
          <a:p>
            <a:r>
              <a:rPr lang="en-GB" sz="3600" dirty="0">
                <a:solidFill>
                  <a:schemeClr val="accent4">
                    <a:lumMod val="60000"/>
                    <a:lumOff val="40000"/>
                  </a:schemeClr>
                </a:solidFill>
                <a:latin typeface="Arial" panose="020B0604020202020204" pitchFamily="34" charset="0"/>
                <a:cs typeface="Arial" panose="020B0604020202020204" pitchFamily="34" charset="0"/>
              </a:rPr>
              <a:t>REFERENCES III </a:t>
            </a:r>
          </a:p>
        </p:txBody>
      </p:sp>
      <p:sp>
        <p:nvSpPr>
          <p:cNvPr id="10" name="Subtitle 9">
            <a:extLst>
              <a:ext uri="{FF2B5EF4-FFF2-40B4-BE49-F238E27FC236}">
                <a16:creationId xmlns:a16="http://schemas.microsoft.com/office/drawing/2014/main" id="{ED5D9886-9548-99C4-5C84-B51340750B90}"/>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F9828B22-E760-9E6D-78F3-9E71EDA054CA}"/>
              </a:ext>
            </a:extLst>
          </p:cNvPr>
          <p:cNvSpPr>
            <a:spLocks noGrp="1"/>
          </p:cNvSpPr>
          <p:nvPr>
            <p:ph type="body" sz="quarter" idx="14"/>
          </p:nvPr>
        </p:nvSpPr>
        <p:spPr>
          <a:xfrm>
            <a:off x="331470" y="1250228"/>
            <a:ext cx="8229600" cy="4971226"/>
          </a:xfrm>
        </p:spPr>
        <p:txBody>
          <a:bodyPr/>
          <a:lstStyle/>
          <a:p>
            <a:pPr marL="0" indent="0">
              <a:lnSpc>
                <a:spcPct val="120000"/>
              </a:lnSpc>
              <a:buNone/>
            </a:pPr>
            <a:r>
              <a:rPr lang="en-GB" sz="2800" b="1" dirty="0">
                <a:solidFill>
                  <a:schemeClr val="accent4">
                    <a:lumMod val="60000"/>
                    <a:lumOff val="40000"/>
                  </a:schemeClr>
                </a:solidFill>
                <a:latin typeface="Arial" panose="020B0604020202020204" pitchFamily="34" charset="0"/>
                <a:cs typeface="Arial" panose="020B0604020202020204" pitchFamily="34" charset="0"/>
              </a:rPr>
              <a:t>Right to information</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Benj Edwards, Ars Technica, “Artist finds private medical records in popular AI training dataset”</a:t>
            </a:r>
            <a:endParaRPr lang="en-GB" sz="2400" dirty="0">
              <a:solidFill>
                <a:schemeClr val="bg1"/>
              </a:solidFill>
              <a:latin typeface="Arial" panose="020B0604020202020204" pitchFamily="34" charset="0"/>
              <a:cs typeface="Arial" panose="020B0604020202020204" pitchFamily="34" charset="0"/>
            </a:endParaRPr>
          </a:p>
          <a:p>
            <a:pPr marL="0" indent="0">
              <a:lnSpc>
                <a:spcPct val="120000"/>
              </a:lnSpc>
              <a:buNone/>
            </a:pPr>
            <a:r>
              <a:rPr lang="en-US" sz="22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https://arstechnica.com/information-technology/2022/09/artist-finds-private-medical-record-photos-in-popular-ai-training-data-set/</a:t>
            </a:r>
            <a:endParaRPr lang="en-US" sz="22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r>
              <a:rPr lang="en-US" sz="2000" dirty="0">
                <a:solidFill>
                  <a:schemeClr val="bg1"/>
                </a:solidFill>
                <a:latin typeface="Arial" panose="020B0604020202020204" pitchFamily="34" charset="0"/>
                <a:cs typeface="Arial" panose="020B0604020202020204" pitchFamily="34" charset="0"/>
              </a:rPr>
              <a:t>S</a:t>
            </a:r>
            <a:r>
              <a:rPr lang="en-US" sz="2400" dirty="0">
                <a:solidFill>
                  <a:schemeClr val="bg1"/>
                </a:solidFill>
                <a:latin typeface="Arial" panose="020B0604020202020204" pitchFamily="34" charset="0"/>
                <a:cs typeface="Arial" panose="020B0604020202020204" pitchFamily="34" charset="0"/>
              </a:rPr>
              <a:t>pawning.ai browser extension</a:t>
            </a:r>
          </a:p>
          <a:p>
            <a:pPr marL="0" indent="0">
              <a:lnSpc>
                <a:spcPct val="120000"/>
              </a:lnSpc>
              <a:buNone/>
            </a:pPr>
            <a:r>
              <a:rPr lang="en-US" sz="2400" dirty="0">
                <a:solidFill>
                  <a:schemeClr val="accent1">
                    <a:lumMod val="40000"/>
                    <a:lumOff val="6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https://site.spawning.ai/browser-extension</a:t>
            </a:r>
            <a:r>
              <a:rPr lang="en-US" sz="24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US" sz="2400" b="1" dirty="0">
                <a:solidFill>
                  <a:srgbClr val="FFC000"/>
                </a:solidFill>
                <a:latin typeface="Arial" panose="020B0604020202020204" pitchFamily="34" charset="0"/>
                <a:cs typeface="Arial" panose="020B0604020202020204" pitchFamily="34" charset="0"/>
              </a:rPr>
              <a:t>Machine unlearning papers:</a:t>
            </a:r>
          </a:p>
          <a:p>
            <a:pPr marL="0" indent="0">
              <a:lnSpc>
                <a:spcPct val="120000"/>
              </a:lnSpc>
              <a:buNone/>
            </a:pPr>
            <a:r>
              <a:rPr lang="en-US" sz="2200" dirty="0" err="1">
                <a:solidFill>
                  <a:schemeClr val="bg1"/>
                </a:solidFill>
                <a:latin typeface="Arial" panose="020B0604020202020204" pitchFamily="34" charset="0"/>
                <a:cs typeface="Arial" panose="020B0604020202020204" pitchFamily="34" charset="0"/>
              </a:rPr>
              <a:t>Bourtoule</a:t>
            </a:r>
            <a:r>
              <a:rPr lang="en-US" sz="2200" dirty="0">
                <a:solidFill>
                  <a:schemeClr val="bg1"/>
                </a:solidFill>
                <a:latin typeface="Arial" panose="020B0604020202020204" pitchFamily="34" charset="0"/>
                <a:cs typeface="Arial" panose="020B0604020202020204" pitchFamily="34" charset="0"/>
              </a:rPr>
              <a:t> et al, </a:t>
            </a:r>
            <a:r>
              <a:rPr lang="en-US" sz="2200" dirty="0">
                <a:solidFill>
                  <a:schemeClr val="accent1">
                    <a:lumMod val="40000"/>
                    <a:lumOff val="6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https://ieeexplore.ieee.org/document/9519428</a:t>
            </a:r>
            <a:r>
              <a:rPr lang="en-US" sz="2200" dirty="0">
                <a:solidFill>
                  <a:schemeClr val="accent1">
                    <a:lumMod val="40000"/>
                    <a:lumOff val="60000"/>
                  </a:schemeClr>
                </a:solidFill>
                <a:latin typeface="Arial" panose="020B0604020202020204" pitchFamily="34" charset="0"/>
                <a:cs typeface="Arial" panose="020B0604020202020204" pitchFamily="34" charset="0"/>
              </a:rPr>
              <a:t> </a:t>
            </a:r>
            <a:endParaRPr lang="en-GB" sz="22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r>
              <a:rPr lang="en-GB" sz="2200" dirty="0">
                <a:solidFill>
                  <a:schemeClr val="bg1"/>
                </a:solidFill>
                <a:latin typeface="Arial" panose="020B0604020202020204" pitchFamily="34" charset="0"/>
                <a:cs typeface="Arial" panose="020B0604020202020204" pitchFamily="34" charset="0"/>
              </a:rPr>
              <a:t>Di et al, </a:t>
            </a:r>
            <a:r>
              <a:rPr lang="en-GB" sz="2200" dirty="0">
                <a:solidFill>
                  <a:schemeClr val="accent1">
                    <a:lumMod val="40000"/>
                    <a:lumOff val="60000"/>
                  </a:schemeClr>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https://openreview.net/forum?id=swWF948IiC</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GB" sz="2200" dirty="0" err="1">
                <a:solidFill>
                  <a:schemeClr val="bg1"/>
                </a:solidFill>
                <a:latin typeface="Arial" panose="020B0604020202020204" pitchFamily="34" charset="0"/>
                <a:cs typeface="Arial" panose="020B0604020202020204" pitchFamily="34" charset="0"/>
              </a:rPr>
              <a:t>Łucki</a:t>
            </a:r>
            <a:r>
              <a:rPr lang="en-GB" sz="2200" dirty="0">
                <a:solidFill>
                  <a:schemeClr val="bg1"/>
                </a:solidFill>
                <a:latin typeface="Arial" panose="020B0604020202020204" pitchFamily="34" charset="0"/>
                <a:cs typeface="Arial" panose="020B0604020202020204" pitchFamily="34" charset="0"/>
              </a:rPr>
              <a:t> et al, </a:t>
            </a:r>
            <a:r>
              <a:rPr lang="en-GB" sz="2200" dirty="0" err="1">
                <a:solidFill>
                  <a:schemeClr val="accent1">
                    <a:lumMod val="40000"/>
                    <a:lumOff val="60000"/>
                  </a:schemeClr>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a:t>
            </a:r>
            <a:r>
              <a:rPr lang="en-US" sz="2200" dirty="0">
                <a:solidFill>
                  <a:schemeClr val="accent1">
                    <a:lumMod val="40000"/>
                    <a:lumOff val="60000"/>
                  </a:schemeClr>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tps://arxiv.org/abs/2409.18025</a:t>
            </a:r>
            <a:r>
              <a:rPr lang="en-US" sz="2200" dirty="0">
                <a:solidFill>
                  <a:schemeClr val="accent1">
                    <a:lumMod val="40000"/>
                    <a:lumOff val="60000"/>
                  </a:schemeClr>
                </a:solidFill>
                <a:latin typeface="Arial" panose="020B0604020202020204" pitchFamily="34" charset="0"/>
                <a:cs typeface="Arial" panose="020B0604020202020204" pitchFamily="34" charset="0"/>
              </a:rPr>
              <a:t> </a:t>
            </a:r>
            <a:endParaRPr lang="en-GB" sz="22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3879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19AC4CA1-7CD1-6BF3-F11B-61055951774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6050C52-8334-EDF8-825F-5E1853A3BE92}"/>
              </a:ext>
            </a:extLst>
          </p:cNvPr>
          <p:cNvSpPr>
            <a:spLocks noGrp="1"/>
          </p:cNvSpPr>
          <p:nvPr>
            <p:ph type="title"/>
          </p:nvPr>
        </p:nvSpPr>
        <p:spPr/>
        <p:txBody>
          <a:bodyPr/>
          <a:lstStyle/>
          <a:p>
            <a:r>
              <a:rPr lang="en-GB" sz="3600" dirty="0">
                <a:solidFill>
                  <a:schemeClr val="accent4">
                    <a:lumMod val="60000"/>
                    <a:lumOff val="40000"/>
                  </a:schemeClr>
                </a:solidFill>
                <a:latin typeface="Arial" panose="020B0604020202020204" pitchFamily="34" charset="0"/>
                <a:cs typeface="Arial" panose="020B0604020202020204" pitchFamily="34" charset="0"/>
              </a:rPr>
              <a:t>REFERENCES IV</a:t>
            </a:r>
          </a:p>
        </p:txBody>
      </p:sp>
      <p:sp>
        <p:nvSpPr>
          <p:cNvPr id="10" name="Subtitle 9">
            <a:extLst>
              <a:ext uri="{FF2B5EF4-FFF2-40B4-BE49-F238E27FC236}">
                <a16:creationId xmlns:a16="http://schemas.microsoft.com/office/drawing/2014/main" id="{0F1EF3E5-5CCF-9445-522D-71E390E7C05B}"/>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9ECC9A04-91F5-86C2-76FC-9542E3713355}"/>
              </a:ext>
            </a:extLst>
          </p:cNvPr>
          <p:cNvSpPr>
            <a:spLocks noGrp="1"/>
          </p:cNvSpPr>
          <p:nvPr>
            <p:ph type="body" sz="quarter" idx="14"/>
          </p:nvPr>
        </p:nvSpPr>
        <p:spPr>
          <a:xfrm>
            <a:off x="331470" y="1137344"/>
            <a:ext cx="8812530" cy="4971226"/>
          </a:xfrm>
        </p:spPr>
        <p:txBody>
          <a:bodyPr/>
          <a:lstStyle/>
          <a:p>
            <a:pPr marL="0" indent="0">
              <a:lnSpc>
                <a:spcPct val="120000"/>
              </a:lnSpc>
              <a:buNone/>
            </a:pPr>
            <a:r>
              <a:rPr lang="en-GB" sz="2800" b="1" dirty="0">
                <a:solidFill>
                  <a:schemeClr val="accent4">
                    <a:lumMod val="60000"/>
                    <a:lumOff val="40000"/>
                  </a:schemeClr>
                </a:solidFill>
                <a:latin typeface="Arial" panose="020B0604020202020204" pitchFamily="34" charset="0"/>
                <a:cs typeface="Arial" panose="020B0604020202020204" pitchFamily="34" charset="0"/>
              </a:rPr>
              <a:t>Technology Is Not Neutral </a:t>
            </a:r>
          </a:p>
          <a:p>
            <a:pPr marL="0" indent="0">
              <a:lnSpc>
                <a:spcPct val="120000"/>
              </a:lnSpc>
              <a:buNone/>
            </a:pPr>
            <a:r>
              <a:rPr lang="en-US" sz="2400" dirty="0" err="1">
                <a:solidFill>
                  <a:schemeClr val="bg1"/>
                </a:solidFill>
                <a:latin typeface="Arial" panose="020B0604020202020204" pitchFamily="34" charset="0"/>
                <a:cs typeface="Arial" panose="020B0604020202020204" pitchFamily="34" charset="0"/>
              </a:rPr>
              <a:t>Kranzberg’s</a:t>
            </a:r>
            <a:r>
              <a:rPr lang="en-US" sz="2400" dirty="0">
                <a:solidFill>
                  <a:schemeClr val="bg1"/>
                </a:solidFill>
                <a:latin typeface="Arial" panose="020B0604020202020204" pitchFamily="34" charset="0"/>
                <a:cs typeface="Arial" panose="020B0604020202020204" pitchFamily="34" charset="0"/>
              </a:rPr>
              <a:t> laws </a:t>
            </a:r>
          </a:p>
          <a:p>
            <a:pPr marL="0" indent="0">
              <a:lnSpc>
                <a:spcPct val="120000"/>
              </a:lnSpc>
              <a:buNone/>
            </a:pPr>
            <a:r>
              <a:rPr lang="en-US" sz="24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Technology and History: "</a:t>
            </a:r>
            <a:r>
              <a:rPr lang="en-US" sz="2400" dirty="0" err="1">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Kranzberg's</a:t>
            </a:r>
            <a:r>
              <a:rPr lang="en-US" sz="24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Laws“</a:t>
            </a:r>
            <a:endParaRPr lang="en-US" sz="24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endParaRPr lang="en-US" sz="2400" dirty="0">
              <a:solidFill>
                <a:schemeClr val="accent1">
                  <a:lumMod val="60000"/>
                  <a:lumOff val="40000"/>
                </a:schemeClr>
              </a:solidFill>
              <a:latin typeface="Arial" panose="020B0604020202020204" pitchFamily="34" charset="0"/>
              <a:cs typeface="Arial" panose="020B0604020202020204" pitchFamily="34" charset="0"/>
            </a:endParaRP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Anthropic vs US Government</a:t>
            </a:r>
          </a:p>
          <a:p>
            <a:pPr marL="0" indent="0">
              <a:lnSpc>
                <a:spcPct val="120000"/>
              </a:lnSpc>
              <a:buNone/>
            </a:pPr>
            <a:r>
              <a:rPr lang="en-US" sz="2400" dirty="0">
                <a:solidFill>
                  <a:schemeClr val="accent1">
                    <a:lumMod val="40000"/>
                    <a:lumOff val="6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Trump administration orders military contractors and federal agencies to cease business with Anthropic | CNN Business</a:t>
            </a:r>
            <a:endParaRPr lang="en-US" sz="24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endParaRPr lang="en-US" sz="2400" dirty="0">
              <a:solidFill>
                <a:schemeClr val="bg1"/>
              </a:solidFill>
              <a:latin typeface="Arial" panose="020B0604020202020204" pitchFamily="34" charset="0"/>
              <a:cs typeface="Arial" panose="020B0604020202020204" pitchFamily="34" charset="0"/>
            </a:endParaRPr>
          </a:p>
          <a:p>
            <a:pPr marL="0" indent="0">
              <a:lnSpc>
                <a:spcPct val="100000"/>
              </a:lnSpc>
              <a:buNone/>
            </a:pPr>
            <a:r>
              <a:rPr lang="en-GB" sz="2400" dirty="0">
                <a:latin typeface="Arial" panose="020B0604020202020204" pitchFamily="34" charset="0"/>
                <a:cs typeface="Arial" panose="020B0604020202020204" pitchFamily="34" charset="0"/>
              </a:rPr>
              <a:t>GSM international standard TS47 CR1001</a:t>
            </a:r>
          </a:p>
          <a:p>
            <a:pPr marL="0" indent="0">
              <a:lnSpc>
                <a:spcPct val="100000"/>
              </a:lnSpc>
              <a:buNone/>
            </a:pPr>
            <a:r>
              <a:rPr lang="en-US" sz="2400" dirty="0">
                <a:solidFill>
                  <a:schemeClr val="accent1">
                    <a:lumMod val="40000"/>
                    <a:lumOff val="6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https://tinyurl.com/s8s5phbm</a:t>
            </a:r>
            <a:r>
              <a:rPr lang="en-US" sz="24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endParaRPr lang="en-US" sz="2400" i="1"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US" sz="22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2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2562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908B82C0-D466-E65C-7FDE-72AA277276D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A3C8005-1803-0F2C-A9EC-1385FCD731A7}"/>
              </a:ext>
            </a:extLst>
          </p:cNvPr>
          <p:cNvSpPr>
            <a:spLocks noGrp="1"/>
          </p:cNvSpPr>
          <p:nvPr>
            <p:ph type="title"/>
          </p:nvPr>
        </p:nvSpPr>
        <p:spPr/>
        <p:txBody>
          <a:bodyPr/>
          <a:lstStyle/>
          <a:p>
            <a:r>
              <a:rPr lang="en-GB" sz="3600" dirty="0">
                <a:solidFill>
                  <a:schemeClr val="accent4">
                    <a:lumMod val="60000"/>
                    <a:lumOff val="40000"/>
                  </a:schemeClr>
                </a:solidFill>
                <a:latin typeface="Arial" panose="020B0604020202020204" pitchFamily="34" charset="0"/>
                <a:cs typeface="Arial" panose="020B0604020202020204" pitchFamily="34" charset="0"/>
              </a:rPr>
              <a:t>REFERENCES V</a:t>
            </a:r>
          </a:p>
        </p:txBody>
      </p:sp>
      <p:sp>
        <p:nvSpPr>
          <p:cNvPr id="10" name="Subtitle 9">
            <a:extLst>
              <a:ext uri="{FF2B5EF4-FFF2-40B4-BE49-F238E27FC236}">
                <a16:creationId xmlns:a16="http://schemas.microsoft.com/office/drawing/2014/main" id="{B214F2AB-4A23-504A-6375-808199B67935}"/>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D4919864-6B74-2CD3-CDA7-6908EE2B1E92}"/>
              </a:ext>
            </a:extLst>
          </p:cNvPr>
          <p:cNvSpPr>
            <a:spLocks noGrp="1"/>
          </p:cNvSpPr>
          <p:nvPr>
            <p:ph type="body" sz="quarter" idx="14"/>
          </p:nvPr>
        </p:nvSpPr>
        <p:spPr>
          <a:xfrm>
            <a:off x="331470" y="943387"/>
            <a:ext cx="8812530" cy="4971226"/>
          </a:xfrm>
        </p:spPr>
        <p:txBody>
          <a:bodyPr/>
          <a:lstStyle/>
          <a:p>
            <a:pPr marL="0" indent="0">
              <a:lnSpc>
                <a:spcPct val="120000"/>
              </a:lnSpc>
              <a:buNone/>
            </a:pPr>
            <a:r>
              <a:rPr lang="en-GB" sz="2800" b="1" dirty="0">
                <a:solidFill>
                  <a:schemeClr val="accent4">
                    <a:lumMod val="60000"/>
                    <a:lumOff val="40000"/>
                  </a:schemeClr>
                </a:solidFill>
                <a:latin typeface="Arial" panose="020B0604020202020204" pitchFamily="34" charset="0"/>
                <a:cs typeface="Arial" panose="020B0604020202020204" pitchFamily="34" charset="0"/>
              </a:rPr>
              <a:t>Rogue Agents</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Crabby-Rathbun’s rant </a:t>
            </a:r>
          </a:p>
          <a:p>
            <a:pPr marL="0" indent="0">
              <a:lnSpc>
                <a:spcPct val="120000"/>
              </a:lnSpc>
              <a:buNone/>
            </a:pPr>
            <a:r>
              <a:rPr lang="en-US" sz="20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Gatekeeping in Open Source: The Scott Shambaugh Story – MJ Rathbun | Scientific Coder 🦀</a:t>
            </a:r>
            <a:endParaRPr lang="en-GB"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Scott Shambaugh’s writeup </a:t>
            </a:r>
          </a:p>
          <a:p>
            <a:pPr marL="0" indent="0">
              <a:lnSpc>
                <a:spcPct val="120000"/>
              </a:lnSpc>
              <a:buNone/>
            </a:pPr>
            <a:r>
              <a:rPr lang="en-US" sz="2000" dirty="0">
                <a:solidFill>
                  <a:schemeClr val="accent1">
                    <a:lumMod val="40000"/>
                    <a:lumOff val="6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An AI Agent Published a Hit Piece on Me – Forensics and More Fallout – The </a:t>
            </a:r>
            <a:r>
              <a:rPr lang="en-US" sz="2000" dirty="0" err="1">
                <a:solidFill>
                  <a:schemeClr val="accent1">
                    <a:lumMod val="40000"/>
                    <a:lumOff val="6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Shamblog</a:t>
            </a:r>
            <a:endParaRPr lang="en-US"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Andrej </a:t>
            </a:r>
            <a:r>
              <a:rPr lang="en-US" sz="2400" dirty="0" err="1">
                <a:solidFill>
                  <a:schemeClr val="bg1"/>
                </a:solidFill>
                <a:latin typeface="Arial" panose="020B0604020202020204" pitchFamily="34" charset="0"/>
                <a:cs typeface="Arial" panose="020B0604020202020204" pitchFamily="34" charset="0"/>
              </a:rPr>
              <a:t>Karpathy</a:t>
            </a:r>
            <a:r>
              <a:rPr lang="en-US" sz="2400" dirty="0">
                <a:solidFill>
                  <a:schemeClr val="bg1"/>
                </a:solidFill>
                <a:latin typeface="Arial" panose="020B0604020202020204" pitchFamily="34" charset="0"/>
                <a:cs typeface="Arial" panose="020B0604020202020204" pitchFamily="34" charset="0"/>
              </a:rPr>
              <a:t> quote</a:t>
            </a:r>
          </a:p>
          <a:p>
            <a:pPr marL="0" indent="0">
              <a:lnSpc>
                <a:spcPct val="120000"/>
              </a:lnSpc>
              <a:buNone/>
            </a:pPr>
            <a:r>
              <a:rPr lang="en-US" sz="2000" dirty="0">
                <a:solidFill>
                  <a:schemeClr val="accent1">
                    <a:lumMod val="40000"/>
                    <a:lumOff val="6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https://x.com/karpathy/status/2017442712388309406</a:t>
            </a:r>
            <a:r>
              <a:rPr lang="en-US" sz="20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Malicious </a:t>
            </a:r>
            <a:r>
              <a:rPr lang="en-US" sz="2400" dirty="0" err="1">
                <a:solidFill>
                  <a:schemeClr val="bg1"/>
                </a:solidFill>
                <a:latin typeface="Arial" panose="020B0604020202020204" pitchFamily="34" charset="0"/>
                <a:cs typeface="Arial" panose="020B0604020202020204" pitchFamily="34" charset="0"/>
              </a:rPr>
              <a:t>OpenClaw</a:t>
            </a:r>
            <a:r>
              <a:rPr lang="en-US" sz="2400" dirty="0">
                <a:solidFill>
                  <a:schemeClr val="bg1"/>
                </a:solidFill>
                <a:latin typeface="Arial" panose="020B0604020202020204" pitchFamily="34" charset="0"/>
                <a:cs typeface="Arial" panose="020B0604020202020204" pitchFamily="34" charset="0"/>
              </a:rPr>
              <a:t> skills</a:t>
            </a:r>
            <a:r>
              <a:rPr lang="en-US" sz="2000" dirty="0">
                <a:solidFill>
                  <a:schemeClr val="bg1"/>
                </a:solidFill>
                <a:latin typeface="Arial" panose="020B0604020202020204" pitchFamily="34" charset="0"/>
                <a:cs typeface="Arial" panose="020B0604020202020204" pitchFamily="34" charset="0"/>
              </a:rPr>
              <a:t> </a:t>
            </a:r>
          </a:p>
          <a:p>
            <a:pPr marL="0" indent="0">
              <a:lnSpc>
                <a:spcPct val="120000"/>
              </a:lnSpc>
              <a:buNone/>
            </a:pPr>
            <a:r>
              <a:rPr lang="en-US" sz="2000" dirty="0">
                <a:solidFill>
                  <a:srgbClr val="48BAFE"/>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https://www.bitdefender.com/en-us/blog/labs/helpful-skills-or-hidden-payloads-bitdefender-labs-dives-deep-into-the-openclaw-malicious-skill-trap</a:t>
            </a:r>
            <a:r>
              <a:rPr lang="en-US" sz="2000" dirty="0">
                <a:solidFill>
                  <a:srgbClr val="48BAFE"/>
                </a:solidFill>
                <a:latin typeface="Arial" panose="020B0604020202020204" pitchFamily="34" charset="0"/>
                <a:cs typeface="Arial" panose="020B0604020202020204" pitchFamily="34" charset="0"/>
              </a:rPr>
              <a:t> </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XKCD on the sandboxing cycle </a:t>
            </a:r>
          </a:p>
          <a:p>
            <a:pPr marL="0" indent="0">
              <a:lnSpc>
                <a:spcPct val="120000"/>
              </a:lnSpc>
              <a:buNone/>
            </a:pPr>
            <a:r>
              <a:rPr lang="en-GB" sz="2000" dirty="0">
                <a:solidFill>
                  <a:schemeClr val="accent1">
                    <a:lumMod val="40000"/>
                    <a:lumOff val="60000"/>
                  </a:schemeClr>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https://xkcd.com/2044</a:t>
            </a:r>
            <a:endParaRPr lang="en-US" sz="2000" dirty="0">
              <a:solidFill>
                <a:schemeClr val="accent1">
                  <a:lumMod val="40000"/>
                  <a:lumOff val="60000"/>
                </a:schemeClr>
              </a:solidFill>
              <a:latin typeface="Arial" panose="020B0604020202020204" pitchFamily="34" charset="0"/>
              <a:cs typeface="Arial" panose="020B0604020202020204" pitchFamily="34" charset="0"/>
            </a:endParaRPr>
          </a:p>
          <a:p>
            <a:pPr marL="0" indent="0">
              <a:lnSpc>
                <a:spcPct val="120000"/>
              </a:lnSpc>
              <a:buNone/>
            </a:pPr>
            <a:endParaRPr lang="en-US" sz="2400" dirty="0">
              <a:solidFill>
                <a:schemeClr val="accent1">
                  <a:lumMod val="60000"/>
                  <a:lumOff val="40000"/>
                </a:schemeClr>
              </a:solidFill>
              <a:latin typeface="Arial" panose="020B0604020202020204" pitchFamily="34" charset="0"/>
              <a:cs typeface="Arial" panose="020B0604020202020204" pitchFamily="34" charset="0"/>
            </a:endParaRPr>
          </a:p>
          <a:p>
            <a:pPr marL="0" indent="0">
              <a:lnSpc>
                <a:spcPct val="120000"/>
              </a:lnSpc>
              <a:buNone/>
            </a:pPr>
            <a:endParaRPr lang="en-US" sz="2400" i="1"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US" sz="22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2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5748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7A823082-7B75-587E-97E2-E5432667DF8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918A52A-E7A7-9E79-FCC8-EA5EC5FA0A10}"/>
              </a:ext>
            </a:extLst>
          </p:cNvPr>
          <p:cNvSpPr>
            <a:spLocks noGrp="1"/>
          </p:cNvSpPr>
          <p:nvPr>
            <p:ph type="title"/>
          </p:nvPr>
        </p:nvSpPr>
        <p:spPr/>
        <p:txBody>
          <a:bodyPr/>
          <a:lstStyle/>
          <a:p>
            <a:r>
              <a:rPr lang="en-GB" sz="3600" dirty="0">
                <a:solidFill>
                  <a:schemeClr val="accent4">
                    <a:lumMod val="60000"/>
                    <a:lumOff val="40000"/>
                  </a:schemeClr>
                </a:solidFill>
                <a:latin typeface="Arial" panose="020B0604020202020204" pitchFamily="34" charset="0"/>
                <a:cs typeface="Arial" panose="020B0604020202020204" pitchFamily="34" charset="0"/>
              </a:rPr>
              <a:t>REFERENCES VI</a:t>
            </a:r>
          </a:p>
        </p:txBody>
      </p:sp>
      <p:sp>
        <p:nvSpPr>
          <p:cNvPr id="10" name="Subtitle 9">
            <a:extLst>
              <a:ext uri="{FF2B5EF4-FFF2-40B4-BE49-F238E27FC236}">
                <a16:creationId xmlns:a16="http://schemas.microsoft.com/office/drawing/2014/main" id="{58EBDCB2-4564-B9FC-A078-D89FFF032987}"/>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EEFBF575-329D-B36C-4750-18C2EE20DB1E}"/>
              </a:ext>
            </a:extLst>
          </p:cNvPr>
          <p:cNvSpPr>
            <a:spLocks noGrp="1"/>
          </p:cNvSpPr>
          <p:nvPr>
            <p:ph type="body" sz="quarter" idx="14"/>
          </p:nvPr>
        </p:nvSpPr>
        <p:spPr>
          <a:xfrm>
            <a:off x="331470" y="1137344"/>
            <a:ext cx="8812530" cy="4971226"/>
          </a:xfrm>
        </p:spPr>
        <p:txBody>
          <a:bodyPr/>
          <a:lstStyle/>
          <a:p>
            <a:pPr marL="0" indent="0">
              <a:lnSpc>
                <a:spcPct val="120000"/>
              </a:lnSpc>
              <a:buNone/>
            </a:pPr>
            <a:r>
              <a:rPr lang="en-GB" sz="2800" b="1" dirty="0">
                <a:solidFill>
                  <a:schemeClr val="accent4">
                    <a:lumMod val="60000"/>
                    <a:lumOff val="40000"/>
                  </a:schemeClr>
                </a:solidFill>
                <a:latin typeface="Arial" panose="020B0604020202020204" pitchFamily="34" charset="0"/>
                <a:cs typeface="Arial" panose="020B0604020202020204" pitchFamily="34" charset="0"/>
              </a:rPr>
              <a:t>Indirect prompt injection</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Simon Willison’s “Lethal Trifecta” for AI agents</a:t>
            </a:r>
          </a:p>
          <a:p>
            <a:pPr marL="0" indent="0">
              <a:lnSpc>
                <a:spcPct val="120000"/>
              </a:lnSpc>
              <a:buNone/>
            </a:pPr>
            <a:r>
              <a:rPr lang="en-GB" sz="24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https://simonwillison.net/2025/Jun/16/the-lethal-trifecta</a:t>
            </a:r>
            <a:r>
              <a:rPr lang="en-GB" sz="24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Johann </a:t>
            </a:r>
            <a:r>
              <a:rPr lang="en-GB" sz="2400" dirty="0" err="1">
                <a:solidFill>
                  <a:schemeClr val="bg1"/>
                </a:solidFill>
                <a:latin typeface="Arial" panose="020B0604020202020204" pitchFamily="34" charset="0"/>
                <a:cs typeface="Arial" panose="020B0604020202020204" pitchFamily="34" charset="0"/>
              </a:rPr>
              <a:t>Rehburger</a:t>
            </a:r>
            <a:r>
              <a:rPr lang="en-GB" sz="2400" dirty="0">
                <a:solidFill>
                  <a:schemeClr val="bg1"/>
                </a:solidFill>
                <a:latin typeface="Arial" panose="020B0604020202020204" pitchFamily="34" charset="0"/>
                <a:cs typeface="Arial" panose="020B0604020202020204" pitchFamily="34" charset="0"/>
              </a:rPr>
              <a:t>, “The Month of AI Bugs”, </a:t>
            </a:r>
          </a:p>
          <a:p>
            <a:pPr marL="0" indent="0">
              <a:lnSpc>
                <a:spcPct val="120000"/>
              </a:lnSpc>
              <a:buNone/>
            </a:pPr>
            <a:r>
              <a:rPr lang="en-GB" sz="2400" dirty="0">
                <a:solidFill>
                  <a:schemeClr val="bg1"/>
                </a:solidFill>
                <a:latin typeface="Arial" panose="020B0604020202020204" pitchFamily="34" charset="0"/>
                <a:cs typeface="Arial" panose="020B0604020202020204" pitchFamily="34" charset="0"/>
              </a:rPr>
              <a:t>Aug 2025 on </a:t>
            </a:r>
            <a:r>
              <a:rPr lang="en-US" sz="2400" dirty="0">
                <a:solidFill>
                  <a:schemeClr val="accent1">
                    <a:lumMod val="40000"/>
                    <a:lumOff val="60000"/>
                  </a:schemeClr>
                </a:solidFill>
                <a:latin typeface="Arial" panose="020B0604020202020204" pitchFamily="34" charset="0"/>
                <a:hlinkClick r:id="rId4">
                  <a:extLst>
                    <a:ext uri="{A12FA001-AC4F-418D-AE19-62706E023703}">
                      <ahyp:hlinkClr xmlns:ahyp="http://schemas.microsoft.com/office/drawing/2018/hyperlinkcolor" val="tx"/>
                    </a:ext>
                  </a:extLst>
                </a:hlinkClick>
              </a:rPr>
              <a:t>https://embracethered.com/blog/</a:t>
            </a:r>
            <a:r>
              <a:rPr lang="en-US" sz="2400" dirty="0">
                <a:solidFill>
                  <a:schemeClr val="accent1">
                    <a:lumMod val="40000"/>
                    <a:lumOff val="60000"/>
                  </a:schemeClr>
                </a:solidFill>
                <a:latin typeface="Arial" panose="020B0604020202020204" pitchFamily="34" charset="0"/>
              </a:rPr>
              <a:t> </a:t>
            </a:r>
          </a:p>
          <a:p>
            <a:pPr marL="0" indent="0">
              <a:lnSpc>
                <a:spcPct val="120000"/>
              </a:lnSpc>
              <a:buNone/>
            </a:pPr>
            <a:r>
              <a:rPr lang="en-US" sz="2400" dirty="0">
                <a:solidFill>
                  <a:schemeClr val="bg1"/>
                </a:solidFill>
                <a:latin typeface="Arial" panose="020B0604020202020204" pitchFamily="34" charset="0"/>
                <a:cs typeface="Arial" panose="020B0604020202020204" pitchFamily="34" charset="0"/>
              </a:rPr>
              <a:t>Shapira et al, “Agents of Chaos”, AI agent lab experiment</a:t>
            </a:r>
          </a:p>
          <a:p>
            <a:pPr marL="0" indent="0">
              <a:lnSpc>
                <a:spcPct val="120000"/>
              </a:lnSpc>
              <a:buNone/>
            </a:pPr>
            <a:r>
              <a:rPr lang="en-GB" sz="2400" dirty="0">
                <a:solidFill>
                  <a:schemeClr val="accent1">
                    <a:lumMod val="40000"/>
                    <a:lumOff val="6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https://arxiv.org/pdf/2602.20021</a:t>
            </a:r>
            <a:r>
              <a:rPr lang="en-GB" sz="24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US" sz="2400" dirty="0">
                <a:latin typeface="Arial" panose="020B0604020202020204" pitchFamily="34" charset="0"/>
                <a:cs typeface="Arial" panose="020B0604020202020204" pitchFamily="34" charset="0"/>
              </a:rPr>
              <a:t>Beurer-Kellner et al, Design patterns for securing LLM agents against prompt injections </a:t>
            </a:r>
          </a:p>
          <a:p>
            <a:pPr marL="0" indent="0">
              <a:lnSpc>
                <a:spcPct val="120000"/>
              </a:lnSpc>
              <a:buNone/>
            </a:pPr>
            <a:r>
              <a:rPr lang="en-US" sz="2400" dirty="0">
                <a:solidFill>
                  <a:schemeClr val="accent1">
                    <a:lumMod val="40000"/>
                    <a:lumOff val="60000"/>
                  </a:schemeClr>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https://arxiv.org/abs/2506.08837</a:t>
            </a:r>
            <a:r>
              <a:rPr lang="en-US" sz="24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endParaRPr lang="en-US" sz="2400" dirty="0">
              <a:solidFill>
                <a:schemeClr val="accent1">
                  <a:lumMod val="60000"/>
                  <a:lumOff val="40000"/>
                </a:schemeClr>
              </a:solidFill>
              <a:latin typeface="Arial" panose="020B0604020202020204" pitchFamily="34" charset="0"/>
              <a:cs typeface="Arial" panose="020B0604020202020204" pitchFamily="34" charset="0"/>
            </a:endParaRPr>
          </a:p>
          <a:p>
            <a:pPr marL="0" indent="0">
              <a:lnSpc>
                <a:spcPct val="120000"/>
              </a:lnSpc>
              <a:buNone/>
            </a:pPr>
            <a:endParaRPr lang="en-US" sz="2400" i="1"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US" sz="22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2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a:p>
            <a:pPr marL="0" indent="0">
              <a:lnSpc>
                <a:spcPct val="100000"/>
              </a:lnSpc>
              <a:buNone/>
            </a:pPr>
            <a:endParaRPr lang="en-GB"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7232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8CBFD9C6-01CE-8DB2-FC93-7FCE928B77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0DCFD6A-6DF3-3212-A8B2-64D3D3FAFB02}"/>
              </a:ext>
            </a:extLst>
          </p:cNvPr>
          <p:cNvSpPr>
            <a:spLocks noGrp="1"/>
          </p:cNvSpPr>
          <p:nvPr>
            <p:ph type="title"/>
          </p:nvPr>
        </p:nvSpPr>
        <p:spPr/>
        <p:txBody>
          <a:bodyPr/>
          <a:lstStyle/>
          <a:p>
            <a:r>
              <a:rPr lang="en-GB" sz="3600" dirty="0">
                <a:solidFill>
                  <a:schemeClr val="accent4">
                    <a:lumMod val="60000"/>
                    <a:lumOff val="40000"/>
                  </a:schemeClr>
                </a:solidFill>
                <a:latin typeface="Arial" panose="020B0604020202020204" pitchFamily="34" charset="0"/>
                <a:cs typeface="Arial" panose="020B0604020202020204" pitchFamily="34" charset="0"/>
              </a:rPr>
              <a:t>REFERENCES VII</a:t>
            </a:r>
          </a:p>
        </p:txBody>
      </p:sp>
      <p:sp>
        <p:nvSpPr>
          <p:cNvPr id="10" name="Subtitle 9">
            <a:extLst>
              <a:ext uri="{FF2B5EF4-FFF2-40B4-BE49-F238E27FC236}">
                <a16:creationId xmlns:a16="http://schemas.microsoft.com/office/drawing/2014/main" id="{B5260896-DDCF-6766-E5E3-1959A77D8F2F}"/>
              </a:ext>
              <a:ext uri="{C183D7F6-B498-43B3-948B-1728B52AA6E4}">
                <adec:decorative xmlns:adec="http://schemas.microsoft.com/office/drawing/2017/decorative" val="1"/>
              </a:ext>
            </a:extLst>
          </p:cNvPr>
          <p:cNvSpPr>
            <a:spLocks noGrp="1"/>
          </p:cNvSpPr>
          <p:nvPr>
            <p:ph type="subTitle" idx="1"/>
          </p:nvPr>
        </p:nvSpPr>
        <p:spPr/>
        <p:txBody>
          <a:bodyPr/>
          <a:lstStyle/>
          <a:p>
            <a:r>
              <a:rPr lang="en-GB" dirty="0"/>
              <a:t>  </a:t>
            </a:r>
          </a:p>
        </p:txBody>
      </p:sp>
      <p:sp>
        <p:nvSpPr>
          <p:cNvPr id="13" name="Text Placeholder 12">
            <a:extLst>
              <a:ext uri="{FF2B5EF4-FFF2-40B4-BE49-F238E27FC236}">
                <a16:creationId xmlns:a16="http://schemas.microsoft.com/office/drawing/2014/main" id="{D93F1DFD-3884-FBC4-7525-EAB2AC435305}"/>
              </a:ext>
            </a:extLst>
          </p:cNvPr>
          <p:cNvSpPr>
            <a:spLocks noGrp="1"/>
          </p:cNvSpPr>
          <p:nvPr>
            <p:ph type="body" sz="quarter" idx="14"/>
          </p:nvPr>
        </p:nvSpPr>
        <p:spPr>
          <a:xfrm>
            <a:off x="331470" y="1137344"/>
            <a:ext cx="8229600" cy="4971226"/>
          </a:xfrm>
        </p:spPr>
        <p:txBody>
          <a:bodyPr/>
          <a:lstStyle/>
          <a:p>
            <a:pPr marL="0" indent="0">
              <a:lnSpc>
                <a:spcPct val="120000"/>
              </a:lnSpc>
              <a:buNone/>
            </a:pPr>
            <a:r>
              <a:rPr lang="en-GB" sz="2800" b="1" dirty="0">
                <a:solidFill>
                  <a:schemeClr val="accent4">
                    <a:lumMod val="60000"/>
                    <a:lumOff val="40000"/>
                  </a:schemeClr>
                </a:solidFill>
                <a:latin typeface="Arial" panose="020B0604020202020204" pitchFamily="34" charset="0"/>
                <a:cs typeface="Arial" panose="020B0604020202020204" pitchFamily="34" charset="0"/>
              </a:rPr>
              <a:t>Whistleblowing</a:t>
            </a:r>
          </a:p>
          <a:p>
            <a:pPr>
              <a:lnSpc>
                <a:spcPct val="120000"/>
              </a:lnSpc>
              <a:buFontTx/>
              <a:buChar char="-"/>
            </a:pPr>
            <a:r>
              <a:rPr lang="en-GB" sz="2200" dirty="0">
                <a:solidFill>
                  <a:schemeClr val="bg1"/>
                </a:solidFill>
                <a:latin typeface="Arial" panose="020B0604020202020204" pitchFamily="34" charset="0"/>
                <a:cs typeface="Arial" panose="020B0604020202020204" pitchFamily="34" charset="0"/>
              </a:rPr>
              <a:t>Frances Haugen and the angry emoji </a:t>
            </a:r>
          </a:p>
          <a:p>
            <a:pPr>
              <a:lnSpc>
                <a:spcPct val="120000"/>
              </a:lnSpc>
              <a:buFontTx/>
              <a:buChar char="-"/>
            </a:pPr>
            <a:r>
              <a:rPr lang="en-GB" sz="2200" dirty="0">
                <a:solidFill>
                  <a:schemeClr val="accent1">
                    <a:lumMod val="40000"/>
                    <a:lumOff val="6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https://www.nbcnews.com/tech/tech-news/emoji-reactions-cute-addition-facebook-became-headache-rcna3747</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GB" sz="2200" dirty="0">
                <a:solidFill>
                  <a:schemeClr val="accent6">
                    <a:lumMod val="20000"/>
                    <a:lumOff val="80000"/>
                  </a:schemeClr>
                </a:solidFill>
                <a:latin typeface="Arial" panose="020B0604020202020204" pitchFamily="34" charset="0"/>
                <a:cs typeface="Arial" panose="020B0604020202020204" pitchFamily="34" charset="0"/>
              </a:rPr>
              <a:t>- </a:t>
            </a:r>
            <a:r>
              <a:rPr lang="en-GB" sz="2200" dirty="0">
                <a:solidFill>
                  <a:schemeClr val="bg1"/>
                </a:solidFill>
                <a:latin typeface="Arial" panose="020B0604020202020204" pitchFamily="34" charset="0"/>
                <a:cs typeface="Arial" panose="020B0604020202020204" pitchFamily="34" charset="0"/>
              </a:rPr>
              <a:t>UK government advice</a:t>
            </a:r>
            <a:r>
              <a:rPr lang="en-GB" sz="2200" dirty="0">
                <a:solidFill>
                  <a:schemeClr val="accent6">
                    <a:lumMod val="20000"/>
                    <a:lumOff val="80000"/>
                  </a:schemeClr>
                </a:solidFill>
                <a:latin typeface="Arial" panose="020B0604020202020204" pitchFamily="34" charset="0"/>
                <a:cs typeface="Arial" panose="020B0604020202020204" pitchFamily="34" charset="0"/>
              </a:rPr>
              <a:t> </a:t>
            </a:r>
            <a:r>
              <a:rPr lang="en-GB" sz="2200" dirty="0">
                <a:solidFill>
                  <a:schemeClr val="accent1">
                    <a:lumMod val="40000"/>
                    <a:lumOff val="6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https://www.gov.uk/whistleblowing</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p>
          <a:p>
            <a:pPr>
              <a:lnSpc>
                <a:spcPct val="120000"/>
              </a:lnSpc>
              <a:buFontTx/>
              <a:buChar char="-"/>
            </a:pPr>
            <a:r>
              <a:rPr lang="en-GB" sz="2200" dirty="0">
                <a:solidFill>
                  <a:schemeClr val="bg1"/>
                </a:solidFill>
                <a:latin typeface="Arial" panose="020B0604020202020204" pitchFamily="34" charset="0"/>
                <a:cs typeface="Arial" panose="020B0604020202020204" pitchFamily="34" charset="0"/>
              </a:rPr>
              <a:t>UK support organization </a:t>
            </a:r>
            <a:r>
              <a:rPr lang="en-GB" sz="2200" dirty="0">
                <a:solidFill>
                  <a:schemeClr val="accent1">
                    <a:lumMod val="40000"/>
                    <a:lumOff val="6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https://protect-advice.org.uk/</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p>
          <a:p>
            <a:pPr>
              <a:lnSpc>
                <a:spcPct val="120000"/>
              </a:lnSpc>
              <a:buFontTx/>
              <a:buChar char="-"/>
            </a:pPr>
            <a:r>
              <a:rPr lang="en-GB" sz="2200" dirty="0">
                <a:solidFill>
                  <a:schemeClr val="bg1"/>
                </a:solidFill>
                <a:latin typeface="Arial" panose="020B0604020202020204" pitchFamily="34" charset="0"/>
                <a:cs typeface="Arial" panose="020B0604020202020204" pitchFamily="34" charset="0"/>
              </a:rPr>
              <a:t>US/International support organizations</a:t>
            </a:r>
          </a:p>
          <a:p>
            <a:pPr>
              <a:lnSpc>
                <a:spcPct val="120000"/>
              </a:lnSpc>
              <a:buFontTx/>
              <a:buChar char="-"/>
            </a:pPr>
            <a:r>
              <a:rPr lang="en-GB" sz="2200" dirty="0">
                <a:solidFill>
                  <a:schemeClr val="accent1">
                    <a:lumMod val="40000"/>
                    <a:lumOff val="60000"/>
                  </a:schemeClr>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https://whistlebloweraid.org</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p>
          <a:p>
            <a:pPr>
              <a:lnSpc>
                <a:spcPct val="120000"/>
              </a:lnSpc>
              <a:buFontTx/>
              <a:buChar char="-"/>
            </a:pPr>
            <a:r>
              <a:rPr lang="en-GB" sz="2200" dirty="0">
                <a:solidFill>
                  <a:schemeClr val="accent1">
                    <a:lumMod val="40000"/>
                    <a:lumOff val="60000"/>
                  </a:schemeClr>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https://www.whistleblowers.org/</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p>
          <a:p>
            <a:pPr marL="0" indent="0">
              <a:lnSpc>
                <a:spcPct val="120000"/>
              </a:lnSpc>
              <a:buNone/>
            </a:pPr>
            <a:r>
              <a:rPr lang="en-GB" sz="2200" dirty="0">
                <a:solidFill>
                  <a:schemeClr val="bg1"/>
                </a:solidFill>
                <a:latin typeface="Arial" panose="020B0604020202020204" pitchFamily="34" charset="0"/>
                <a:cs typeface="Arial" panose="020B0604020202020204" pitchFamily="34" charset="0"/>
              </a:rPr>
              <a:t>  (US handbook: </a:t>
            </a:r>
            <a:r>
              <a:rPr lang="en-GB" sz="2200" dirty="0">
                <a:solidFill>
                  <a:schemeClr val="accent1">
                    <a:lumMod val="40000"/>
                    <a:lumOff val="60000"/>
                  </a:schemeClr>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https://www.whistleblowers.org/book/</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r>
              <a:rPr lang="en-GB" sz="2200" dirty="0">
                <a:solidFill>
                  <a:schemeClr val="bg1"/>
                </a:solidFill>
                <a:latin typeface="Arial" panose="020B0604020202020204" pitchFamily="34" charset="0"/>
                <a:cs typeface="Arial" panose="020B0604020202020204" pitchFamily="34" charset="0"/>
              </a:rPr>
              <a:t>)</a:t>
            </a:r>
          </a:p>
          <a:p>
            <a:pPr>
              <a:lnSpc>
                <a:spcPct val="120000"/>
              </a:lnSpc>
              <a:buFontTx/>
              <a:buChar char="-"/>
            </a:pPr>
            <a:r>
              <a:rPr lang="en-GB" sz="2200" dirty="0">
                <a:solidFill>
                  <a:schemeClr val="bg1"/>
                </a:solidFill>
                <a:latin typeface="Arial" panose="020B0604020202020204" pitchFamily="34" charset="0"/>
                <a:cs typeface="Arial" panose="020B0604020202020204" pitchFamily="34" charset="0"/>
              </a:rPr>
              <a:t>Guidance for employers </a:t>
            </a:r>
            <a:r>
              <a:rPr lang="en-GB" sz="2200" dirty="0">
                <a:solidFill>
                  <a:schemeClr val="accent1">
                    <a:lumMod val="40000"/>
                    <a:lumOff val="60000"/>
                  </a:schemeClr>
                </a:solidFill>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https://www.gov.uk/government/publications/whistleblowing-guidance-and-code-of-practice-for-employers</a:t>
            </a:r>
            <a:r>
              <a:rPr lang="en-GB" sz="2200" dirty="0">
                <a:solidFill>
                  <a:schemeClr val="accent1">
                    <a:lumMod val="40000"/>
                    <a:lumOff val="60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86950572"/>
      </p:ext>
    </p:extLst>
  </p:cSld>
  <p:clrMapOvr>
    <a:masterClrMapping/>
  </p:clrMapOvr>
</p:sld>
</file>

<file path=ppt/theme/theme1.xml><?xml version="1.0" encoding="utf-8"?>
<a:theme xmlns:a="http://schemas.openxmlformats.org/drawingml/2006/main" name="Office Theme_blank">
  <a:themeElements>
    <a:clrScheme name="HP Colour Theme 2010">
      <a:dk1>
        <a:sysClr val="windowText" lastClr="000000"/>
      </a:dk1>
      <a:lt1>
        <a:sysClr val="window" lastClr="FFFFFF"/>
      </a:lt1>
      <a:dk2>
        <a:srgbClr val="858689"/>
      </a:dk2>
      <a:lt2>
        <a:srgbClr val="DDDEDD"/>
      </a:lt2>
      <a:accent1>
        <a:srgbClr val="007FC5"/>
      </a:accent1>
      <a:accent2>
        <a:srgbClr val="00A145"/>
      </a:accent2>
      <a:accent3>
        <a:srgbClr val="FFDD00"/>
      </a:accent3>
      <a:accent4>
        <a:srgbClr val="F39900"/>
      </a:accent4>
      <a:accent5>
        <a:srgbClr val="E31C19"/>
      </a:accent5>
      <a:accent6>
        <a:srgbClr val="56378A"/>
      </a:accent6>
      <a:hlink>
        <a:srgbClr val="0000FF"/>
      </a:hlink>
      <a:folHlink>
        <a:srgbClr val="800080"/>
      </a:folHlink>
    </a:clrScheme>
    <a:fontScheme name="HP-Futura">
      <a:majorFont>
        <a:latin typeface="Futura Bk"/>
        <a:ea typeface=""/>
        <a:cs typeface=""/>
      </a:majorFont>
      <a:minorFont>
        <a:latin typeface="Futura B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 Line/1 subhead line with content">
  <a:themeElements>
    <a:clrScheme name="HP Colour Theme 2010">
      <a:dk1>
        <a:sysClr val="windowText" lastClr="000000"/>
      </a:dk1>
      <a:lt1>
        <a:sysClr val="window" lastClr="FFFFFF"/>
      </a:lt1>
      <a:dk2>
        <a:srgbClr val="858689"/>
      </a:dk2>
      <a:lt2>
        <a:srgbClr val="DDDEDD"/>
      </a:lt2>
      <a:accent1>
        <a:srgbClr val="007FC5"/>
      </a:accent1>
      <a:accent2>
        <a:srgbClr val="00A145"/>
      </a:accent2>
      <a:accent3>
        <a:srgbClr val="FFDD00"/>
      </a:accent3>
      <a:accent4>
        <a:srgbClr val="F39900"/>
      </a:accent4>
      <a:accent5>
        <a:srgbClr val="E31C19"/>
      </a:accent5>
      <a:accent6>
        <a:srgbClr val="56378A"/>
      </a:accent6>
      <a:hlink>
        <a:srgbClr val="0000FF"/>
      </a:hlink>
      <a:folHlink>
        <a:srgbClr val="800080"/>
      </a:folHlink>
    </a:clrScheme>
    <a:fontScheme name="HP-Futura">
      <a:majorFont>
        <a:latin typeface="Futura Bk"/>
        <a:ea typeface=""/>
        <a:cs typeface=""/>
      </a:majorFont>
      <a:minorFont>
        <a:latin typeface="Futura B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sz="1400" dirty="0">
            <a:latin typeface="Futura Bk"/>
            <a:cs typeface="Futura Bk"/>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24778</TotalTime>
  <Words>5927</Words>
  <Application>Microsoft Office PowerPoint</Application>
  <PresentationFormat>On-screen Show (4:3)</PresentationFormat>
  <Paragraphs>465</Paragraphs>
  <Slides>35</Slides>
  <Notes>35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35</vt:i4>
      </vt:variant>
    </vt:vector>
  </HeadingPairs>
  <TitlesOfParts>
    <vt:vector size="44" baseType="lpstr">
      <vt:lpstr>Arial</vt:lpstr>
      <vt:lpstr>Calibri</vt:lpstr>
      <vt:lpstr>Courier New</vt:lpstr>
      <vt:lpstr>Futura Bk</vt:lpstr>
      <vt:lpstr>Futura Hv</vt:lpstr>
      <vt:lpstr>Lucida Grande</vt:lpstr>
      <vt:lpstr>Lucida Sans</vt:lpstr>
      <vt:lpstr>Office Theme_blank</vt:lpstr>
      <vt:lpstr>1 Line/1 subhead line with content</vt:lpstr>
      <vt:lpstr>Privacy, and rogue AI agents</vt:lpstr>
      <vt:lpstr>René Carmille</vt:lpstr>
      <vt:lpstr> This session includes</vt:lpstr>
      <vt:lpstr>Privacy</vt:lpstr>
      <vt:lpstr>Definitions</vt:lpstr>
      <vt:lpstr>Data protection guidance</vt:lpstr>
      <vt:lpstr>Data Protection Impact Assessment  </vt:lpstr>
      <vt:lpstr>Suggestions for privacy risk mitigations  </vt:lpstr>
      <vt:lpstr>Right to be informed of AI training use</vt:lpstr>
      <vt:lpstr>Right to be informed</vt:lpstr>
      <vt:lpstr>Technology is not neutral</vt:lpstr>
      <vt:lpstr>Anthropic vs US government   </vt:lpstr>
      <vt:lpstr>“AI Mobile Device” TS47 CR1001    </vt:lpstr>
      <vt:lpstr>TS47 CR1001 privacy requirements </vt:lpstr>
      <vt:lpstr>Rogue AI Agents</vt:lpstr>
      <vt:lpstr>Networked AI agents</vt:lpstr>
      <vt:lpstr>XKCD: Sandboxing cycle (2018) </vt:lpstr>
      <vt:lpstr>The “Lethal Trifecta” for AI agents</vt:lpstr>
      <vt:lpstr>Prompt injection attacks</vt:lpstr>
      <vt:lpstr>Prompt injection defences  </vt:lpstr>
      <vt:lpstr>What can you do?</vt:lpstr>
      <vt:lpstr>What can you do? </vt:lpstr>
      <vt:lpstr>What can you do? #2</vt:lpstr>
      <vt:lpstr>Frances Haugen</vt:lpstr>
      <vt:lpstr>What can you do? #3</vt:lpstr>
      <vt:lpstr>What can you do? Employer</vt:lpstr>
      <vt:lpstr>Privacy, and rogue AI agents</vt:lpstr>
      <vt:lpstr>References</vt:lpstr>
      <vt:lpstr>REFERENCES I</vt:lpstr>
      <vt:lpstr>REFERENCES II</vt:lpstr>
      <vt:lpstr>REFERENCES III </vt:lpstr>
      <vt:lpstr>REFERENCES IV</vt:lpstr>
      <vt:lpstr>REFERENCES V</vt:lpstr>
      <vt:lpstr>REFERENCES VI</vt:lpstr>
      <vt:lpstr>REFERENCES VII</vt:lpstr>
    </vt:vector>
  </TitlesOfParts>
  <Company>GK Presentations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Miranda Mowbray</cp:lastModifiedBy>
  <cp:revision>1572</cp:revision>
  <dcterms:created xsi:type="dcterms:W3CDTF">2011-03-03T11:23:14Z</dcterms:created>
  <dcterms:modified xsi:type="dcterms:W3CDTF">2026-03-17T10:07:03Z</dcterms:modified>
</cp:coreProperties>
</file>