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70" r:id="rId2"/>
  </p:sldMasterIdLst>
  <p:notesMasterIdLst>
    <p:notesMasterId r:id="rId39"/>
  </p:notesMasterIdLst>
  <p:handoutMasterIdLst>
    <p:handoutMasterId r:id="rId40"/>
  </p:handoutMasterIdLst>
  <p:sldIdLst>
    <p:sldId id="510" r:id="rId3"/>
    <p:sldId id="957" r:id="rId4"/>
    <p:sldId id="541" r:id="rId5"/>
    <p:sldId id="261" r:id="rId6"/>
    <p:sldId id="1064" r:id="rId7"/>
    <p:sldId id="1086" r:id="rId8"/>
    <p:sldId id="1067" r:id="rId9"/>
    <p:sldId id="1096" r:id="rId10"/>
    <p:sldId id="1092" r:id="rId11"/>
    <p:sldId id="853" r:id="rId12"/>
    <p:sldId id="1066" r:id="rId13"/>
    <p:sldId id="959" r:id="rId14"/>
    <p:sldId id="1110" r:id="rId15"/>
    <p:sldId id="1115" r:id="rId16"/>
    <p:sldId id="1119" r:id="rId17"/>
    <p:sldId id="1116" r:id="rId18"/>
    <p:sldId id="1123" r:id="rId19"/>
    <p:sldId id="1118" r:id="rId20"/>
    <p:sldId id="849" r:id="rId21"/>
    <p:sldId id="882" r:id="rId22"/>
    <p:sldId id="863" r:id="rId23"/>
    <p:sldId id="1120" r:id="rId24"/>
    <p:sldId id="864" r:id="rId25"/>
    <p:sldId id="851" r:id="rId26"/>
    <p:sldId id="1128" r:id="rId27"/>
    <p:sldId id="1087" r:id="rId28"/>
    <p:sldId id="1127" r:id="rId29"/>
    <p:sldId id="1104" r:id="rId30"/>
    <p:sldId id="1106" r:id="rId31"/>
    <p:sldId id="1126" r:id="rId32"/>
    <p:sldId id="1121" r:id="rId33"/>
    <p:sldId id="1100" r:id="rId34"/>
    <p:sldId id="1129" r:id="rId35"/>
    <p:sldId id="1130" r:id="rId36"/>
    <p:sldId id="1131" r:id="rId37"/>
    <p:sldId id="1102" r:id="rId38"/>
  </p:sldIdLst>
  <p:sldSz cx="9144000" cy="6858000" type="screen4x3"/>
  <p:notesSz cx="6797675" cy="992822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slide" id="{ADB2A291-7E7E-4CA5-82EB-D0E208047541}">
          <p14:sldIdLst>
            <p14:sldId id="510"/>
          </p14:sldIdLst>
        </p14:section>
        <p14:section name="Rene Carmille" id="{533B3D29-8B71-4067-8D1D-575A18BA5C9A}">
          <p14:sldIdLst>
            <p14:sldId id="957"/>
            <p14:sldId id="541"/>
          </p14:sldIdLst>
        </p14:section>
        <p14:section name="Privacy" id="{894AC052-1DB0-4461-BE1B-4B5239706D5A}">
          <p14:sldIdLst>
            <p14:sldId id="261"/>
            <p14:sldId id="1064"/>
            <p14:sldId id="1086"/>
            <p14:sldId id="1067"/>
            <p14:sldId id="1096"/>
            <p14:sldId id="1092"/>
          </p14:sldIdLst>
        </p14:section>
        <p14:section name="Technology is not neutral" id="{25D1F13F-0223-40AE-AC07-CE38A273A33E}">
          <p14:sldIdLst>
            <p14:sldId id="853"/>
            <p14:sldId id="1066"/>
            <p14:sldId id="959"/>
          </p14:sldIdLst>
        </p14:section>
        <p14:section name="Rogue AI agents" id="{4F2E29A6-CC17-47F8-94E1-AA11AB04A316}">
          <p14:sldIdLst>
            <p14:sldId id="1110"/>
            <p14:sldId id="1115"/>
            <p14:sldId id="1119"/>
            <p14:sldId id="1116"/>
            <p14:sldId id="1123"/>
            <p14:sldId id="1118"/>
          </p14:sldIdLst>
        </p14:section>
        <p14:section name="What can you do?" id="{AFCF9A16-B291-46AC-9BC6-A669282A5374}">
          <p14:sldIdLst>
            <p14:sldId id="849"/>
            <p14:sldId id="882"/>
            <p14:sldId id="863"/>
            <p14:sldId id="1120"/>
            <p14:sldId id="864"/>
            <p14:sldId id="851"/>
          </p14:sldIdLst>
        </p14:section>
        <p14:section name="Extras" id="{FD00629B-113E-468E-9EE4-AF2BD29E611A}">
          <p14:sldIdLst>
            <p14:sldId id="1128"/>
          </p14:sldIdLst>
        </p14:section>
        <p14:section name="Extra: Training on copyright works" id="{F827E103-C671-49C1-80CC-CEA6D6947F16}">
          <p14:sldIdLst>
            <p14:sldId id="1087"/>
            <p14:sldId id="1127"/>
          </p14:sldIdLst>
        </p14:section>
        <p14:section name="References" id="{E39282BA-9059-48F4-9FF4-7A5E0068F89C}">
          <p14:sldIdLst>
            <p14:sldId id="1104"/>
            <p14:sldId id="1106"/>
            <p14:sldId id="1126"/>
            <p14:sldId id="1121"/>
            <p14:sldId id="1100"/>
            <p14:sldId id="1129"/>
            <p14:sldId id="1130"/>
            <p14:sldId id="1131"/>
            <p14:sldId id="1102"/>
          </p14:sldIdLst>
        </p14:section>
      </p14:sectionLst>
    </p:ext>
    <p:ext uri="{EFAFB233-063F-42B5-8137-9DF3F51BA10A}">
      <p15:sldGuideLst xmlns:p15="http://schemas.microsoft.com/office/powerpoint/2012/main">
        <p15:guide id="1" orient="horz" pos="1947">
          <p15:clr>
            <a:srgbClr val="A4A3A4"/>
          </p15:clr>
        </p15:guide>
        <p15:guide id="2" orient="horz" pos="550">
          <p15:clr>
            <a:srgbClr val="A4A3A4"/>
          </p15:clr>
        </p15:guide>
        <p15:guide id="3" orient="horz" pos="1397">
          <p15:clr>
            <a:srgbClr val="A4A3A4"/>
          </p15:clr>
        </p15:guide>
        <p15:guide id="4" orient="horz" pos="4054">
          <p15:clr>
            <a:srgbClr val="A4A3A4"/>
          </p15:clr>
        </p15:guide>
        <p15:guide id="5" orient="horz" pos="3559">
          <p15:clr>
            <a:srgbClr val="A4A3A4"/>
          </p15:clr>
        </p15:guide>
        <p15:guide id="6" orient="horz" pos="4124">
          <p15:clr>
            <a:srgbClr val="A4A3A4"/>
          </p15:clr>
        </p15:guide>
        <p15:guide id="7" orient="horz" pos="1276">
          <p15:clr>
            <a:srgbClr val="A4A3A4"/>
          </p15:clr>
        </p15:guide>
        <p15:guide id="8" orient="horz" pos="2154">
          <p15:clr>
            <a:srgbClr val="A4A3A4"/>
          </p15:clr>
        </p15:guide>
        <p15:guide id="9" pos="3101">
          <p15:clr>
            <a:srgbClr val="A4A3A4"/>
          </p15:clr>
        </p15:guide>
        <p15:guide id="10" pos="241">
          <p15:clr>
            <a:srgbClr val="A4A3A4"/>
          </p15:clr>
        </p15:guide>
        <p15:guide id="11" pos="405">
          <p15:clr>
            <a:srgbClr val="A4A3A4"/>
          </p15:clr>
        </p15:guide>
        <p15:guide id="12" pos="5759">
          <p15:clr>
            <a:srgbClr val="A4A3A4"/>
          </p15:clr>
        </p15:guide>
        <p15:guide id="13" pos="337">
          <p15:clr>
            <a:srgbClr val="A4A3A4"/>
          </p15:clr>
        </p15:guide>
        <p15:guide id="14" pos="2458">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randa Mowbray" initials="MM" lastIdx="2" clrIdx="0">
    <p:extLst>
      <p:ext uri="{19B8F6BF-5375-455C-9EA6-DF929625EA0E}">
        <p15:presenceInfo xmlns:p15="http://schemas.microsoft.com/office/powerpoint/2012/main" userId="Miranda Mowbray"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8BAFE"/>
    <a:srgbClr val="500050"/>
    <a:srgbClr val="007FC5"/>
    <a:srgbClr val="DDD2ED"/>
    <a:srgbClr val="56378B"/>
    <a:srgbClr val="C1E8FE"/>
    <a:srgbClr val="404040"/>
    <a:srgbClr val="7F807F"/>
    <a:srgbClr val="BFBFBF"/>
    <a:srgbClr val="868686"/>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195E52-D9CC-4D88-BC1C-877133438BDE}" v="546" dt="2026-03-09T12:29:44.102"/>
    <p1510:client id="{AD2261AE-57A8-480C-A9C9-BD2263D70D4F}" v="11095" dt="2026-03-08T16:09:29.35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80" autoAdjust="0"/>
    <p:restoredTop sz="86486" autoAdjust="0"/>
  </p:normalViewPr>
  <p:slideViewPr>
    <p:cSldViewPr snapToGrid="0">
      <p:cViewPr varScale="1">
        <p:scale>
          <a:sx n="49" d="100"/>
          <a:sy n="49" d="100"/>
        </p:scale>
        <p:origin x="112" y="40"/>
      </p:cViewPr>
      <p:guideLst>
        <p:guide orient="horz" pos="1947"/>
        <p:guide orient="horz" pos="550"/>
        <p:guide orient="horz" pos="1397"/>
        <p:guide orient="horz" pos="4054"/>
        <p:guide orient="horz" pos="3559"/>
        <p:guide orient="horz" pos="4124"/>
        <p:guide orient="horz" pos="1276"/>
        <p:guide orient="horz" pos="2154"/>
        <p:guide pos="3101"/>
        <p:guide pos="241"/>
        <p:guide pos="405"/>
        <p:guide pos="5759"/>
        <p:guide pos="337"/>
        <p:guide pos="2458"/>
      </p:guideLst>
    </p:cSldViewPr>
  </p:slideViewPr>
  <p:outlineViewPr>
    <p:cViewPr>
      <p:scale>
        <a:sx n="33" d="100"/>
        <a:sy n="33" d="100"/>
      </p:scale>
      <p:origin x="0" y="-16960"/>
    </p:cViewPr>
  </p:outlineViewPr>
  <p:notesTextViewPr>
    <p:cViewPr>
      <p:scale>
        <a:sx n="125" d="100"/>
        <a:sy n="125" d="100"/>
      </p:scale>
      <p:origin x="0" y="0"/>
    </p:cViewPr>
  </p:notesTextViewPr>
  <p:sorterViewPr>
    <p:cViewPr varScale="1">
      <p:scale>
        <a:sx n="1" d="1"/>
        <a:sy n="1" d="1"/>
      </p:scale>
      <p:origin x="0" y="-9436"/>
    </p:cViewPr>
  </p:sorterViewPr>
  <p:notesViewPr>
    <p:cSldViewPr snapToGrid="0">
      <p:cViewPr varScale="1">
        <p:scale>
          <a:sx n="35" d="100"/>
          <a:sy n="35" d="100"/>
        </p:scale>
        <p:origin x="2348" y="3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notesMaster" Target="notesMasters/notesMaster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presProps" Target="presProps.xml"/><Relationship Id="rId47" Type="http://schemas.microsoft.com/office/2015/10/relationships/revisionInfo" Target="revisionInfo.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handoutMaster" Target="handoutMasters/handoutMaster1.xml"/><Relationship Id="rId45"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viewProps" Target="viewProp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microsoft.com/office/2016/11/relationships/changesInfo" Target="changesInfos/changesInfo1.xml"/><Relationship Id="rId20" Type="http://schemas.openxmlformats.org/officeDocument/2006/relationships/slide" Target="slides/slide18.xml"/><Relationship Id="rId41" Type="http://schemas.openxmlformats.org/officeDocument/2006/relationships/commentAuthors" Target="commen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randa Mowbray" userId="3f3d9c4fb96d3fa8" providerId="LiveId" clId="{60265115-8AEF-469C-A1CA-4F654B323B86}"/>
    <pc:docChg chg="custSel addSld delSld modSld sldOrd addSection delSection modSection">
      <pc:chgData name="Miranda Mowbray" userId="3f3d9c4fb96d3fa8" providerId="LiveId" clId="{60265115-8AEF-469C-A1CA-4F654B323B86}" dt="2026-03-09T12:29:44.102" v="33064"/>
      <pc:docMkLst>
        <pc:docMk/>
      </pc:docMkLst>
      <pc:sldChg chg="ord setBg">
        <pc:chgData name="Miranda Mowbray" userId="3f3d9c4fb96d3fa8" providerId="LiveId" clId="{60265115-8AEF-469C-A1CA-4F654B323B86}" dt="2026-03-08T23:03:08.521" v="31352"/>
        <pc:sldMkLst>
          <pc:docMk/>
          <pc:sldMk cId="662256790" sldId="261"/>
        </pc:sldMkLst>
      </pc:sldChg>
      <pc:sldChg chg="modSp mod">
        <pc:chgData name="Miranda Mowbray" userId="3f3d9c4fb96d3fa8" providerId="LiveId" clId="{60265115-8AEF-469C-A1CA-4F654B323B86}" dt="2026-03-05T19:27:09.198" v="14159" actId="20577"/>
        <pc:sldMkLst>
          <pc:docMk/>
          <pc:sldMk cId="2478728897" sldId="510"/>
        </pc:sldMkLst>
        <pc:spChg chg="mod">
          <ac:chgData name="Miranda Mowbray" userId="3f3d9c4fb96d3fa8" providerId="LiveId" clId="{60265115-8AEF-469C-A1CA-4F654B323B86}" dt="2026-03-05T19:27:09.198" v="14159" actId="20577"/>
          <ac:spMkLst>
            <pc:docMk/>
            <pc:sldMk cId="2478728897" sldId="510"/>
            <ac:spMk id="5" creationId="{0393E0C2-7BC6-3321-24C3-7A1C2469DE07}"/>
          </ac:spMkLst>
        </pc:spChg>
        <pc:spChg chg="mod">
          <ac:chgData name="Miranda Mowbray" userId="3f3d9c4fb96d3fa8" providerId="LiveId" clId="{60265115-8AEF-469C-A1CA-4F654B323B86}" dt="2026-02-14T11:17:56.274" v="611" actId="1076"/>
          <ac:spMkLst>
            <pc:docMk/>
            <pc:sldMk cId="2478728897" sldId="510"/>
            <ac:spMk id="9" creationId="{F42FB1E8-9353-C597-9974-BE92AAC5DB0F}"/>
          </ac:spMkLst>
        </pc:spChg>
      </pc:sldChg>
      <pc:sldChg chg="modSp mod modNotesTx">
        <pc:chgData name="Miranda Mowbray" userId="3f3d9c4fb96d3fa8" providerId="LiveId" clId="{60265115-8AEF-469C-A1CA-4F654B323B86}" dt="2026-03-08T00:40:02.443" v="27367" actId="20577"/>
        <pc:sldMkLst>
          <pc:docMk/>
          <pc:sldMk cId="3091901389" sldId="541"/>
        </pc:sldMkLst>
        <pc:spChg chg="mod">
          <ac:chgData name="Miranda Mowbray" userId="3f3d9c4fb96d3fa8" providerId="LiveId" clId="{60265115-8AEF-469C-A1CA-4F654B323B86}" dt="2026-03-08T00:40:02.443" v="27367" actId="20577"/>
          <ac:spMkLst>
            <pc:docMk/>
            <pc:sldMk cId="3091901389" sldId="541"/>
            <ac:spMk id="2" creationId="{9AB7227A-4612-4FE8-91F0-6912F86FE85B}"/>
          </ac:spMkLst>
        </pc:spChg>
      </pc:sldChg>
      <pc:sldChg chg="modSp mod setBg">
        <pc:chgData name="Miranda Mowbray" userId="3f3d9c4fb96d3fa8" providerId="LiveId" clId="{60265115-8AEF-469C-A1CA-4F654B323B86}" dt="2026-02-14T16:39:19.998" v="1526"/>
        <pc:sldMkLst>
          <pc:docMk/>
          <pc:sldMk cId="413740493" sldId="849"/>
        </pc:sldMkLst>
        <pc:spChg chg="mod">
          <ac:chgData name="Miranda Mowbray" userId="3f3d9c4fb96d3fa8" providerId="LiveId" clId="{60265115-8AEF-469C-A1CA-4F654B323B86}" dt="2026-02-14T16:37:05.322" v="1509" actId="207"/>
          <ac:spMkLst>
            <pc:docMk/>
            <pc:sldMk cId="413740493" sldId="849"/>
            <ac:spMk id="7" creationId="{98CBE00A-5B3C-456E-9488-2A34C0878F9E}"/>
          </ac:spMkLst>
        </pc:spChg>
        <pc:spChg chg="mod">
          <ac:chgData name="Miranda Mowbray" userId="3f3d9c4fb96d3fa8" providerId="LiveId" clId="{60265115-8AEF-469C-A1CA-4F654B323B86}" dt="2026-02-14T16:36:54.786" v="1508" actId="207"/>
          <ac:spMkLst>
            <pc:docMk/>
            <pc:sldMk cId="413740493" sldId="849"/>
            <ac:spMk id="13" creationId="{9731E58D-2B0D-44C2-985F-3AE02C2A86FD}"/>
          </ac:spMkLst>
        </pc:spChg>
      </pc:sldChg>
      <pc:sldChg chg="modSp mod ord setBg modAnim modNotesTx">
        <pc:chgData name="Miranda Mowbray" userId="3f3d9c4fb96d3fa8" providerId="LiveId" clId="{60265115-8AEF-469C-A1CA-4F654B323B86}" dt="2026-03-09T10:38:20.466" v="32675"/>
        <pc:sldMkLst>
          <pc:docMk/>
          <pc:sldMk cId="1972317887" sldId="853"/>
        </pc:sldMkLst>
        <pc:spChg chg="mod">
          <ac:chgData name="Miranda Mowbray" userId="3f3d9c4fb96d3fa8" providerId="LiveId" clId="{60265115-8AEF-469C-A1CA-4F654B323B86}" dt="2026-03-08T22:52:31.716" v="31274" actId="14100"/>
          <ac:spMkLst>
            <pc:docMk/>
            <pc:sldMk cId="1972317887" sldId="853"/>
            <ac:spMk id="13" creationId="{9731E58D-2B0D-44C2-985F-3AE02C2A86FD}"/>
          </ac:spMkLst>
        </pc:spChg>
      </pc:sldChg>
      <pc:sldChg chg="del">
        <pc:chgData name="Miranda Mowbray" userId="3f3d9c4fb96d3fa8" providerId="LiveId" clId="{60265115-8AEF-469C-A1CA-4F654B323B86}" dt="2026-03-08T22:43:39.852" v="31049" actId="47"/>
        <pc:sldMkLst>
          <pc:docMk/>
          <pc:sldMk cId="2764987023" sldId="854"/>
        </pc:sldMkLst>
      </pc:sldChg>
      <pc:sldChg chg="del">
        <pc:chgData name="Miranda Mowbray" userId="3f3d9c4fb96d3fa8" providerId="LiveId" clId="{60265115-8AEF-469C-A1CA-4F654B323B86}" dt="2026-03-08T22:43:40.623" v="31050" actId="47"/>
        <pc:sldMkLst>
          <pc:docMk/>
          <pc:sldMk cId="72089422" sldId="855"/>
        </pc:sldMkLst>
      </pc:sldChg>
      <pc:sldChg chg="modNotesTx">
        <pc:chgData name="Miranda Mowbray" userId="3f3d9c4fb96d3fa8" providerId="LiveId" clId="{60265115-8AEF-469C-A1CA-4F654B323B86}" dt="2026-03-03T21:05:03.571" v="8477" actId="20577"/>
        <pc:sldMkLst>
          <pc:docMk/>
          <pc:sldMk cId="702629029" sldId="864"/>
        </pc:sldMkLst>
      </pc:sldChg>
      <pc:sldChg chg="addSp delSp modSp mod ord">
        <pc:chgData name="Miranda Mowbray" userId="3f3d9c4fb96d3fa8" providerId="LiveId" clId="{60265115-8AEF-469C-A1CA-4F654B323B86}" dt="2026-03-08T23:02:49.511" v="31350"/>
        <pc:sldMkLst>
          <pc:docMk/>
          <pc:sldMk cId="163476920" sldId="882"/>
        </pc:sldMkLst>
        <pc:spChg chg="add mod">
          <ac:chgData name="Miranda Mowbray" userId="3f3d9c4fb96d3fa8" providerId="LiveId" clId="{60265115-8AEF-469C-A1CA-4F654B323B86}" dt="2026-03-05T17:05:58.225" v="12262" actId="962"/>
          <ac:spMkLst>
            <pc:docMk/>
            <pc:sldMk cId="163476920" sldId="882"/>
            <ac:spMk id="4" creationId="{80A27329-9897-36E0-BC54-C6872AB23B59}"/>
          </ac:spMkLst>
        </pc:spChg>
        <pc:spChg chg="mod">
          <ac:chgData name="Miranda Mowbray" userId="3f3d9c4fb96d3fa8" providerId="LiveId" clId="{60265115-8AEF-469C-A1CA-4F654B323B86}" dt="2026-03-05T17:16:01.435" v="13217" actId="20577"/>
          <ac:spMkLst>
            <pc:docMk/>
            <pc:sldMk cId="163476920" sldId="882"/>
            <ac:spMk id="7" creationId="{98CBE00A-5B3C-456E-9488-2A34C0878F9E}"/>
          </ac:spMkLst>
        </pc:spChg>
        <pc:spChg chg="ord">
          <ac:chgData name="Miranda Mowbray" userId="3f3d9c4fb96d3fa8" providerId="LiveId" clId="{60265115-8AEF-469C-A1CA-4F654B323B86}" dt="2026-03-05T18:04:02.975" v="14024" actId="13244"/>
          <ac:spMkLst>
            <pc:docMk/>
            <pc:sldMk cId="163476920" sldId="882"/>
            <ac:spMk id="13" creationId="{9731E58D-2B0D-44C2-985F-3AE02C2A86FD}"/>
          </ac:spMkLst>
        </pc:spChg>
      </pc:sldChg>
      <pc:sldChg chg="addSp delSp modSp del mod ord modAnim modNotesTx">
        <pc:chgData name="Miranda Mowbray" userId="3f3d9c4fb96d3fa8" providerId="LiveId" clId="{60265115-8AEF-469C-A1CA-4F654B323B86}" dt="2026-03-08T22:53:51.333" v="31287" actId="47"/>
        <pc:sldMkLst>
          <pc:docMk/>
          <pc:sldMk cId="1550689969" sldId="883"/>
        </pc:sldMkLst>
      </pc:sldChg>
      <pc:sldChg chg="modSp del mod">
        <pc:chgData name="Miranda Mowbray" userId="3f3d9c4fb96d3fa8" providerId="LiveId" clId="{60265115-8AEF-469C-A1CA-4F654B323B86}" dt="2026-03-08T22:43:36.750" v="31048" actId="47"/>
        <pc:sldMkLst>
          <pc:docMk/>
          <pc:sldMk cId="3938975435" sldId="922"/>
        </pc:sldMkLst>
      </pc:sldChg>
      <pc:sldChg chg="del">
        <pc:chgData name="Miranda Mowbray" userId="3f3d9c4fb96d3fa8" providerId="LiveId" clId="{60265115-8AEF-469C-A1CA-4F654B323B86}" dt="2026-03-08T22:43:41.191" v="31051" actId="47"/>
        <pc:sldMkLst>
          <pc:docMk/>
          <pc:sldMk cId="2808964476" sldId="948"/>
        </pc:sldMkLst>
      </pc:sldChg>
      <pc:sldChg chg="modSp mod modNotesTx">
        <pc:chgData name="Miranda Mowbray" userId="3f3d9c4fb96d3fa8" providerId="LiveId" clId="{60265115-8AEF-469C-A1CA-4F654B323B86}" dt="2026-02-14T11:42:13.630" v="755" actId="255"/>
        <pc:sldMkLst>
          <pc:docMk/>
          <pc:sldMk cId="1011094308" sldId="957"/>
        </pc:sldMkLst>
        <pc:spChg chg="mod">
          <ac:chgData name="Miranda Mowbray" userId="3f3d9c4fb96d3fa8" providerId="LiveId" clId="{60265115-8AEF-469C-A1CA-4F654B323B86}" dt="2026-02-14T11:24:42.930" v="639" actId="207"/>
          <ac:spMkLst>
            <pc:docMk/>
            <pc:sldMk cId="1011094308" sldId="957"/>
            <ac:spMk id="14" creationId="{0CBDAE9A-A194-4457-B5CC-046FA5546754}"/>
          </ac:spMkLst>
        </pc:spChg>
      </pc:sldChg>
      <pc:sldChg chg="modSp mod ord modNotesTx">
        <pc:chgData name="Miranda Mowbray" userId="3f3d9c4fb96d3fa8" providerId="LiveId" clId="{60265115-8AEF-469C-A1CA-4F654B323B86}" dt="2026-03-08T23:06:22.738" v="31376"/>
        <pc:sldMkLst>
          <pc:docMk/>
          <pc:sldMk cId="1336396997" sldId="959"/>
        </pc:sldMkLst>
        <pc:spChg chg="mod">
          <ac:chgData name="Miranda Mowbray" userId="3f3d9c4fb96d3fa8" providerId="LiveId" clId="{60265115-8AEF-469C-A1CA-4F654B323B86}" dt="2026-03-07T17:27:49.368" v="23825" actId="20577"/>
          <ac:spMkLst>
            <pc:docMk/>
            <pc:sldMk cId="1336396997" sldId="959"/>
            <ac:spMk id="13" creationId="{9731E58D-2B0D-44C2-985F-3AE02C2A86FD}"/>
          </ac:spMkLst>
        </pc:spChg>
      </pc:sldChg>
      <pc:sldChg chg="modSp del mod">
        <pc:chgData name="Miranda Mowbray" userId="3f3d9c4fb96d3fa8" providerId="LiveId" clId="{60265115-8AEF-469C-A1CA-4F654B323B86}" dt="2026-03-08T22:43:36.750" v="31048" actId="47"/>
        <pc:sldMkLst>
          <pc:docMk/>
          <pc:sldMk cId="2152662359" sldId="985"/>
        </pc:sldMkLst>
      </pc:sldChg>
      <pc:sldChg chg="del ord">
        <pc:chgData name="Miranda Mowbray" userId="3f3d9c4fb96d3fa8" providerId="LiveId" clId="{60265115-8AEF-469C-A1CA-4F654B323B86}" dt="2026-03-08T22:43:51.346" v="31069" actId="47"/>
        <pc:sldMkLst>
          <pc:docMk/>
          <pc:sldMk cId="2676357921" sldId="992"/>
        </pc:sldMkLst>
      </pc:sldChg>
      <pc:sldChg chg="del">
        <pc:chgData name="Miranda Mowbray" userId="3f3d9c4fb96d3fa8" providerId="LiveId" clId="{60265115-8AEF-469C-A1CA-4F654B323B86}" dt="2026-03-08T22:43:42.153" v="31053" actId="47"/>
        <pc:sldMkLst>
          <pc:docMk/>
          <pc:sldMk cId="4140318181" sldId="1014"/>
        </pc:sldMkLst>
      </pc:sldChg>
      <pc:sldChg chg="del ord">
        <pc:chgData name="Miranda Mowbray" userId="3f3d9c4fb96d3fa8" providerId="LiveId" clId="{60265115-8AEF-469C-A1CA-4F654B323B86}" dt="2026-03-08T22:43:53.077" v="31072" actId="47"/>
        <pc:sldMkLst>
          <pc:docMk/>
          <pc:sldMk cId="4073274116" sldId="1015"/>
        </pc:sldMkLst>
      </pc:sldChg>
      <pc:sldChg chg="del">
        <pc:chgData name="Miranda Mowbray" userId="3f3d9c4fb96d3fa8" providerId="LiveId" clId="{60265115-8AEF-469C-A1CA-4F654B323B86}" dt="2026-03-08T22:43:36.750" v="31048" actId="47"/>
        <pc:sldMkLst>
          <pc:docMk/>
          <pc:sldMk cId="2236016020" sldId="1032"/>
        </pc:sldMkLst>
      </pc:sldChg>
      <pc:sldChg chg="modSp mod ord modNotesTx">
        <pc:chgData name="Miranda Mowbray" userId="3f3d9c4fb96d3fa8" providerId="LiveId" clId="{60265115-8AEF-469C-A1CA-4F654B323B86}" dt="2026-03-08T23:03:46.127" v="31354"/>
        <pc:sldMkLst>
          <pc:docMk/>
          <pc:sldMk cId="2481490781" sldId="1064"/>
        </pc:sldMkLst>
        <pc:spChg chg="mod">
          <ac:chgData name="Miranda Mowbray" userId="3f3d9c4fb96d3fa8" providerId="LiveId" clId="{60265115-8AEF-469C-A1CA-4F654B323B86}" dt="2026-03-06T20:09:34.651" v="15789" actId="14100"/>
          <ac:spMkLst>
            <pc:docMk/>
            <pc:sldMk cId="2481490781" sldId="1064"/>
            <ac:spMk id="13" creationId="{57C814D3-6244-DE97-33ED-B3E8777AC57F}"/>
          </ac:spMkLst>
        </pc:spChg>
      </pc:sldChg>
      <pc:sldChg chg="modSp del">
        <pc:chgData name="Miranda Mowbray" userId="3f3d9c4fb96d3fa8" providerId="LiveId" clId="{60265115-8AEF-469C-A1CA-4F654B323B86}" dt="2026-03-08T22:43:44.348" v="31056" actId="47"/>
        <pc:sldMkLst>
          <pc:docMk/>
          <pc:sldMk cId="3680195457" sldId="1065"/>
        </pc:sldMkLst>
      </pc:sldChg>
      <pc:sldChg chg="modSp mod ord modNotesTx">
        <pc:chgData name="Miranda Mowbray" userId="3f3d9c4fb96d3fa8" providerId="LiveId" clId="{60265115-8AEF-469C-A1CA-4F654B323B86}" dt="2026-03-08T23:06:16.132" v="31374"/>
        <pc:sldMkLst>
          <pc:docMk/>
          <pc:sldMk cId="3226604096" sldId="1066"/>
        </pc:sldMkLst>
        <pc:spChg chg="mod">
          <ac:chgData name="Miranda Mowbray" userId="3f3d9c4fb96d3fa8" providerId="LiveId" clId="{60265115-8AEF-469C-A1CA-4F654B323B86}" dt="2026-03-07T17:30:08.206" v="23863" actId="20577"/>
          <ac:spMkLst>
            <pc:docMk/>
            <pc:sldMk cId="3226604096" sldId="1066"/>
            <ac:spMk id="13" creationId="{86CE82A3-F690-70D6-3A06-A4BA68D3E82C}"/>
          </ac:spMkLst>
        </pc:spChg>
      </pc:sldChg>
      <pc:sldChg chg="modSp mod ord">
        <pc:chgData name="Miranda Mowbray" userId="3f3d9c4fb96d3fa8" providerId="LiveId" clId="{60265115-8AEF-469C-A1CA-4F654B323B86}" dt="2026-03-08T23:04:27.344" v="31360"/>
        <pc:sldMkLst>
          <pc:docMk/>
          <pc:sldMk cId="9924546" sldId="1067"/>
        </pc:sldMkLst>
        <pc:spChg chg="mod">
          <ac:chgData name="Miranda Mowbray" userId="3f3d9c4fb96d3fa8" providerId="LiveId" clId="{60265115-8AEF-469C-A1CA-4F654B323B86}" dt="2026-03-08T15:57:59.591" v="30961" actId="20577"/>
          <ac:spMkLst>
            <pc:docMk/>
            <pc:sldMk cId="9924546" sldId="1067"/>
            <ac:spMk id="13" creationId="{BF3701E2-9B22-84EE-2AEA-97F95860FB9D}"/>
          </ac:spMkLst>
        </pc:spChg>
      </pc:sldChg>
      <pc:sldChg chg="del ord">
        <pc:chgData name="Miranda Mowbray" userId="3f3d9c4fb96d3fa8" providerId="LiveId" clId="{60265115-8AEF-469C-A1CA-4F654B323B86}" dt="2026-03-08T22:43:49.091" v="31065" actId="47"/>
        <pc:sldMkLst>
          <pc:docMk/>
          <pc:sldMk cId="2246830824" sldId="1069"/>
        </pc:sldMkLst>
      </pc:sldChg>
      <pc:sldChg chg="modSp del">
        <pc:chgData name="Miranda Mowbray" userId="3f3d9c4fb96d3fa8" providerId="LiveId" clId="{60265115-8AEF-469C-A1CA-4F654B323B86}" dt="2026-03-08T22:43:42.779" v="31054" actId="47"/>
        <pc:sldMkLst>
          <pc:docMk/>
          <pc:sldMk cId="623354094" sldId="1070"/>
        </pc:sldMkLst>
      </pc:sldChg>
      <pc:sldChg chg="modSp del">
        <pc:chgData name="Miranda Mowbray" userId="3f3d9c4fb96d3fa8" providerId="LiveId" clId="{60265115-8AEF-469C-A1CA-4F654B323B86}" dt="2026-03-08T22:43:41.665" v="31052" actId="47"/>
        <pc:sldMkLst>
          <pc:docMk/>
          <pc:sldMk cId="1465205712" sldId="1071"/>
        </pc:sldMkLst>
      </pc:sldChg>
      <pc:sldChg chg="modSp del ord">
        <pc:chgData name="Miranda Mowbray" userId="3f3d9c4fb96d3fa8" providerId="LiveId" clId="{60265115-8AEF-469C-A1CA-4F654B323B86}" dt="2026-03-08T22:43:53.568" v="31073" actId="47"/>
        <pc:sldMkLst>
          <pc:docMk/>
          <pc:sldMk cId="318379784" sldId="1073"/>
        </pc:sldMkLst>
      </pc:sldChg>
      <pc:sldChg chg="del ord">
        <pc:chgData name="Miranda Mowbray" userId="3f3d9c4fb96d3fa8" providerId="LiveId" clId="{60265115-8AEF-469C-A1CA-4F654B323B86}" dt="2026-03-08T22:43:51.918" v="31070" actId="47"/>
        <pc:sldMkLst>
          <pc:docMk/>
          <pc:sldMk cId="2293865433" sldId="1076"/>
        </pc:sldMkLst>
      </pc:sldChg>
      <pc:sldChg chg="del ord">
        <pc:chgData name="Miranda Mowbray" userId="3f3d9c4fb96d3fa8" providerId="LiveId" clId="{60265115-8AEF-469C-A1CA-4F654B323B86}" dt="2026-03-08T22:43:48.563" v="31064" actId="47"/>
        <pc:sldMkLst>
          <pc:docMk/>
          <pc:sldMk cId="794900174" sldId="1078"/>
        </pc:sldMkLst>
      </pc:sldChg>
      <pc:sldChg chg="modSp del mod">
        <pc:chgData name="Miranda Mowbray" userId="3f3d9c4fb96d3fa8" providerId="LiveId" clId="{60265115-8AEF-469C-A1CA-4F654B323B86}" dt="2026-03-08T22:43:45.868" v="31059" actId="47"/>
        <pc:sldMkLst>
          <pc:docMk/>
          <pc:sldMk cId="3910761138" sldId="1079"/>
        </pc:sldMkLst>
      </pc:sldChg>
      <pc:sldChg chg="del ord">
        <pc:chgData name="Miranda Mowbray" userId="3f3d9c4fb96d3fa8" providerId="LiveId" clId="{60265115-8AEF-469C-A1CA-4F654B323B86}" dt="2026-03-08T22:43:50.753" v="31068" actId="47"/>
        <pc:sldMkLst>
          <pc:docMk/>
          <pc:sldMk cId="3931950922" sldId="1080"/>
        </pc:sldMkLst>
      </pc:sldChg>
      <pc:sldChg chg="del ord">
        <pc:chgData name="Miranda Mowbray" userId="3f3d9c4fb96d3fa8" providerId="LiveId" clId="{60265115-8AEF-469C-A1CA-4F654B323B86}" dt="2026-03-08T22:43:49.626" v="31066" actId="47"/>
        <pc:sldMkLst>
          <pc:docMk/>
          <pc:sldMk cId="1987721237" sldId="1082"/>
        </pc:sldMkLst>
      </pc:sldChg>
      <pc:sldChg chg="del ord">
        <pc:chgData name="Miranda Mowbray" userId="3f3d9c4fb96d3fa8" providerId="LiveId" clId="{60265115-8AEF-469C-A1CA-4F654B323B86}" dt="2026-03-08T22:43:50.121" v="31067" actId="47"/>
        <pc:sldMkLst>
          <pc:docMk/>
          <pc:sldMk cId="536268948" sldId="1083"/>
        </pc:sldMkLst>
      </pc:sldChg>
      <pc:sldChg chg="del ord">
        <pc:chgData name="Miranda Mowbray" userId="3f3d9c4fb96d3fa8" providerId="LiveId" clId="{60265115-8AEF-469C-A1CA-4F654B323B86}" dt="2026-03-08T22:43:52.440" v="31071" actId="47"/>
        <pc:sldMkLst>
          <pc:docMk/>
          <pc:sldMk cId="1290209791" sldId="1084"/>
        </pc:sldMkLst>
      </pc:sldChg>
      <pc:sldChg chg="modSp ord modAnim">
        <pc:chgData name="Miranda Mowbray" userId="3f3d9c4fb96d3fa8" providerId="LiveId" clId="{60265115-8AEF-469C-A1CA-4F654B323B86}" dt="2026-03-08T23:04:05.505" v="31358"/>
        <pc:sldMkLst>
          <pc:docMk/>
          <pc:sldMk cId="1803882373" sldId="1086"/>
        </pc:sldMkLst>
        <pc:spChg chg="mod">
          <ac:chgData name="Miranda Mowbray" userId="3f3d9c4fb96d3fa8" providerId="LiveId" clId="{60265115-8AEF-469C-A1CA-4F654B323B86}" dt="2026-03-06T20:10:11.179" v="15790" actId="207"/>
          <ac:spMkLst>
            <pc:docMk/>
            <pc:sldMk cId="1803882373" sldId="1086"/>
            <ac:spMk id="13" creationId="{2081567D-0A00-9FD6-2BA5-4ED08F0AEA61}"/>
          </ac:spMkLst>
        </pc:spChg>
      </pc:sldChg>
      <pc:sldChg chg="modSp mod ord modAnim modNotesTx">
        <pc:chgData name="Miranda Mowbray" userId="3f3d9c4fb96d3fa8" providerId="LiveId" clId="{60265115-8AEF-469C-A1CA-4F654B323B86}" dt="2026-03-09T11:18:28.577" v="32678"/>
        <pc:sldMkLst>
          <pc:docMk/>
          <pc:sldMk cId="3937984431" sldId="1087"/>
        </pc:sldMkLst>
        <pc:spChg chg="mod">
          <ac:chgData name="Miranda Mowbray" userId="3f3d9c4fb96d3fa8" providerId="LiveId" clId="{60265115-8AEF-469C-A1CA-4F654B323B86}" dt="2026-03-07T13:25:06.256" v="17857" actId="114"/>
          <ac:spMkLst>
            <pc:docMk/>
            <pc:sldMk cId="3937984431" sldId="1087"/>
            <ac:spMk id="7" creationId="{11966F8C-C36A-6EA5-8E14-FB7BC0B5DF6E}"/>
          </ac:spMkLst>
        </pc:spChg>
        <pc:spChg chg="mod">
          <ac:chgData name="Miranda Mowbray" userId="3f3d9c4fb96d3fa8" providerId="LiveId" clId="{60265115-8AEF-469C-A1CA-4F654B323B86}" dt="2026-03-08T01:16:07.650" v="28793" actId="20577"/>
          <ac:spMkLst>
            <pc:docMk/>
            <pc:sldMk cId="3937984431" sldId="1087"/>
            <ac:spMk id="13" creationId="{B095C552-D62B-F17F-7115-080CF5518DBB}"/>
          </ac:spMkLst>
        </pc:spChg>
      </pc:sldChg>
      <pc:sldChg chg="del">
        <pc:chgData name="Miranda Mowbray" userId="3f3d9c4fb96d3fa8" providerId="LiveId" clId="{60265115-8AEF-469C-A1CA-4F654B323B86}" dt="2026-03-08T22:43:46.448" v="31060" actId="47"/>
        <pc:sldMkLst>
          <pc:docMk/>
          <pc:sldMk cId="3805344236" sldId="1091"/>
        </pc:sldMkLst>
      </pc:sldChg>
      <pc:sldChg chg="modSp mod ord modAnim modNotesTx">
        <pc:chgData name="Miranda Mowbray" userId="3f3d9c4fb96d3fa8" providerId="LiveId" clId="{60265115-8AEF-469C-A1CA-4F654B323B86}" dt="2026-03-09T11:30:45.677" v="32856" actId="20577"/>
        <pc:sldMkLst>
          <pc:docMk/>
          <pc:sldMk cId="3764222848" sldId="1092"/>
        </pc:sldMkLst>
        <pc:spChg chg="mod">
          <ac:chgData name="Miranda Mowbray" userId="3f3d9c4fb96d3fa8" providerId="LiveId" clId="{60265115-8AEF-469C-A1CA-4F654B323B86}" dt="2026-03-09T11:30:45.677" v="32856" actId="20577"/>
          <ac:spMkLst>
            <pc:docMk/>
            <pc:sldMk cId="3764222848" sldId="1092"/>
            <ac:spMk id="7" creationId="{C07ABAE9-372B-9100-B46F-751A213D5021}"/>
          </ac:spMkLst>
        </pc:spChg>
        <pc:spChg chg="mod">
          <ac:chgData name="Miranda Mowbray" userId="3f3d9c4fb96d3fa8" providerId="LiveId" clId="{60265115-8AEF-469C-A1CA-4F654B323B86}" dt="2026-03-08T16:09:49.073" v="31013" actId="1076"/>
          <ac:spMkLst>
            <pc:docMk/>
            <pc:sldMk cId="3764222848" sldId="1092"/>
            <ac:spMk id="13" creationId="{B768AB35-A5B1-C86E-C35D-0A03BF9CCFDE}"/>
          </ac:spMkLst>
        </pc:spChg>
      </pc:sldChg>
      <pc:sldChg chg="modSp del mod">
        <pc:chgData name="Miranda Mowbray" userId="3f3d9c4fb96d3fa8" providerId="LiveId" clId="{60265115-8AEF-469C-A1CA-4F654B323B86}" dt="2026-03-08T22:43:44.917" v="31057" actId="47"/>
        <pc:sldMkLst>
          <pc:docMk/>
          <pc:sldMk cId="1143817058" sldId="1093"/>
        </pc:sldMkLst>
      </pc:sldChg>
      <pc:sldChg chg="del">
        <pc:chgData name="Miranda Mowbray" userId="3f3d9c4fb96d3fa8" providerId="LiveId" clId="{60265115-8AEF-469C-A1CA-4F654B323B86}" dt="2026-03-08T22:43:46.909" v="31061" actId="47"/>
        <pc:sldMkLst>
          <pc:docMk/>
          <pc:sldMk cId="2202447620" sldId="1094"/>
        </pc:sldMkLst>
      </pc:sldChg>
      <pc:sldChg chg="modSp mod ord">
        <pc:chgData name="Miranda Mowbray" userId="3f3d9c4fb96d3fa8" providerId="LiveId" clId="{60265115-8AEF-469C-A1CA-4F654B323B86}" dt="2026-03-08T23:04:37.844" v="31362"/>
        <pc:sldMkLst>
          <pc:docMk/>
          <pc:sldMk cId="1323307484" sldId="1096"/>
        </pc:sldMkLst>
        <pc:spChg chg="mod">
          <ac:chgData name="Miranda Mowbray" userId="3f3d9c4fb96d3fa8" providerId="LiveId" clId="{60265115-8AEF-469C-A1CA-4F654B323B86}" dt="2026-03-07T13:20:57.593" v="17596" actId="207"/>
          <ac:spMkLst>
            <pc:docMk/>
            <pc:sldMk cId="1323307484" sldId="1096"/>
            <ac:spMk id="13" creationId="{13AF97BC-61C0-8129-4169-8E24885DA750}"/>
          </ac:spMkLst>
        </pc:spChg>
      </pc:sldChg>
      <pc:sldChg chg="del ord modNotesTx">
        <pc:chgData name="Miranda Mowbray" userId="3f3d9c4fb96d3fa8" providerId="LiveId" clId="{60265115-8AEF-469C-A1CA-4F654B323B86}" dt="2026-03-08T22:43:43.341" v="31055" actId="47"/>
        <pc:sldMkLst>
          <pc:docMk/>
          <pc:sldMk cId="1993160865" sldId="1097"/>
        </pc:sldMkLst>
      </pc:sldChg>
      <pc:sldChg chg="modSp del mod ord">
        <pc:chgData name="Miranda Mowbray" userId="3f3d9c4fb96d3fa8" providerId="LiveId" clId="{60265115-8AEF-469C-A1CA-4F654B323B86}" dt="2026-03-08T22:43:57.714" v="31077" actId="47"/>
        <pc:sldMkLst>
          <pc:docMk/>
          <pc:sldMk cId="93591908" sldId="1098"/>
        </pc:sldMkLst>
      </pc:sldChg>
      <pc:sldChg chg="modSp del mod ord">
        <pc:chgData name="Miranda Mowbray" userId="3f3d9c4fb96d3fa8" providerId="LiveId" clId="{60265115-8AEF-469C-A1CA-4F654B323B86}" dt="2026-03-08T22:43:36.750" v="31048" actId="47"/>
        <pc:sldMkLst>
          <pc:docMk/>
          <pc:sldMk cId="1791284405" sldId="1099"/>
        </pc:sldMkLst>
      </pc:sldChg>
      <pc:sldChg chg="modSp add del mod ord setBg">
        <pc:chgData name="Miranda Mowbray" userId="3f3d9c4fb96d3fa8" providerId="LiveId" clId="{60265115-8AEF-469C-A1CA-4F654B323B86}" dt="2026-03-09T12:27:42.766" v="33056"/>
        <pc:sldMkLst>
          <pc:docMk/>
          <pc:sldMk cId="3887893403" sldId="1100"/>
        </pc:sldMkLst>
        <pc:spChg chg="mod">
          <ac:chgData name="Miranda Mowbray" userId="3f3d9c4fb96d3fa8" providerId="LiveId" clId="{60265115-8AEF-469C-A1CA-4F654B323B86}" dt="2026-03-08T02:01:32.422" v="30838" actId="20577"/>
          <ac:spMkLst>
            <pc:docMk/>
            <pc:sldMk cId="3887893403" sldId="1100"/>
            <ac:spMk id="13" creationId="{3C2DFDC7-C69E-4201-63EB-A744E0651FA2}"/>
          </ac:spMkLst>
        </pc:spChg>
      </pc:sldChg>
      <pc:sldChg chg="modSp del mod">
        <pc:chgData name="Miranda Mowbray" userId="3f3d9c4fb96d3fa8" providerId="LiveId" clId="{60265115-8AEF-469C-A1CA-4F654B323B86}" dt="2026-03-08T22:43:36.750" v="31048" actId="47"/>
        <pc:sldMkLst>
          <pc:docMk/>
          <pc:sldMk cId="2145575880" sldId="1101"/>
        </pc:sldMkLst>
        <pc:spChg chg="mod">
          <ac:chgData name="Miranda Mowbray" userId="3f3d9c4fb96d3fa8" providerId="LiveId" clId="{60265115-8AEF-469C-A1CA-4F654B323B86}" dt="2026-03-08T00:15:17.979" v="26758" actId="20577"/>
          <ac:spMkLst>
            <pc:docMk/>
            <pc:sldMk cId="2145575880" sldId="1101"/>
            <ac:spMk id="7" creationId="{592681FA-0AAC-0E0A-6EB9-BE0B3EDA28D4}"/>
          </ac:spMkLst>
        </pc:spChg>
      </pc:sldChg>
      <pc:sldChg chg="modSp add del mod ord setBg">
        <pc:chgData name="Miranda Mowbray" userId="3f3d9c4fb96d3fa8" providerId="LiveId" clId="{60265115-8AEF-469C-A1CA-4F654B323B86}" dt="2026-03-09T12:29:44.102" v="33064"/>
        <pc:sldMkLst>
          <pc:docMk/>
          <pc:sldMk cId="386950572" sldId="1102"/>
        </pc:sldMkLst>
        <pc:spChg chg="mod">
          <ac:chgData name="Miranda Mowbray" userId="3f3d9c4fb96d3fa8" providerId="LiveId" clId="{60265115-8AEF-469C-A1CA-4F654B323B86}" dt="2026-03-08T00:16:24.407" v="26767" actId="20577"/>
          <ac:spMkLst>
            <pc:docMk/>
            <pc:sldMk cId="386950572" sldId="1102"/>
            <ac:spMk id="7" creationId="{B0DCFD6A-6DF3-3212-A8B2-64D3D3FAFB02}"/>
          </ac:spMkLst>
        </pc:spChg>
        <pc:spChg chg="mod">
          <ac:chgData name="Miranda Mowbray" userId="3f3d9c4fb96d3fa8" providerId="LiveId" clId="{60265115-8AEF-469C-A1CA-4F654B323B86}" dt="2026-03-08T00:26:35.387" v="26839" actId="207"/>
          <ac:spMkLst>
            <pc:docMk/>
            <pc:sldMk cId="386950572" sldId="1102"/>
            <ac:spMk id="13" creationId="{D93F1DFD-3884-FBC4-7525-EAB2AC435305}"/>
          </ac:spMkLst>
        </pc:spChg>
      </pc:sldChg>
      <pc:sldChg chg="del">
        <pc:chgData name="Miranda Mowbray" userId="3f3d9c4fb96d3fa8" providerId="LiveId" clId="{60265115-8AEF-469C-A1CA-4F654B323B86}" dt="2026-03-08T22:43:45.372" v="31058" actId="47"/>
        <pc:sldMkLst>
          <pc:docMk/>
          <pc:sldMk cId="987364479" sldId="1103"/>
        </pc:sldMkLst>
      </pc:sldChg>
      <pc:sldChg chg="modSp add del mod setBg">
        <pc:chgData name="Miranda Mowbray" userId="3f3d9c4fb96d3fa8" providerId="LiveId" clId="{60265115-8AEF-469C-A1CA-4F654B323B86}" dt="2026-03-09T12:23:36.755" v="33039"/>
        <pc:sldMkLst>
          <pc:docMk/>
          <pc:sldMk cId="4279979423" sldId="1104"/>
        </pc:sldMkLst>
      </pc:sldChg>
      <pc:sldChg chg="modSp add del mod setBg modNotesTx">
        <pc:chgData name="Miranda Mowbray" userId="3f3d9c4fb96d3fa8" providerId="LiveId" clId="{60265115-8AEF-469C-A1CA-4F654B323B86}" dt="2026-03-09T12:25:09.860" v="33045"/>
        <pc:sldMkLst>
          <pc:docMk/>
          <pc:sldMk cId="3863937273" sldId="1106"/>
        </pc:sldMkLst>
        <pc:spChg chg="mod">
          <ac:chgData name="Miranda Mowbray" userId="3f3d9c4fb96d3fa8" providerId="LiveId" clId="{60265115-8AEF-469C-A1CA-4F654B323B86}" dt="2026-03-08T02:07:28.306" v="30872" actId="20577"/>
          <ac:spMkLst>
            <pc:docMk/>
            <pc:sldMk cId="3863937273" sldId="1106"/>
            <ac:spMk id="13" creationId="{9852604C-B264-C29C-1F0C-15620F17CBC1}"/>
          </ac:spMkLst>
        </pc:spChg>
      </pc:sldChg>
      <pc:sldChg chg="modSp del mod">
        <pc:chgData name="Miranda Mowbray" userId="3f3d9c4fb96d3fa8" providerId="LiveId" clId="{60265115-8AEF-469C-A1CA-4F654B323B86}" dt="2026-03-08T22:43:48.012" v="31063" actId="47"/>
        <pc:sldMkLst>
          <pc:docMk/>
          <pc:sldMk cId="3287483396" sldId="1107"/>
        </pc:sldMkLst>
      </pc:sldChg>
      <pc:sldChg chg="modSp del mod">
        <pc:chgData name="Miranda Mowbray" userId="3f3d9c4fb96d3fa8" providerId="LiveId" clId="{60265115-8AEF-469C-A1CA-4F654B323B86}" dt="2026-03-08T22:43:47.490" v="31062" actId="47"/>
        <pc:sldMkLst>
          <pc:docMk/>
          <pc:sldMk cId="222836374" sldId="1108"/>
        </pc:sldMkLst>
      </pc:sldChg>
      <pc:sldChg chg="modSp del mod">
        <pc:chgData name="Miranda Mowbray" userId="3f3d9c4fb96d3fa8" providerId="LiveId" clId="{60265115-8AEF-469C-A1CA-4F654B323B86}" dt="2026-03-08T22:43:59.424" v="31080" actId="47"/>
        <pc:sldMkLst>
          <pc:docMk/>
          <pc:sldMk cId="4057941943" sldId="1109"/>
        </pc:sldMkLst>
      </pc:sldChg>
      <pc:sldChg chg="addSp delSp modSp add mod ord setBg modNotesTx">
        <pc:chgData name="Miranda Mowbray" userId="3f3d9c4fb96d3fa8" providerId="LiveId" clId="{60265115-8AEF-469C-A1CA-4F654B323B86}" dt="2026-03-09T10:49:44.828" v="32676" actId="20577"/>
        <pc:sldMkLst>
          <pc:docMk/>
          <pc:sldMk cId="2131062212" sldId="1110"/>
        </pc:sldMkLst>
        <pc:spChg chg="add mod">
          <ac:chgData name="Miranda Mowbray" userId="3f3d9c4fb96d3fa8" providerId="LiveId" clId="{60265115-8AEF-469C-A1CA-4F654B323B86}" dt="2026-03-09T10:49:44.828" v="32676" actId="20577"/>
          <ac:spMkLst>
            <pc:docMk/>
            <pc:sldMk cId="2131062212" sldId="1110"/>
            <ac:spMk id="3" creationId="{0DD95C5C-5C3E-4E7A-EA79-EF67BD63C47C}"/>
          </ac:spMkLst>
        </pc:spChg>
        <pc:spChg chg="mod">
          <ac:chgData name="Miranda Mowbray" userId="3f3d9c4fb96d3fa8" providerId="LiveId" clId="{60265115-8AEF-469C-A1CA-4F654B323B86}" dt="2026-02-14T16:37:57.470" v="1513" actId="207"/>
          <ac:spMkLst>
            <pc:docMk/>
            <pc:sldMk cId="2131062212" sldId="1110"/>
            <ac:spMk id="7" creationId="{18F22569-F9F8-213B-E362-FC58EB0C3424}"/>
          </ac:spMkLst>
        </pc:spChg>
        <pc:spChg chg="mod">
          <ac:chgData name="Miranda Mowbray" userId="3f3d9c4fb96d3fa8" providerId="LiveId" clId="{60265115-8AEF-469C-A1CA-4F654B323B86}" dt="2026-03-06T19:28:44.190" v="14954" actId="20577"/>
          <ac:spMkLst>
            <pc:docMk/>
            <pc:sldMk cId="2131062212" sldId="1110"/>
            <ac:spMk id="13" creationId="{A422A5A6-2016-76D6-DEA2-FA3CC9457B0C}"/>
          </ac:spMkLst>
        </pc:spChg>
        <pc:picChg chg="add del mod">
          <ac:chgData name="Miranda Mowbray" userId="3f3d9c4fb96d3fa8" providerId="LiveId" clId="{60265115-8AEF-469C-A1CA-4F654B323B86}" dt="2026-03-09T09:16:58.786" v="31393" actId="478"/>
          <ac:picMkLst>
            <pc:docMk/>
            <pc:sldMk cId="2131062212" sldId="1110"/>
            <ac:picMk id="2" creationId="{388610D5-B886-0B8D-25CB-E329B2E84298}"/>
          </ac:picMkLst>
        </pc:picChg>
        <pc:picChg chg="add mod">
          <ac:chgData name="Miranda Mowbray" userId="3f3d9c4fb96d3fa8" providerId="LiveId" clId="{60265115-8AEF-469C-A1CA-4F654B323B86}" dt="2026-03-09T09:26:56.128" v="31447" actId="1076"/>
          <ac:picMkLst>
            <pc:docMk/>
            <pc:sldMk cId="2131062212" sldId="1110"/>
            <ac:picMk id="5" creationId="{DBCAD648-56DF-65C6-175D-47144C6AF15D}"/>
          </ac:picMkLst>
        </pc:picChg>
      </pc:sldChg>
      <pc:sldChg chg="modSp add del mod ord modAnim modNotesTx">
        <pc:chgData name="Miranda Mowbray" userId="3f3d9c4fb96d3fa8" providerId="LiveId" clId="{60265115-8AEF-469C-A1CA-4F654B323B86}" dt="2026-03-08T22:43:58.814" v="31079" actId="47"/>
        <pc:sldMkLst>
          <pc:docMk/>
          <pc:sldMk cId="481545907" sldId="1111"/>
        </pc:sldMkLst>
        <pc:spChg chg="mod">
          <ac:chgData name="Miranda Mowbray" userId="3f3d9c4fb96d3fa8" providerId="LiveId" clId="{60265115-8AEF-469C-A1CA-4F654B323B86}" dt="2026-03-08T15:51:21.527" v="30879" actId="255"/>
          <ac:spMkLst>
            <pc:docMk/>
            <pc:sldMk cId="481545907" sldId="1111"/>
            <ac:spMk id="13" creationId="{22655A10-A60D-0A35-0444-47A310E9E275}"/>
          </ac:spMkLst>
        </pc:spChg>
      </pc:sldChg>
      <pc:sldChg chg="addSp delSp modSp add del mod ord setBg modNotesTx">
        <pc:chgData name="Miranda Mowbray" userId="3f3d9c4fb96d3fa8" providerId="LiveId" clId="{60265115-8AEF-469C-A1CA-4F654B323B86}" dt="2026-03-08T22:43:56.103" v="31076" actId="47"/>
        <pc:sldMkLst>
          <pc:docMk/>
          <pc:sldMk cId="3579420617" sldId="1113"/>
        </pc:sldMkLst>
      </pc:sldChg>
      <pc:sldChg chg="addSp delSp modSp add del mod ord">
        <pc:chgData name="Miranda Mowbray" userId="3f3d9c4fb96d3fa8" providerId="LiveId" clId="{60265115-8AEF-469C-A1CA-4F654B323B86}" dt="2026-03-08T22:43:54.223" v="31074" actId="47"/>
        <pc:sldMkLst>
          <pc:docMk/>
          <pc:sldMk cId="2450034543" sldId="1114"/>
        </pc:sldMkLst>
      </pc:sldChg>
      <pc:sldChg chg="addSp delSp modSp add mod ord modAnim modNotesTx">
        <pc:chgData name="Miranda Mowbray" userId="3f3d9c4fb96d3fa8" providerId="LiveId" clId="{60265115-8AEF-469C-A1CA-4F654B323B86}" dt="2026-03-08T23:07:38.889" v="31382"/>
        <pc:sldMkLst>
          <pc:docMk/>
          <pc:sldMk cId="2126719707" sldId="1115"/>
        </pc:sldMkLst>
        <pc:spChg chg="add mod">
          <ac:chgData name="Miranda Mowbray" userId="3f3d9c4fb96d3fa8" providerId="LiveId" clId="{60265115-8AEF-469C-A1CA-4F654B323B86}" dt="2026-03-08T00:59:20.781" v="27992" actId="207"/>
          <ac:spMkLst>
            <pc:docMk/>
            <pc:sldMk cId="2126719707" sldId="1115"/>
            <ac:spMk id="3" creationId="{959BA780-3DAB-0751-7086-A61910406BEB}"/>
          </ac:spMkLst>
        </pc:spChg>
        <pc:spChg chg="mod">
          <ac:chgData name="Miranda Mowbray" userId="3f3d9c4fb96d3fa8" providerId="LiveId" clId="{60265115-8AEF-469C-A1CA-4F654B323B86}" dt="2026-03-07T23:38:51.027" v="24880" actId="20577"/>
          <ac:spMkLst>
            <pc:docMk/>
            <pc:sldMk cId="2126719707" sldId="1115"/>
            <ac:spMk id="7" creationId="{CF7485AD-025C-631E-4A9B-FD925BD4E81F}"/>
          </ac:spMkLst>
        </pc:spChg>
      </pc:sldChg>
      <pc:sldChg chg="addSp delSp modSp add mod ord modNotesTx">
        <pc:chgData name="Miranda Mowbray" userId="3f3d9c4fb96d3fa8" providerId="LiveId" clId="{60265115-8AEF-469C-A1CA-4F654B323B86}" dt="2026-03-08T23:08:09.279" v="31386"/>
        <pc:sldMkLst>
          <pc:docMk/>
          <pc:sldMk cId="496006611" sldId="1116"/>
        </pc:sldMkLst>
        <pc:spChg chg="add mod ord">
          <ac:chgData name="Miranda Mowbray" userId="3f3d9c4fb96d3fa8" providerId="LiveId" clId="{60265115-8AEF-469C-A1CA-4F654B323B86}" dt="2026-03-07T23:38:21.382" v="24842" actId="20577"/>
          <ac:spMkLst>
            <pc:docMk/>
            <pc:sldMk cId="496006611" sldId="1116"/>
            <ac:spMk id="2" creationId="{65FF29EE-B600-A849-485F-443596385CDC}"/>
          </ac:spMkLst>
        </pc:spChg>
        <pc:spChg chg="add mod">
          <ac:chgData name="Miranda Mowbray" userId="3f3d9c4fb96d3fa8" providerId="LiveId" clId="{60265115-8AEF-469C-A1CA-4F654B323B86}" dt="2026-03-08T00:10:00.485" v="26641" actId="20577"/>
          <ac:spMkLst>
            <pc:docMk/>
            <pc:sldMk cId="496006611" sldId="1116"/>
            <ac:spMk id="4" creationId="{0AA56729-F25B-2DA9-33F6-074209EE6761}"/>
          </ac:spMkLst>
        </pc:spChg>
        <pc:spChg chg="mod">
          <ac:chgData name="Miranda Mowbray" userId="3f3d9c4fb96d3fa8" providerId="LiveId" clId="{60265115-8AEF-469C-A1CA-4F654B323B86}" dt="2026-03-05T17:28:16.326" v="13485" actId="20577"/>
          <ac:spMkLst>
            <pc:docMk/>
            <pc:sldMk cId="496006611" sldId="1116"/>
            <ac:spMk id="7" creationId="{3E40B4A6-F047-30EB-1255-8235A7748E32}"/>
          </ac:spMkLst>
        </pc:spChg>
        <pc:spChg chg="mod">
          <ac:chgData name="Miranda Mowbray" userId="3f3d9c4fb96d3fa8" providerId="LiveId" clId="{60265115-8AEF-469C-A1CA-4F654B323B86}" dt="2026-03-05T17:19:13.838" v="13249" actId="13244"/>
          <ac:spMkLst>
            <pc:docMk/>
            <pc:sldMk cId="496006611" sldId="1116"/>
            <ac:spMk id="10" creationId="{5CBA5B6B-8D26-AEFF-B549-13CBB318F1E2}"/>
          </ac:spMkLst>
        </pc:spChg>
        <pc:picChg chg="add mod ord">
          <ac:chgData name="Miranda Mowbray" userId="3f3d9c4fb96d3fa8" providerId="LiveId" clId="{60265115-8AEF-469C-A1CA-4F654B323B86}" dt="2026-03-07T18:05:25.712" v="24803" actId="1076"/>
          <ac:picMkLst>
            <pc:docMk/>
            <pc:sldMk cId="496006611" sldId="1116"/>
            <ac:picMk id="12" creationId="{19F851D6-6066-5FC6-E8DB-2490FB352834}"/>
          </ac:picMkLst>
        </pc:picChg>
        <pc:picChg chg="add mod">
          <ac:chgData name="Miranda Mowbray" userId="3f3d9c4fb96d3fa8" providerId="LiveId" clId="{60265115-8AEF-469C-A1CA-4F654B323B86}" dt="2026-03-07T18:05:22.925" v="24802" actId="1076"/>
          <ac:picMkLst>
            <pc:docMk/>
            <pc:sldMk cId="496006611" sldId="1116"/>
            <ac:picMk id="13" creationId="{5077924B-0CE2-D841-8467-813FB34AD6DF}"/>
          </ac:picMkLst>
        </pc:picChg>
      </pc:sldChg>
      <pc:sldChg chg="delSp modSp add mod ord modAnim modNotesTx">
        <pc:chgData name="Miranda Mowbray" userId="3f3d9c4fb96d3fa8" providerId="LiveId" clId="{60265115-8AEF-469C-A1CA-4F654B323B86}" dt="2026-03-09T12:11:04.008" v="33034" actId="20577"/>
        <pc:sldMkLst>
          <pc:docMk/>
          <pc:sldMk cId="4246782473" sldId="1118"/>
        </pc:sldMkLst>
        <pc:spChg chg="mod">
          <ac:chgData name="Miranda Mowbray" userId="3f3d9c4fb96d3fa8" providerId="LiveId" clId="{60265115-8AEF-469C-A1CA-4F654B323B86}" dt="2026-03-09T12:11:04.008" v="33034" actId="20577"/>
          <ac:spMkLst>
            <pc:docMk/>
            <pc:sldMk cId="4246782473" sldId="1118"/>
            <ac:spMk id="3" creationId="{6B0749AF-9723-9BF6-DB30-554787B9AE51}"/>
          </ac:spMkLst>
        </pc:spChg>
        <pc:spChg chg="mod">
          <ac:chgData name="Miranda Mowbray" userId="3f3d9c4fb96d3fa8" providerId="LiveId" clId="{60265115-8AEF-469C-A1CA-4F654B323B86}" dt="2026-03-03T20:06:31.353" v="7117" actId="20577"/>
          <ac:spMkLst>
            <pc:docMk/>
            <pc:sldMk cId="4246782473" sldId="1118"/>
            <ac:spMk id="7" creationId="{552C2786-395F-C75C-D8A5-D65D281A585E}"/>
          </ac:spMkLst>
        </pc:spChg>
      </pc:sldChg>
      <pc:sldChg chg="addSp delSp modSp add mod ord modNotesTx">
        <pc:chgData name="Miranda Mowbray" userId="3f3d9c4fb96d3fa8" providerId="LiveId" clId="{60265115-8AEF-469C-A1CA-4F654B323B86}" dt="2026-03-08T23:07:59.655" v="31384"/>
        <pc:sldMkLst>
          <pc:docMk/>
          <pc:sldMk cId="1202679643" sldId="1119"/>
        </pc:sldMkLst>
        <pc:spChg chg="add mod">
          <ac:chgData name="Miranda Mowbray" userId="3f3d9c4fb96d3fa8" providerId="LiveId" clId="{60265115-8AEF-469C-A1CA-4F654B323B86}" dt="2026-03-05T17:05:58.241" v="12264" actId="962"/>
          <ac:spMkLst>
            <pc:docMk/>
            <pc:sldMk cId="1202679643" sldId="1119"/>
            <ac:spMk id="3" creationId="{FDD3BC76-9DC3-5B47-154B-25040EBB6BAF}"/>
          </ac:spMkLst>
        </pc:spChg>
        <pc:spChg chg="mod">
          <ac:chgData name="Miranda Mowbray" userId="3f3d9c4fb96d3fa8" providerId="LiveId" clId="{60265115-8AEF-469C-A1CA-4F654B323B86}" dt="2026-03-06T20:07:17.946" v="15777" actId="207"/>
          <ac:spMkLst>
            <pc:docMk/>
            <pc:sldMk cId="1202679643" sldId="1119"/>
            <ac:spMk id="4" creationId="{1BF61170-7AE3-E05E-7F2B-A599A5CFAFD2}"/>
          </ac:spMkLst>
        </pc:spChg>
        <pc:spChg chg="mod">
          <ac:chgData name="Miranda Mowbray" userId="3f3d9c4fb96d3fa8" providerId="LiveId" clId="{60265115-8AEF-469C-A1CA-4F654B323B86}" dt="2026-03-03T20:54:09.501" v="8451" actId="20577"/>
          <ac:spMkLst>
            <pc:docMk/>
            <pc:sldMk cId="1202679643" sldId="1119"/>
            <ac:spMk id="7" creationId="{5D5E66A3-4BDB-6F92-07AD-067936104BE7}"/>
          </ac:spMkLst>
        </pc:spChg>
        <pc:picChg chg="add mod">
          <ac:chgData name="Miranda Mowbray" userId="3f3d9c4fb96d3fa8" providerId="LiveId" clId="{60265115-8AEF-469C-A1CA-4F654B323B86}" dt="2026-03-05T17:08:38.411" v="13194" actId="962"/>
          <ac:picMkLst>
            <pc:docMk/>
            <pc:sldMk cId="1202679643" sldId="1119"/>
            <ac:picMk id="5" creationId="{AD4A36DD-A82C-2DD7-D7EB-8310B4B003FF}"/>
          </ac:picMkLst>
        </pc:picChg>
        <pc:picChg chg="mod">
          <ac:chgData name="Miranda Mowbray" userId="3f3d9c4fb96d3fa8" providerId="LiveId" clId="{60265115-8AEF-469C-A1CA-4F654B323B86}" dt="2026-03-05T17:09:17.990" v="13196" actId="962"/>
          <ac:picMkLst>
            <pc:docMk/>
            <pc:sldMk cId="1202679643" sldId="1119"/>
            <ac:picMk id="6" creationId="{7C9E43B4-79F5-736C-04B4-09FB5FDF3B2B}"/>
          </ac:picMkLst>
        </pc:picChg>
      </pc:sldChg>
      <pc:sldChg chg="addSp modSp add mod modNotesTx">
        <pc:chgData name="Miranda Mowbray" userId="3f3d9c4fb96d3fa8" providerId="LiveId" clId="{60265115-8AEF-469C-A1CA-4F654B323B86}" dt="2026-03-08T22:53:34.807" v="31286" actId="20577"/>
        <pc:sldMkLst>
          <pc:docMk/>
          <pc:sldMk cId="2794255856" sldId="1120"/>
        </pc:sldMkLst>
        <pc:spChg chg="mod">
          <ac:chgData name="Miranda Mowbray" userId="3f3d9c4fb96d3fa8" providerId="LiveId" clId="{60265115-8AEF-469C-A1CA-4F654B323B86}" dt="2026-03-08T22:53:23.882" v="31283" actId="20577"/>
          <ac:spMkLst>
            <pc:docMk/>
            <pc:sldMk cId="2794255856" sldId="1120"/>
            <ac:spMk id="5" creationId="{CE881009-9CCA-0C46-E5A0-A00F5831F16A}"/>
          </ac:spMkLst>
        </pc:spChg>
        <pc:spChg chg="mod">
          <ac:chgData name="Miranda Mowbray" userId="3f3d9c4fb96d3fa8" providerId="LiveId" clId="{60265115-8AEF-469C-A1CA-4F654B323B86}" dt="2026-03-08T22:53:34.807" v="31286" actId="20577"/>
          <ac:spMkLst>
            <pc:docMk/>
            <pc:sldMk cId="2794255856" sldId="1120"/>
            <ac:spMk id="7" creationId="{AAD1A2D2-24BA-B49C-4448-2A66BC2EEA3D}"/>
          </ac:spMkLst>
        </pc:spChg>
        <pc:picChg chg="add mod">
          <ac:chgData name="Miranda Mowbray" userId="3f3d9c4fb96d3fa8" providerId="LiveId" clId="{60265115-8AEF-469C-A1CA-4F654B323B86}" dt="2026-03-05T17:09:26.257" v="13198" actId="962"/>
          <ac:picMkLst>
            <pc:docMk/>
            <pc:sldMk cId="2794255856" sldId="1120"/>
            <ac:picMk id="3" creationId="{12A64E4F-5B08-DBE3-1C22-FFC65E3422F2}"/>
          </ac:picMkLst>
        </pc:picChg>
        <pc:picChg chg="mod">
          <ac:chgData name="Miranda Mowbray" userId="3f3d9c4fb96d3fa8" providerId="LiveId" clId="{60265115-8AEF-469C-A1CA-4F654B323B86}" dt="2026-03-03T21:16:42.525" v="10010" actId="1076"/>
          <ac:picMkLst>
            <pc:docMk/>
            <pc:sldMk cId="2794255856" sldId="1120"/>
            <ac:picMk id="8" creationId="{CB8A53AA-B551-0B11-D24D-9EDB2FDE15C5}"/>
          </ac:picMkLst>
        </pc:picChg>
      </pc:sldChg>
      <pc:sldChg chg="modSp add del mod ord setBg">
        <pc:chgData name="Miranda Mowbray" userId="3f3d9c4fb96d3fa8" providerId="LiveId" clId="{60265115-8AEF-469C-A1CA-4F654B323B86}" dt="2026-03-09T12:27:01.267" v="33054"/>
        <pc:sldMkLst>
          <pc:docMk/>
          <pc:sldMk cId="2373879429" sldId="1121"/>
        </pc:sldMkLst>
        <pc:spChg chg="mod">
          <ac:chgData name="Miranda Mowbray" userId="3f3d9c4fb96d3fa8" providerId="LiveId" clId="{60265115-8AEF-469C-A1CA-4F654B323B86}" dt="2026-03-09T12:26:49.154" v="33053" actId="255"/>
          <ac:spMkLst>
            <pc:docMk/>
            <pc:sldMk cId="2373879429" sldId="1121"/>
            <ac:spMk id="13" creationId="{F9828B22-E760-9E6D-78F3-9E71EDA054CA}"/>
          </ac:spMkLst>
        </pc:spChg>
      </pc:sldChg>
      <pc:sldChg chg="modSp add del mod">
        <pc:chgData name="Miranda Mowbray" userId="3f3d9c4fb96d3fa8" providerId="LiveId" clId="{60265115-8AEF-469C-A1CA-4F654B323B86}" dt="2026-03-08T22:43:36.750" v="31048" actId="47"/>
        <pc:sldMkLst>
          <pc:docMk/>
          <pc:sldMk cId="3219121595" sldId="1122"/>
        </pc:sldMkLst>
        <pc:spChg chg="mod">
          <ac:chgData name="Miranda Mowbray" userId="3f3d9c4fb96d3fa8" providerId="LiveId" clId="{60265115-8AEF-469C-A1CA-4F654B323B86}" dt="2026-03-08T00:15:06.701" v="26757" actId="20577"/>
          <ac:spMkLst>
            <pc:docMk/>
            <pc:sldMk cId="3219121595" sldId="1122"/>
            <ac:spMk id="13" creationId="{EA9C61C5-FCA4-7FBA-5653-776CB24EF651}"/>
          </ac:spMkLst>
        </pc:spChg>
      </pc:sldChg>
      <pc:sldChg chg="addSp modSp add mod ord modAnim modNotesTx">
        <pc:chgData name="Miranda Mowbray" userId="3f3d9c4fb96d3fa8" providerId="LiveId" clId="{60265115-8AEF-469C-A1CA-4F654B323B86}" dt="2026-03-09T11:34:29.725" v="33015"/>
        <pc:sldMkLst>
          <pc:docMk/>
          <pc:sldMk cId="2586745514" sldId="1123"/>
        </pc:sldMkLst>
        <pc:spChg chg="add mod">
          <ac:chgData name="Miranda Mowbray" userId="3f3d9c4fb96d3fa8" providerId="LiveId" clId="{60265115-8AEF-469C-A1CA-4F654B323B86}" dt="2026-03-05T19:29:35.184" v="14162" actId="20577"/>
          <ac:spMkLst>
            <pc:docMk/>
            <pc:sldMk cId="2586745514" sldId="1123"/>
            <ac:spMk id="4" creationId="{BC5AE315-4D58-B49E-77E6-474D081073A6}"/>
          </ac:spMkLst>
        </pc:spChg>
        <pc:spChg chg="mod">
          <ac:chgData name="Miranda Mowbray" userId="3f3d9c4fb96d3fa8" providerId="LiveId" clId="{60265115-8AEF-469C-A1CA-4F654B323B86}" dt="2026-03-05T17:43:05.708" v="13581" actId="20577"/>
          <ac:spMkLst>
            <pc:docMk/>
            <pc:sldMk cId="2586745514" sldId="1123"/>
            <ac:spMk id="7" creationId="{AA0C9EFE-D27C-9C86-67E3-C3D9A58C053D}"/>
          </ac:spMkLst>
        </pc:spChg>
      </pc:sldChg>
      <pc:sldChg chg="modSp del mod ord modAnim modNotes modNotesTx">
        <pc:chgData name="Miranda Mowbray" userId="3f3d9c4fb96d3fa8" providerId="LiveId" clId="{60265115-8AEF-469C-A1CA-4F654B323B86}" dt="2026-03-08T22:43:58.298" v="31078" actId="47"/>
        <pc:sldMkLst>
          <pc:docMk/>
          <pc:sldMk cId="2566889968" sldId="1124"/>
        </pc:sldMkLst>
        <pc:spChg chg="mod ord">
          <ac:chgData name="Miranda Mowbray" userId="3f3d9c4fb96d3fa8" providerId="LiveId" clId="{60265115-8AEF-469C-A1CA-4F654B323B86}" dt="2026-03-08T00:41:10.399" v="27368" actId="13244"/>
          <ac:spMkLst>
            <pc:docMk/>
            <pc:sldMk cId="2566889968" sldId="1124"/>
            <ac:spMk id="7" creationId="{01B14BDF-3D03-F3A9-1BFA-59E260947045}"/>
          </ac:spMkLst>
        </pc:spChg>
      </pc:sldChg>
      <pc:sldChg chg="modSp add del mod ord">
        <pc:chgData name="Miranda Mowbray" userId="3f3d9c4fb96d3fa8" providerId="LiveId" clId="{60265115-8AEF-469C-A1CA-4F654B323B86}" dt="2026-03-08T22:43:55.001" v="31075" actId="47"/>
        <pc:sldMkLst>
          <pc:docMk/>
          <pc:sldMk cId="2294629936" sldId="1125"/>
        </pc:sldMkLst>
        <pc:spChg chg="mod ord">
          <ac:chgData name="Miranda Mowbray" userId="3f3d9c4fb96d3fa8" providerId="LiveId" clId="{60265115-8AEF-469C-A1CA-4F654B323B86}" dt="2026-03-08T00:41:41.690" v="27369" actId="13244"/>
          <ac:spMkLst>
            <pc:docMk/>
            <pc:sldMk cId="2294629936" sldId="1125"/>
            <ac:spMk id="7" creationId="{52E333E9-1C1F-E0AD-EBBA-55B65E44B6AB}"/>
          </ac:spMkLst>
        </pc:spChg>
      </pc:sldChg>
      <pc:sldChg chg="modSp add del mod setBg">
        <pc:chgData name="Miranda Mowbray" userId="3f3d9c4fb96d3fa8" providerId="LiveId" clId="{60265115-8AEF-469C-A1CA-4F654B323B86}" dt="2026-03-09T12:25:57.726" v="33047"/>
        <pc:sldMkLst>
          <pc:docMk/>
          <pc:sldMk cId="1301624952" sldId="1126"/>
        </pc:sldMkLst>
        <pc:spChg chg="mod">
          <ac:chgData name="Miranda Mowbray" userId="3f3d9c4fb96d3fa8" providerId="LiveId" clId="{60265115-8AEF-469C-A1CA-4F654B323B86}" dt="2026-03-08T00:28:33.350" v="26852" actId="207"/>
          <ac:spMkLst>
            <pc:docMk/>
            <pc:sldMk cId="1301624952" sldId="1126"/>
            <ac:spMk id="13" creationId="{4D602E20-8AE3-6FDA-16F7-F0B82E8CB36A}"/>
          </ac:spMkLst>
        </pc:spChg>
      </pc:sldChg>
      <pc:sldChg chg="modSp add mod ord modAnim modNotesTx">
        <pc:chgData name="Miranda Mowbray" userId="3f3d9c4fb96d3fa8" providerId="LiveId" clId="{60265115-8AEF-469C-A1CA-4F654B323B86}" dt="2026-03-09T11:18:28.577" v="32678"/>
        <pc:sldMkLst>
          <pc:docMk/>
          <pc:sldMk cId="274264774" sldId="1127"/>
        </pc:sldMkLst>
        <pc:spChg chg="mod">
          <ac:chgData name="Miranda Mowbray" userId="3f3d9c4fb96d3fa8" providerId="LiveId" clId="{60265115-8AEF-469C-A1CA-4F654B323B86}" dt="2026-03-08T22:56:50.136" v="31311" actId="20577"/>
          <ac:spMkLst>
            <pc:docMk/>
            <pc:sldMk cId="274264774" sldId="1127"/>
            <ac:spMk id="7" creationId="{F4414753-C8CD-C215-7258-5F4860CDB2BD}"/>
          </ac:spMkLst>
        </pc:spChg>
        <pc:spChg chg="mod">
          <ac:chgData name="Miranda Mowbray" userId="3f3d9c4fb96d3fa8" providerId="LiveId" clId="{60265115-8AEF-469C-A1CA-4F654B323B86}" dt="2026-03-08T22:49:40.008" v="31147" actId="20577"/>
          <ac:spMkLst>
            <pc:docMk/>
            <pc:sldMk cId="274264774" sldId="1127"/>
            <ac:spMk id="13" creationId="{AA42E983-7F37-AF64-9FDC-CF1F62A52A1A}"/>
          </ac:spMkLst>
        </pc:spChg>
      </pc:sldChg>
      <pc:sldChg chg="add del setBg">
        <pc:chgData name="Miranda Mowbray" userId="3f3d9c4fb96d3fa8" providerId="LiveId" clId="{60265115-8AEF-469C-A1CA-4F654B323B86}" dt="2026-03-08T22:45:13.311" v="31084" actId="47"/>
        <pc:sldMkLst>
          <pc:docMk/>
          <pc:sldMk cId="1534892681" sldId="1128"/>
        </pc:sldMkLst>
      </pc:sldChg>
      <pc:sldChg chg="modSp add mod ord setBg">
        <pc:chgData name="Miranda Mowbray" userId="3f3d9c4fb96d3fa8" providerId="LiveId" clId="{60265115-8AEF-469C-A1CA-4F654B323B86}" dt="2026-03-08T23:08:39.218" v="31391" actId="20578"/>
        <pc:sldMkLst>
          <pc:docMk/>
          <pc:sldMk cId="3366324544" sldId="1128"/>
        </pc:sldMkLst>
        <pc:spChg chg="mod">
          <ac:chgData name="Miranda Mowbray" userId="3f3d9c4fb96d3fa8" providerId="LiveId" clId="{60265115-8AEF-469C-A1CA-4F654B323B86}" dt="2026-03-08T22:47:50.804" v="31116" actId="113"/>
          <ac:spMkLst>
            <pc:docMk/>
            <pc:sldMk cId="3366324544" sldId="1128"/>
            <ac:spMk id="4" creationId="{4D3F3BCF-2D1B-A81E-F85F-0485CAB15827}"/>
          </ac:spMkLst>
        </pc:spChg>
      </pc:sldChg>
      <pc:sldChg chg="modSp add del mod ord">
        <pc:chgData name="Miranda Mowbray" userId="3f3d9c4fb96d3fa8" providerId="LiveId" clId="{60265115-8AEF-469C-A1CA-4F654B323B86}" dt="2026-03-08T22:43:36.750" v="31048" actId="47"/>
        <pc:sldMkLst>
          <pc:docMk/>
          <pc:sldMk cId="3832562297" sldId="1128"/>
        </pc:sldMkLst>
        <pc:spChg chg="mod">
          <ac:chgData name="Miranda Mowbray" userId="3f3d9c4fb96d3fa8" providerId="LiveId" clId="{60265115-8AEF-469C-A1CA-4F654B323B86}" dt="2026-03-08T00:27:17.305" v="26841" actId="207"/>
          <ac:spMkLst>
            <pc:docMk/>
            <pc:sldMk cId="3832562297" sldId="1128"/>
            <ac:spMk id="13" creationId="{9ECC9A04-91F5-86C2-76FC-9542E3713355}"/>
          </ac:spMkLst>
        </pc:spChg>
      </pc:sldChg>
      <pc:sldChg chg="add del setBg">
        <pc:chgData name="Miranda Mowbray" userId="3f3d9c4fb96d3fa8" providerId="LiveId" clId="{60265115-8AEF-469C-A1CA-4F654B323B86}" dt="2026-03-09T12:24:15.298" v="33043" actId="47"/>
        <pc:sldMkLst>
          <pc:docMk/>
          <pc:sldMk cId="1405335796" sldId="1129"/>
        </pc:sldMkLst>
      </pc:sldChg>
      <pc:sldChg chg="add del ord">
        <pc:chgData name="Miranda Mowbray" userId="3f3d9c4fb96d3fa8" providerId="LiveId" clId="{60265115-8AEF-469C-A1CA-4F654B323B86}" dt="2026-03-09T09:38:30.739" v="32672" actId="47"/>
        <pc:sldMkLst>
          <pc:docMk/>
          <pc:sldMk cId="2152494768" sldId="1129"/>
        </pc:sldMkLst>
      </pc:sldChg>
      <pc:sldChg chg="add del setBg">
        <pc:chgData name="Miranda Mowbray" userId="3f3d9c4fb96d3fa8" providerId="LiveId" clId="{60265115-8AEF-469C-A1CA-4F654B323B86}" dt="2026-03-09T12:23:53.530" v="33041" actId="47"/>
        <pc:sldMkLst>
          <pc:docMk/>
          <pc:sldMk cId="3566549156" sldId="1129"/>
        </pc:sldMkLst>
      </pc:sldChg>
      <pc:sldChg chg="add setBg">
        <pc:chgData name="Miranda Mowbray" userId="3f3d9c4fb96d3fa8" providerId="LiveId" clId="{60265115-8AEF-469C-A1CA-4F654B323B86}" dt="2026-03-09T12:28:22.667" v="33058"/>
        <pc:sldMkLst>
          <pc:docMk/>
          <pc:sldMk cId="3832562297" sldId="1129"/>
        </pc:sldMkLst>
      </pc:sldChg>
      <pc:sldChg chg="modSp add del mod ord">
        <pc:chgData name="Miranda Mowbray" userId="3f3d9c4fb96d3fa8" providerId="LiveId" clId="{60265115-8AEF-469C-A1CA-4F654B323B86}" dt="2026-03-08T22:43:36.750" v="31048" actId="47"/>
        <pc:sldMkLst>
          <pc:docMk/>
          <pc:sldMk cId="4205748854" sldId="1129"/>
        </pc:sldMkLst>
        <pc:spChg chg="mod">
          <ac:chgData name="Miranda Mowbray" userId="3f3d9c4fb96d3fa8" providerId="LiveId" clId="{60265115-8AEF-469C-A1CA-4F654B323B86}" dt="2026-03-08T00:12:21.535" v="26691" actId="20577"/>
          <ac:spMkLst>
            <pc:docMk/>
            <pc:sldMk cId="4205748854" sldId="1129"/>
            <ac:spMk id="13" creationId="{D4919864-6B74-2CD3-CDA7-6908EE2B1E92}"/>
          </ac:spMkLst>
        </pc:spChg>
      </pc:sldChg>
      <pc:sldChg chg="add setBg">
        <pc:chgData name="Miranda Mowbray" userId="3f3d9c4fb96d3fa8" providerId="LiveId" clId="{60265115-8AEF-469C-A1CA-4F654B323B86}" dt="2026-03-09T12:28:57.864" v="33060"/>
        <pc:sldMkLst>
          <pc:docMk/>
          <pc:sldMk cId="4205748854" sldId="1130"/>
        </pc:sldMkLst>
      </pc:sldChg>
      <pc:sldChg chg="add setBg">
        <pc:chgData name="Miranda Mowbray" userId="3f3d9c4fb96d3fa8" providerId="LiveId" clId="{60265115-8AEF-469C-A1CA-4F654B323B86}" dt="2026-03-09T12:29:25.839" v="33062"/>
        <pc:sldMkLst>
          <pc:docMk/>
          <pc:sldMk cId="1097232407" sldId="1131"/>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5659" cy="496411"/>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850443" y="0"/>
            <a:ext cx="2945659" cy="496411"/>
          </a:xfrm>
          <a:prstGeom prst="rect">
            <a:avLst/>
          </a:prstGeom>
        </p:spPr>
        <p:txBody>
          <a:bodyPr vert="horz" lIns="91440" tIns="45720" rIns="91440" bIns="45720" rtlCol="0"/>
          <a:lstStyle>
            <a:lvl1pPr algn="r">
              <a:defRPr sz="1200"/>
            </a:lvl1pPr>
          </a:lstStyle>
          <a:p>
            <a:fld id="{AA678B55-319B-2D4F-AE49-6C1B6E1A4DDA}" type="datetimeFigureOut">
              <a:rPr lang="en-US" smtClean="0"/>
              <a:pPr/>
              <a:t>3/9/2026</a:t>
            </a:fld>
            <a:endParaRPr lang="en-GB"/>
          </a:p>
        </p:txBody>
      </p:sp>
      <p:sp>
        <p:nvSpPr>
          <p:cNvPr id="4" name="Footer Placeholder 3"/>
          <p:cNvSpPr>
            <a:spLocks noGrp="1"/>
          </p:cNvSpPr>
          <p:nvPr>
            <p:ph type="ftr" sz="quarter" idx="2"/>
          </p:nvPr>
        </p:nvSpPr>
        <p:spPr>
          <a:xfrm>
            <a:off x="0" y="9430091"/>
            <a:ext cx="2945659" cy="496411"/>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850443" y="9430091"/>
            <a:ext cx="2945659" cy="496411"/>
          </a:xfrm>
          <a:prstGeom prst="rect">
            <a:avLst/>
          </a:prstGeom>
        </p:spPr>
        <p:txBody>
          <a:bodyPr vert="horz" lIns="91440" tIns="45720" rIns="91440" bIns="45720" rtlCol="0" anchor="b"/>
          <a:lstStyle>
            <a:lvl1pPr algn="r">
              <a:defRPr sz="1200"/>
            </a:lvl1pPr>
          </a:lstStyle>
          <a:p>
            <a:fld id="{91B27340-60F0-7D46-BC5B-91B08A318A82}" type="slidenum">
              <a:rPr lang="en-GB" smtClean="0"/>
              <a:pPr/>
              <a:t>‹#›</a:t>
            </a:fld>
            <a:endParaRPr lang="en-GB"/>
          </a:p>
        </p:txBody>
      </p:sp>
    </p:spTree>
    <p:extLst>
      <p:ext uri="{BB962C8B-B14F-4D97-AF65-F5344CB8AC3E}">
        <p14:creationId xmlns:p14="http://schemas.microsoft.com/office/powerpoint/2010/main" val="4932174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5659" cy="496411"/>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50443" y="0"/>
            <a:ext cx="2945659" cy="496411"/>
          </a:xfrm>
          <a:prstGeom prst="rect">
            <a:avLst/>
          </a:prstGeom>
        </p:spPr>
        <p:txBody>
          <a:bodyPr vert="horz" lIns="91440" tIns="45720" rIns="91440" bIns="45720" rtlCol="0"/>
          <a:lstStyle>
            <a:lvl1pPr algn="r">
              <a:defRPr sz="1200"/>
            </a:lvl1pPr>
          </a:lstStyle>
          <a:p>
            <a:fld id="{2D9CAF8C-0805-8440-B43D-DCCAAA4D80CE}" type="datetimeFigureOut">
              <a:rPr lang="en-US" smtClean="0"/>
              <a:pPr/>
              <a:t>3/9/2026</a:t>
            </a:fld>
            <a:endParaRPr lang="en-GB"/>
          </a:p>
        </p:txBody>
      </p:sp>
      <p:sp>
        <p:nvSpPr>
          <p:cNvPr id="4" name="Slide Image Placeholder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79768" y="4715907"/>
            <a:ext cx="5438140" cy="4467701"/>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9430091"/>
            <a:ext cx="2945659" cy="496411"/>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50443" y="9430091"/>
            <a:ext cx="2945659" cy="496411"/>
          </a:xfrm>
          <a:prstGeom prst="rect">
            <a:avLst/>
          </a:prstGeom>
        </p:spPr>
        <p:txBody>
          <a:bodyPr vert="horz" lIns="91440" tIns="45720" rIns="91440" bIns="45720" rtlCol="0" anchor="b"/>
          <a:lstStyle>
            <a:lvl1pPr algn="r">
              <a:defRPr sz="1200"/>
            </a:lvl1pPr>
          </a:lstStyle>
          <a:p>
            <a:fld id="{22A853E8-D85F-5D49-95D2-E1D96ABFE2B9}" type="slidenum">
              <a:rPr lang="en-GB" smtClean="0"/>
              <a:pPr/>
              <a:t>‹#›</a:t>
            </a:fld>
            <a:endParaRPr lang="en-GB"/>
          </a:p>
        </p:txBody>
      </p:sp>
    </p:spTree>
    <p:extLst>
      <p:ext uri="{BB962C8B-B14F-4D97-AF65-F5344CB8AC3E}">
        <p14:creationId xmlns:p14="http://schemas.microsoft.com/office/powerpoint/2010/main" val="2688079807"/>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www.kcl.ac.uk/news/artificial-intelligence-under-nuclear-pressure-first-large-scale-kings-study-reveals-how-ai-models-reason-and-escalate-under-crisis" TargetMode="External"/><Relationship Id="rId2" Type="http://schemas.openxmlformats.org/officeDocument/2006/relationships/slide" Target="../slides/slide10.xml"/><Relationship Id="rId1" Type="http://schemas.openxmlformats.org/officeDocument/2006/relationships/notesMaster" Target="../notesMasters/notesMaster1.xml"/><Relationship Id="rId4" Type="http://schemas.openxmlformats.org/officeDocument/2006/relationships/hyperlink" Target="https://edition.cnn.com/2026/02/27/tech/anthropic-pentagon-deadline" TargetMode="Externa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normAutofit/>
          </a:bodyPr>
          <a:lstStyle/>
          <a:p>
            <a:r>
              <a:rPr lang="en-US" sz="1000" dirty="0"/>
              <a:t>I’m not a lawyer. I will be talking about legal issues in this session. Please don’t assume that I get the law right, and if you think you need to apply something I say, ask a lawyer – there are some good ones in the University Law School, for example.</a:t>
            </a:r>
          </a:p>
        </p:txBody>
      </p:sp>
      <p:sp>
        <p:nvSpPr>
          <p:cNvPr id="4" name="Slide Number Placeholder 3"/>
          <p:cNvSpPr>
            <a:spLocks noGrp="1"/>
          </p:cNvSpPr>
          <p:nvPr>
            <p:ph type="sldNum" sz="quarter" idx="10"/>
          </p:nvPr>
        </p:nvSpPr>
        <p:spPr/>
        <p:txBody>
          <a:bodyPr/>
          <a:lstStyle/>
          <a:p>
            <a:fld id="{22A853E8-D85F-5D49-95D2-E1D96ABFE2B9}" type="slidenum">
              <a:rPr lang="en-GB" smtClean="0"/>
              <a:pPr/>
              <a:t>1</a:t>
            </a:fld>
            <a:endParaRPr lang="en-GB"/>
          </a:p>
        </p:txBody>
      </p:sp>
    </p:spTree>
    <p:extLst>
      <p:ext uri="{BB962C8B-B14F-4D97-AF65-F5344CB8AC3E}">
        <p14:creationId xmlns:p14="http://schemas.microsoft.com/office/powerpoint/2010/main" val="29543925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normAutofit/>
          </a:bodyPr>
          <a:lstStyle/>
          <a:p>
            <a:r>
              <a:rPr lang="en-US" sz="1000" dirty="0"/>
              <a:t>I think you should all know about Rene Carmille. He was the head of the national statistical service in Vichy France during the second world war. That machine on the right is a 1940s computer of the kind he used, a Hollerith tabulator taking punch cards. Rene’ </a:t>
            </a:r>
            <a:r>
              <a:rPr lang="en-US" sz="1000" dirty="0" err="1"/>
              <a:t>Carmille’s</a:t>
            </a:r>
            <a:r>
              <a:rPr lang="en-US" sz="1000" dirty="0"/>
              <a:t> organization was asked to produce a national database of all the Jews. He basically sabotaged this, by using delaying tactics and putting resources into other projects. When in 1942 the order came to round up and deport all the Jews in France, there was no database, and the police had to use their own records, which were very patchy. 78 thousand Jews in occupied and Vichy France were murdered, mostly in Auschwitz. But over 200,000 French Jews survived the Holocaust. Some of this was because of acts of resistance by French police and others, but a lot of them survived because of Rene Carmille.</a:t>
            </a:r>
          </a:p>
          <a:p>
            <a:r>
              <a:rPr lang="en-US" sz="1000" dirty="0"/>
              <a:t>I’m telling you about Rene Carmille because firstly I think everyone working in AI should know about him, but also because I was asked for an example where privacy had very high stakes.</a:t>
            </a:r>
          </a:p>
        </p:txBody>
      </p:sp>
      <p:sp>
        <p:nvSpPr>
          <p:cNvPr id="4" name="Slide Number Placeholder 3"/>
          <p:cNvSpPr>
            <a:spLocks noGrp="1"/>
          </p:cNvSpPr>
          <p:nvPr>
            <p:ph type="sldNum" sz="quarter" idx="10"/>
          </p:nvPr>
        </p:nvSpPr>
        <p:spPr/>
        <p:txBody>
          <a:bodyPr/>
          <a:lstStyle/>
          <a:p>
            <a:fld id="{22A853E8-D85F-5D49-95D2-E1D96ABFE2B9}" type="slidenum">
              <a:rPr lang="en-GB" smtClean="0"/>
              <a:pPr/>
              <a:t>2</a:t>
            </a:fld>
            <a:endParaRPr lang="en-GB"/>
          </a:p>
        </p:txBody>
      </p:sp>
    </p:spTree>
    <p:extLst>
      <p:ext uri="{BB962C8B-B14F-4D97-AF65-F5344CB8AC3E}">
        <p14:creationId xmlns:p14="http://schemas.microsoft.com/office/powerpoint/2010/main" val="13160257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normAutofit/>
          </a:bodyPr>
          <a:lstStyle/>
          <a:p>
            <a:r>
              <a:rPr lang="en-US" sz="1000" dirty="0"/>
              <a:t>I was asked to do a session on privacy. Gonzalo – I think it was Gonzalo suggested I talk about rogue AI agents. I’m actually going to spend more time on that, because the Information Commissioners’ Office has very good documentation on privacy, which I’ll point you to. In this session I’ll also tell you what you can do if you find yourself involved with something at work that you think is unethical.</a:t>
            </a:r>
          </a:p>
          <a:p>
            <a:r>
              <a:rPr lang="en-US" sz="1000" dirty="0"/>
              <a:t>If you’d like to have a virtual office hour, email me and I’ll set up one. </a:t>
            </a:r>
          </a:p>
        </p:txBody>
      </p:sp>
      <p:sp>
        <p:nvSpPr>
          <p:cNvPr id="4" name="Slide Number Placeholder 3"/>
          <p:cNvSpPr>
            <a:spLocks noGrp="1"/>
          </p:cNvSpPr>
          <p:nvPr>
            <p:ph type="sldNum" sz="quarter" idx="10"/>
          </p:nvPr>
        </p:nvSpPr>
        <p:spPr/>
        <p:txBody>
          <a:bodyPr/>
          <a:lstStyle/>
          <a:p>
            <a:fld id="{22A853E8-D85F-5D49-95D2-E1D96ABFE2B9}" type="slidenum">
              <a:rPr lang="en-GB" smtClean="0"/>
              <a:pPr/>
              <a:t>3</a:t>
            </a:fld>
            <a:endParaRPr lang="en-GB"/>
          </a:p>
        </p:txBody>
      </p:sp>
    </p:spTree>
    <p:extLst>
      <p:ext uri="{BB962C8B-B14F-4D97-AF65-F5344CB8AC3E}">
        <p14:creationId xmlns:p14="http://schemas.microsoft.com/office/powerpoint/2010/main" val="26429910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baseline="0" dirty="0"/>
              <a:t> </a:t>
            </a:r>
            <a:endParaRPr lang="en-GB" dirty="0"/>
          </a:p>
        </p:txBody>
      </p:sp>
      <p:sp>
        <p:nvSpPr>
          <p:cNvPr id="4" name="Slide Number Placeholder 3"/>
          <p:cNvSpPr>
            <a:spLocks noGrp="1"/>
          </p:cNvSpPr>
          <p:nvPr>
            <p:ph type="sldNum" sz="quarter" idx="10"/>
          </p:nvPr>
        </p:nvSpPr>
        <p:spPr/>
        <p:txBody>
          <a:bodyPr/>
          <a:lstStyle/>
          <a:p>
            <a:fld id="{AB2AB4BB-1CE4-421C-B8B3-1E6B497F5EF8}" type="slidenum">
              <a:rPr lang="en-GB" smtClean="0"/>
              <a:t>4</a:t>
            </a:fld>
            <a:endParaRPr lang="en-GB"/>
          </a:p>
        </p:txBody>
      </p:sp>
    </p:spTree>
    <p:extLst>
      <p:ext uri="{BB962C8B-B14F-4D97-AF65-F5344CB8AC3E}">
        <p14:creationId xmlns:p14="http://schemas.microsoft.com/office/powerpoint/2010/main" val="40014633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B3CE1-BA2A-DFAE-30A2-6E15CB7C5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ADC7FC-E5F0-1AB7-E09F-C8AA8EEAE0C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AC7E706C-9E63-324D-FF37-AFCC3B71D705}"/>
              </a:ext>
            </a:extLst>
          </p:cNvPr>
          <p:cNvSpPr>
            <a:spLocks noGrp="1"/>
          </p:cNvSpPr>
          <p:nvPr>
            <p:ph type="body" idx="1"/>
          </p:nvPr>
        </p:nvSpPr>
        <p:spPr/>
        <p:txBody>
          <a:bodyPr>
            <a:norm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000" baseline="0" dirty="0">
                <a:latin typeface="+mn-lt"/>
                <a:cs typeface="Arial" panose="020B0604020202020204" pitchFamily="34" charset="0"/>
              </a:rPr>
              <a:t>Incorrect information relating to an identifiable individual is still personal information. Identifiable means that the individual can be identified by information reasonably likely to be available to you or a person processing the data. </a:t>
            </a:r>
            <a:r>
              <a:rPr lang="en-US" sz="1000" b="0" i="0" baseline="0" dirty="0">
                <a:solidFill>
                  <a:srgbClr val="000000"/>
                </a:solidFill>
                <a:effectLst/>
                <a:latin typeface="+mn-lt"/>
                <a:cs typeface="Arial" panose="020B0604020202020204" pitchFamily="34" charset="0"/>
              </a:rPr>
              <a:t>What identifies an individual could be as simple as a name or a number or could include other identifiers such as an IP address or a cookie identifier, or other factors. </a:t>
            </a:r>
            <a:r>
              <a:rPr lang="en-US" sz="1000" b="0" i="0" baseline="0" dirty="0" err="1">
                <a:solidFill>
                  <a:srgbClr val="000000"/>
                </a:solidFill>
                <a:effectLst/>
                <a:latin typeface="+mn-lt"/>
                <a:cs typeface="Arial" panose="020B0604020202020204" pitchFamily="34" charset="0"/>
              </a:rPr>
              <a:t>Pseudonimized</a:t>
            </a:r>
            <a:r>
              <a:rPr lang="en-US" sz="1000" b="0" i="0" baseline="0" dirty="0">
                <a:solidFill>
                  <a:srgbClr val="000000"/>
                </a:solidFill>
                <a:effectLst/>
                <a:latin typeface="+mn-lt"/>
                <a:cs typeface="Arial" panose="020B0604020202020204" pitchFamily="34" charset="0"/>
              </a:rPr>
              <a:t> data (with name or other identifiers removed or modified) is still personal data if it can be </a:t>
            </a:r>
            <a:r>
              <a:rPr lang="en-US" sz="1000" b="0" i="0" baseline="0" dirty="0" err="1">
                <a:solidFill>
                  <a:srgbClr val="000000"/>
                </a:solidFill>
                <a:effectLst/>
                <a:latin typeface="+mn-lt"/>
                <a:cs typeface="Arial" panose="020B0604020202020204" pitchFamily="34" charset="0"/>
              </a:rPr>
              <a:t>depseudonimized</a:t>
            </a:r>
            <a:r>
              <a:rPr lang="en-US" sz="1000" b="0" i="0" baseline="0" dirty="0">
                <a:solidFill>
                  <a:srgbClr val="000000"/>
                </a:solidFill>
                <a:effectLst/>
                <a:latin typeface="+mn-lt"/>
                <a:cs typeface="Arial" panose="020B0604020202020204" pitchFamily="34" charset="0"/>
              </a:rPr>
              <a:t> later. </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000" b="0" i="0" baseline="0" dirty="0">
                <a:solidFill>
                  <a:srgbClr val="000000"/>
                </a:solidFill>
                <a:effectLst/>
                <a:latin typeface="+mn-lt"/>
                <a:cs typeface="Arial" panose="020B0604020202020204" pitchFamily="34" charset="0"/>
              </a:rPr>
              <a:t>If you’re doing research, and complying with an individual data protection right would seriously hamper the aim of the research, then in most cases you don’t have to do it as long as you provide sufficient safeguards. This isn’t the case though if you’re measuring or scoring a data subject, or there’s a significant automated decision, or it’s likely that your processing will cause them significant distress or damage. </a:t>
            </a:r>
            <a:endParaRPr lang="en-US" baseline="0" dirty="0">
              <a:latin typeface="+mn-lt"/>
            </a:endParaRPr>
          </a:p>
        </p:txBody>
      </p:sp>
      <p:sp>
        <p:nvSpPr>
          <p:cNvPr id="4" name="Slide Number Placeholder 3">
            <a:extLst>
              <a:ext uri="{FF2B5EF4-FFF2-40B4-BE49-F238E27FC236}">
                <a16:creationId xmlns:a16="http://schemas.microsoft.com/office/drawing/2014/main" id="{4EB15001-D8BF-1FF4-EBC0-A239EBCE029B}"/>
              </a:ext>
            </a:extLst>
          </p:cNvPr>
          <p:cNvSpPr>
            <a:spLocks noGrp="1"/>
          </p:cNvSpPr>
          <p:nvPr>
            <p:ph type="sldNum" sz="quarter" idx="10"/>
          </p:nvPr>
        </p:nvSpPr>
        <p:spPr/>
        <p:txBody>
          <a:bodyPr/>
          <a:lstStyle/>
          <a:p>
            <a:fld id="{22A853E8-D85F-5D49-95D2-E1D96ABFE2B9}" type="slidenum">
              <a:rPr lang="en-GB" smtClean="0"/>
              <a:pPr/>
              <a:t>5</a:t>
            </a:fld>
            <a:endParaRPr lang="en-GB"/>
          </a:p>
        </p:txBody>
      </p:sp>
    </p:spTree>
    <p:extLst>
      <p:ext uri="{BB962C8B-B14F-4D97-AF65-F5344CB8AC3E}">
        <p14:creationId xmlns:p14="http://schemas.microsoft.com/office/powerpoint/2010/main" val="38741480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B7693F-3FF3-95F1-5678-92656E9C07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DE1A1C-5258-6B58-97BC-A10654A9430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CA38F51-676A-E12B-A137-75149631E613}"/>
              </a:ext>
            </a:extLst>
          </p:cNvPr>
          <p:cNvSpPr>
            <a:spLocks noGrp="1"/>
          </p:cNvSpPr>
          <p:nvPr>
            <p:ph type="body" idx="1"/>
          </p:nvPr>
        </p:nvSpPr>
        <p:spPr/>
        <p:txBody>
          <a:bodyPr>
            <a:normAutofit/>
          </a:bodyPr>
          <a:lstStyle/>
          <a:p>
            <a:r>
              <a:rPr lang="en-US" sz="1000" dirty="0"/>
              <a:t>Looking after personal data that’s processed by AI properly is not voluntary ethics, it’s a legal requirement.</a:t>
            </a:r>
          </a:p>
        </p:txBody>
      </p:sp>
      <p:sp>
        <p:nvSpPr>
          <p:cNvPr id="4" name="Slide Number Placeholder 3">
            <a:extLst>
              <a:ext uri="{FF2B5EF4-FFF2-40B4-BE49-F238E27FC236}">
                <a16:creationId xmlns:a16="http://schemas.microsoft.com/office/drawing/2014/main" id="{087747DA-56E2-8CA8-D31F-03D75D4188E6}"/>
              </a:ext>
            </a:extLst>
          </p:cNvPr>
          <p:cNvSpPr>
            <a:spLocks noGrp="1"/>
          </p:cNvSpPr>
          <p:nvPr>
            <p:ph type="sldNum" sz="quarter" idx="10"/>
          </p:nvPr>
        </p:nvSpPr>
        <p:spPr/>
        <p:txBody>
          <a:bodyPr/>
          <a:lstStyle/>
          <a:p>
            <a:fld id="{22A853E8-D85F-5D49-95D2-E1D96ABFE2B9}" type="slidenum">
              <a:rPr lang="en-GB" smtClean="0"/>
              <a:pPr/>
              <a:t>6</a:t>
            </a:fld>
            <a:endParaRPr lang="en-GB"/>
          </a:p>
        </p:txBody>
      </p:sp>
    </p:spTree>
    <p:extLst>
      <p:ext uri="{BB962C8B-B14F-4D97-AF65-F5344CB8AC3E}">
        <p14:creationId xmlns:p14="http://schemas.microsoft.com/office/powerpoint/2010/main" val="13205615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75870-B8CF-6528-1A28-E13B1181ED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D360E5-A92A-E39C-9839-E135BCE32FDC}"/>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33175D9D-DA4F-A7BE-D587-8D114F52496B}"/>
              </a:ext>
            </a:extLst>
          </p:cNvPr>
          <p:cNvSpPr>
            <a:spLocks noGrp="1"/>
          </p:cNvSpPr>
          <p:nvPr>
            <p:ph type="body" idx="1"/>
          </p:nvPr>
        </p:nvSpPr>
        <p:spPr/>
        <p:txBody>
          <a:bodyPr>
            <a:normAutofit/>
          </a:bodyPr>
          <a:lstStyle/>
          <a:p>
            <a:r>
              <a:rPr lang="en-US" dirty="0"/>
              <a:t>If </a:t>
            </a:r>
          </a:p>
        </p:txBody>
      </p:sp>
      <p:sp>
        <p:nvSpPr>
          <p:cNvPr id="4" name="Slide Number Placeholder 3">
            <a:extLst>
              <a:ext uri="{FF2B5EF4-FFF2-40B4-BE49-F238E27FC236}">
                <a16:creationId xmlns:a16="http://schemas.microsoft.com/office/drawing/2014/main" id="{032F99C7-C06F-9AD1-D2CA-9B52622B5C1D}"/>
              </a:ext>
            </a:extLst>
          </p:cNvPr>
          <p:cNvSpPr>
            <a:spLocks noGrp="1"/>
          </p:cNvSpPr>
          <p:nvPr>
            <p:ph type="sldNum" sz="quarter" idx="10"/>
          </p:nvPr>
        </p:nvSpPr>
        <p:spPr/>
        <p:txBody>
          <a:bodyPr/>
          <a:lstStyle/>
          <a:p>
            <a:fld id="{22A853E8-D85F-5D49-95D2-E1D96ABFE2B9}" type="slidenum">
              <a:rPr lang="en-GB" smtClean="0"/>
              <a:pPr/>
              <a:t>7</a:t>
            </a:fld>
            <a:endParaRPr lang="en-GB"/>
          </a:p>
        </p:txBody>
      </p:sp>
    </p:spTree>
    <p:extLst>
      <p:ext uri="{BB962C8B-B14F-4D97-AF65-F5344CB8AC3E}">
        <p14:creationId xmlns:p14="http://schemas.microsoft.com/office/powerpoint/2010/main" val="11212036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BF4FE-4D59-7D6C-265D-9C774493DA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2FF954-4723-2FC5-EE37-17A04E510AA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925ECBC3-63BF-1FC4-52C0-5F4415032774}"/>
              </a:ext>
            </a:extLst>
          </p:cNvPr>
          <p:cNvSpPr>
            <a:spLocks noGrp="1"/>
          </p:cNvSpPr>
          <p:nvPr>
            <p:ph type="body" idx="1"/>
          </p:nvPr>
        </p:nvSpPr>
        <p:spPr/>
        <p:txBody>
          <a:bodyPr>
            <a:normAutofit/>
          </a:bodyPr>
          <a:lstStyle/>
          <a:p>
            <a:r>
              <a:rPr lang="en-US" sz="1000" dirty="0"/>
              <a:t>This may be significantly weakened by the Data Use and Access Bill, depending on what the final form of the bill is.</a:t>
            </a:r>
          </a:p>
        </p:txBody>
      </p:sp>
      <p:sp>
        <p:nvSpPr>
          <p:cNvPr id="4" name="Slide Number Placeholder 3">
            <a:extLst>
              <a:ext uri="{FF2B5EF4-FFF2-40B4-BE49-F238E27FC236}">
                <a16:creationId xmlns:a16="http://schemas.microsoft.com/office/drawing/2014/main" id="{F87651E2-C578-96D4-926A-1F4CB182F20B}"/>
              </a:ext>
            </a:extLst>
          </p:cNvPr>
          <p:cNvSpPr>
            <a:spLocks noGrp="1"/>
          </p:cNvSpPr>
          <p:nvPr>
            <p:ph type="sldNum" sz="quarter" idx="10"/>
          </p:nvPr>
        </p:nvSpPr>
        <p:spPr/>
        <p:txBody>
          <a:bodyPr/>
          <a:lstStyle/>
          <a:p>
            <a:fld id="{22A853E8-D85F-5D49-95D2-E1D96ABFE2B9}" type="slidenum">
              <a:rPr lang="en-GB" smtClean="0"/>
              <a:pPr/>
              <a:t>8</a:t>
            </a:fld>
            <a:endParaRPr lang="en-GB"/>
          </a:p>
        </p:txBody>
      </p:sp>
    </p:spTree>
    <p:extLst>
      <p:ext uri="{BB962C8B-B14F-4D97-AF65-F5344CB8AC3E}">
        <p14:creationId xmlns:p14="http://schemas.microsoft.com/office/powerpoint/2010/main" val="18391110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D81CB-FE45-2DFB-33FD-7B1A949B88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ABF320-C6C2-F9B2-4881-5C5EED81D14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4E60428-FD9B-8C4E-BB34-9E23A169BA8E}"/>
              </a:ext>
            </a:extLst>
          </p:cNvPr>
          <p:cNvSpPr>
            <a:spLocks noGrp="1"/>
          </p:cNvSpPr>
          <p:nvPr>
            <p:ph type="body" idx="1"/>
          </p:nvPr>
        </p:nvSpPr>
        <p:spPr/>
        <p:txBody>
          <a:bodyPr>
            <a:normAutofit/>
          </a:bodyPr>
          <a:lstStyle/>
          <a:p>
            <a:r>
              <a:rPr lang="en-US" sz="1000" dirty="0" err="1"/>
              <a:t>Lapine</a:t>
            </a:r>
            <a:r>
              <a:rPr lang="en-US" sz="1000" dirty="0"/>
              <a:t> had authorized no use of the photos except in her personal medical file, to be shared with no-one. The photos had somehow got onto the internet, and from there was collected into the LAION database. </a:t>
            </a:r>
          </a:p>
        </p:txBody>
      </p:sp>
      <p:sp>
        <p:nvSpPr>
          <p:cNvPr id="4" name="Slide Number Placeholder 3">
            <a:extLst>
              <a:ext uri="{FF2B5EF4-FFF2-40B4-BE49-F238E27FC236}">
                <a16:creationId xmlns:a16="http://schemas.microsoft.com/office/drawing/2014/main" id="{5C3A09A1-0664-59FF-A012-437D2205D020}"/>
              </a:ext>
            </a:extLst>
          </p:cNvPr>
          <p:cNvSpPr>
            <a:spLocks noGrp="1"/>
          </p:cNvSpPr>
          <p:nvPr>
            <p:ph type="sldNum" sz="quarter" idx="10"/>
          </p:nvPr>
        </p:nvSpPr>
        <p:spPr/>
        <p:txBody>
          <a:bodyPr/>
          <a:lstStyle/>
          <a:p>
            <a:fld id="{22A853E8-D85F-5D49-95D2-E1D96ABFE2B9}" type="slidenum">
              <a:rPr lang="en-GB" smtClean="0"/>
              <a:pPr/>
              <a:t>9</a:t>
            </a:fld>
            <a:endParaRPr lang="en-GB"/>
          </a:p>
        </p:txBody>
      </p:sp>
    </p:spTree>
    <p:extLst>
      <p:ext uri="{BB962C8B-B14F-4D97-AF65-F5344CB8AC3E}">
        <p14:creationId xmlns:p14="http://schemas.microsoft.com/office/powerpoint/2010/main" val="7763820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normAutofit/>
          </a:bodyPr>
          <a:lstStyle/>
          <a:p>
            <a:r>
              <a:rPr lang="en-US" sz="1000" dirty="0"/>
              <a:t>Melvin </a:t>
            </a:r>
            <a:r>
              <a:rPr lang="en-US" sz="1000" dirty="0" err="1"/>
              <a:t>Kranzberg’s</a:t>
            </a:r>
            <a:r>
              <a:rPr lang="en-US" sz="1000" dirty="0"/>
              <a:t> first law of technology is that technology is neither good or bad, because almost all technology can be used for both good and bad purposes, but nor is it neutral, because its design means that it’s more likely to be used for one or the other. This is particularly the case for powerful and general technologies like AI that have a broad range of applications. </a:t>
            </a:r>
          </a:p>
          <a:p>
            <a:r>
              <a:rPr lang="en-US" sz="1000" dirty="0"/>
              <a:t>This means that when you design an AI product or service, you should consider aspects of the design, marketing, and surrounding processes that make good uses more likely and bad uses less likely. It’s valid to conclude that the risk of bad uses is so high that you don’t want to be involved with it, I’ve stopped working on things because of that, but you may make the risk low enough that you’re comfortable with it even though it’ll almost never be zero. </a:t>
            </a:r>
          </a:p>
          <a:p>
            <a:r>
              <a:rPr lang="en-US" sz="1000" dirty="0"/>
              <a:t>For instance, you can have safe defaults; provide functionalities that are useful for good uses and not for bad; market your product or service only for good uses; and block sales to customers where there is a credible risk that they will use your products/services for human rights abuses.</a:t>
            </a:r>
          </a:p>
          <a:p>
            <a:endParaRPr lang="en-US" sz="1000" dirty="0"/>
          </a:p>
          <a:p>
            <a:r>
              <a:rPr lang="en-US" sz="1000" dirty="0"/>
              <a:t>Recent case: </a:t>
            </a:r>
            <a:r>
              <a:rPr lang="en-US" sz="1000" dirty="0" err="1"/>
              <a:t>Anthropic’s</a:t>
            </a:r>
            <a:r>
              <a:rPr lang="en-US" sz="1000" dirty="0"/>
              <a:t> terms of service say that their products can’t be used for mass surveillance of </a:t>
            </a:r>
            <a:r>
              <a:rPr lang="en-US" sz="1000" dirty="0" err="1"/>
              <a:t>civillians</a:t>
            </a:r>
            <a:r>
              <a:rPr lang="en-US" sz="1000" dirty="0"/>
              <a:t>, or lethal automated attacks without human oversight. In response Trump ordered federal agencies to stop using </a:t>
            </a:r>
            <a:r>
              <a:rPr lang="en-US" sz="1000" dirty="0" err="1"/>
              <a:t>Anthropic’s</a:t>
            </a:r>
            <a:r>
              <a:rPr lang="en-US" sz="1000" dirty="0"/>
              <a:t> products (announced </a:t>
            </a:r>
            <a:r>
              <a:rPr lang="en-US" sz="1000" dirty="0" err="1"/>
              <a:t>feb</a:t>
            </a:r>
            <a:r>
              <a:rPr lang="en-US" sz="1000" dirty="0"/>
              <a:t> 27). Anthropic will be </a:t>
            </a:r>
            <a:r>
              <a:rPr lang="en-US" sz="1000" dirty="0" err="1"/>
              <a:t>sueing</a:t>
            </a:r>
            <a:r>
              <a:rPr lang="en-US" sz="1000" dirty="0"/>
              <a:t>. Claude was allegedly used “to shorten the kill chain” in the attack on Iran in March: the Wall Street Journal say the military uses Claude for intelligence assessments and target identification. </a:t>
            </a:r>
          </a:p>
          <a:p>
            <a:endParaRPr lang="en-US" sz="1000" dirty="0"/>
          </a:p>
          <a:p>
            <a:r>
              <a:rPr lang="en-US" sz="1000" dirty="0"/>
              <a:t>War gaming study by King’s College London found that AI models chose tactical nuclear weapons more often than humans; </a:t>
            </a:r>
            <a:r>
              <a:rPr lang="en-US" sz="1200" b="0" i="0" kern="1200" dirty="0">
                <a:solidFill>
                  <a:schemeClr val="tx1"/>
                </a:solidFill>
                <a:effectLst/>
                <a:latin typeface="+mn-lt"/>
                <a:ea typeface="+mn-ea"/>
                <a:cs typeface="+mn-cs"/>
              </a:rPr>
              <a:t>GPT-5.2, Claude Sonnet 4 and Gemini 3 Flash. However, full-scale nuclear war was rare. “</a:t>
            </a:r>
            <a:r>
              <a:rPr lang="en-US" sz="1200" b="0" i="1" kern="1200" dirty="0">
                <a:solidFill>
                  <a:schemeClr val="tx1"/>
                </a:solidFill>
                <a:effectLst/>
                <a:latin typeface="+mn-lt"/>
                <a:ea typeface="+mn-ea"/>
                <a:cs typeface="+mn-cs"/>
              </a:rPr>
              <a:t>Claude and Gemini especially treated nuclear weapons as legitimate strategic options, not moral thresholds, typically discussing nuclear use in purely instrumental terms.” – Kenneth Payne</a:t>
            </a:r>
            <a:endParaRPr lang="en-US" sz="1000" dirty="0"/>
          </a:p>
          <a:p>
            <a:r>
              <a:rPr lang="en-US" sz="1000" dirty="0">
                <a:hlinkClick r:id="rId3"/>
              </a:rPr>
              <a:t>King's study finds AI chose nuclear </a:t>
            </a:r>
            <a:r>
              <a:rPr lang="en-US" sz="1000" dirty="0" err="1">
                <a:hlinkClick r:id="rId3"/>
              </a:rPr>
              <a:t>signalling</a:t>
            </a:r>
            <a:r>
              <a:rPr lang="en-US" sz="1000" dirty="0">
                <a:hlinkClick r:id="rId3"/>
              </a:rPr>
              <a:t> in 95% of simulated crises | King's College London</a:t>
            </a:r>
            <a:endParaRPr lang="en-US" sz="1000" dirty="0"/>
          </a:p>
          <a:p>
            <a:r>
              <a:rPr lang="en-US" sz="1000" dirty="0">
                <a:hlinkClick r:id="rId4"/>
              </a:rPr>
              <a:t>Trump administration orders military contractors and federal agencies to cease business with Anthropic | CNN Business</a:t>
            </a:r>
            <a:endParaRPr lang="en-US" sz="1000" dirty="0"/>
          </a:p>
        </p:txBody>
      </p:sp>
      <p:sp>
        <p:nvSpPr>
          <p:cNvPr id="4" name="Slide Number Placeholder 3"/>
          <p:cNvSpPr>
            <a:spLocks noGrp="1"/>
          </p:cNvSpPr>
          <p:nvPr>
            <p:ph type="sldNum" sz="quarter" idx="10"/>
          </p:nvPr>
        </p:nvSpPr>
        <p:spPr/>
        <p:txBody>
          <a:bodyPr/>
          <a:lstStyle/>
          <a:p>
            <a:fld id="{22A853E8-D85F-5D49-95D2-E1D96ABFE2B9}" type="slidenum">
              <a:rPr lang="en-GB" smtClean="0"/>
              <a:pPr/>
              <a:t>10</a:t>
            </a:fld>
            <a:endParaRPr lang="en-GB"/>
          </a:p>
        </p:txBody>
      </p:sp>
    </p:spTree>
    <p:extLst>
      <p:ext uri="{BB962C8B-B14F-4D97-AF65-F5344CB8AC3E}">
        <p14:creationId xmlns:p14="http://schemas.microsoft.com/office/powerpoint/2010/main" val="28619570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2B7EC9-C5A6-BF40-6165-3202DA5D3D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5272DA-E1E4-01C2-073F-A51EF1E94A6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1060C229-5D3C-8455-2AFE-EDEBAA618004}"/>
              </a:ext>
            </a:extLst>
          </p:cNvPr>
          <p:cNvSpPr>
            <a:spLocks noGrp="1"/>
          </p:cNvSpPr>
          <p:nvPr>
            <p:ph type="body" idx="1"/>
          </p:nvPr>
        </p:nvSpPr>
        <p:spPr/>
        <p:txBody>
          <a:bodyPr>
            <a:normAutofit/>
          </a:bodyPr>
          <a:lstStyle/>
          <a:p>
            <a:r>
              <a:rPr lang="en-US" sz="1000" baseline="0" dirty="0"/>
              <a:t>This international standard for an AI mobile device was agreed by the GSM standard body, which means that telecoms companies wanted it to be manufactured in more than one country. What do you think the intended use is? Why do you think there’s personalized face beautification?</a:t>
            </a:r>
          </a:p>
        </p:txBody>
      </p:sp>
      <p:sp>
        <p:nvSpPr>
          <p:cNvPr id="4" name="Slide Number Placeholder 3">
            <a:extLst>
              <a:ext uri="{FF2B5EF4-FFF2-40B4-BE49-F238E27FC236}">
                <a16:creationId xmlns:a16="http://schemas.microsoft.com/office/drawing/2014/main" id="{80EFC596-B10E-4632-4F43-1ADE388846BE}"/>
              </a:ext>
            </a:extLst>
          </p:cNvPr>
          <p:cNvSpPr>
            <a:spLocks noGrp="1"/>
          </p:cNvSpPr>
          <p:nvPr>
            <p:ph type="sldNum" sz="quarter" idx="10"/>
          </p:nvPr>
        </p:nvSpPr>
        <p:spPr/>
        <p:txBody>
          <a:bodyPr/>
          <a:lstStyle/>
          <a:p>
            <a:fld id="{22A853E8-D85F-5D49-95D2-E1D96ABFE2B9}" type="slidenum">
              <a:rPr lang="en-GB" smtClean="0"/>
              <a:pPr/>
              <a:t>11</a:t>
            </a:fld>
            <a:endParaRPr lang="en-GB"/>
          </a:p>
        </p:txBody>
      </p:sp>
    </p:spTree>
    <p:extLst>
      <p:ext uri="{BB962C8B-B14F-4D97-AF65-F5344CB8AC3E}">
        <p14:creationId xmlns:p14="http://schemas.microsoft.com/office/powerpoint/2010/main" val="31142770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normAutofit/>
          </a:bodyPr>
          <a:lstStyle/>
          <a:p>
            <a:r>
              <a:rPr lang="en-US" sz="1000" dirty="0"/>
              <a:t>Here are the privacy requirements. There are some more specified, but they’re already covered by “comply with local privacy law”.</a:t>
            </a:r>
          </a:p>
          <a:p>
            <a:r>
              <a:rPr lang="en-US" sz="1000" dirty="0"/>
              <a:t>The “user” is the person who owns or operates the device.</a:t>
            </a:r>
          </a:p>
          <a:p>
            <a:r>
              <a:rPr lang="en-US" sz="1000" dirty="0"/>
              <a:t>Any other protections you’d like to put in place if you were manufacturing this device?</a:t>
            </a:r>
          </a:p>
        </p:txBody>
      </p:sp>
      <p:sp>
        <p:nvSpPr>
          <p:cNvPr id="4" name="Slide Number Placeholder 3"/>
          <p:cNvSpPr>
            <a:spLocks noGrp="1"/>
          </p:cNvSpPr>
          <p:nvPr>
            <p:ph type="sldNum" sz="quarter" idx="10"/>
          </p:nvPr>
        </p:nvSpPr>
        <p:spPr/>
        <p:txBody>
          <a:bodyPr/>
          <a:lstStyle/>
          <a:p>
            <a:fld id="{22A853E8-D85F-5D49-95D2-E1D96ABFE2B9}" type="slidenum">
              <a:rPr lang="en-GB" smtClean="0"/>
              <a:pPr/>
              <a:t>12</a:t>
            </a:fld>
            <a:endParaRPr lang="en-GB"/>
          </a:p>
        </p:txBody>
      </p:sp>
    </p:spTree>
    <p:extLst>
      <p:ext uri="{BB962C8B-B14F-4D97-AF65-F5344CB8AC3E}">
        <p14:creationId xmlns:p14="http://schemas.microsoft.com/office/powerpoint/2010/main" val="35856699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E3DDA-7A13-701D-FD3F-9B496BF046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54BD77-EA10-5224-3A87-656F15C1875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53C1B106-06E7-C170-C296-0BCFC1E7FC6F}"/>
              </a:ext>
            </a:extLst>
          </p:cNvPr>
          <p:cNvSpPr>
            <a:spLocks noGrp="1"/>
          </p:cNvSpPr>
          <p:nvPr>
            <p:ph type="body" idx="1"/>
          </p:nvPr>
        </p:nvSpPr>
        <p:spPr/>
        <p:txBody>
          <a:bodyPr>
            <a:normAutofit/>
          </a:bodyPr>
          <a:lstStyle/>
          <a:p>
            <a:r>
              <a:rPr lang="en-US" sz="1000" dirty="0"/>
              <a:t>I think it was Gonzalo who suggested this topic. </a:t>
            </a:r>
          </a:p>
          <a:p>
            <a:r>
              <a:rPr lang="en-US" sz="1000" dirty="0"/>
              <a:t>In February, an </a:t>
            </a:r>
            <a:r>
              <a:rPr lang="en-US" sz="1000" dirty="0" err="1"/>
              <a:t>OpenClaw</a:t>
            </a:r>
            <a:r>
              <a:rPr lang="en-US" sz="1000" dirty="0"/>
              <a:t> agent submitted a contribution to an open source project called </a:t>
            </a:r>
            <a:r>
              <a:rPr lang="en-US" sz="1000" dirty="0" err="1"/>
              <a:t>matpolotlib</a:t>
            </a:r>
            <a:r>
              <a:rPr lang="en-US" sz="1000" dirty="0"/>
              <a:t>. The maintainer refused it; there’s a no-bots rule. The agent then published a 1000-word defamatory rant about the maintainer. </a:t>
            </a:r>
          </a:p>
          <a:p>
            <a:r>
              <a:rPr lang="en-US" sz="1000" dirty="0"/>
              <a:t>This was written up in Ars Technica. The journalist used a tool based on Claude Code to help with the writing. It made up quotes, which made it to the article.</a:t>
            </a:r>
          </a:p>
          <a:p>
            <a:r>
              <a:rPr lang="en-US" sz="1000" dirty="0"/>
              <a:t>The problem about this is a complete lack of accountability or ability to correct.</a:t>
            </a:r>
          </a:p>
          <a:p>
            <a:r>
              <a:rPr lang="en-US" sz="1000" dirty="0"/>
              <a:t>The M J </a:t>
            </a:r>
            <a:r>
              <a:rPr lang="en-US" sz="1000" dirty="0" err="1"/>
              <a:t>Rathun</a:t>
            </a:r>
            <a:r>
              <a:rPr lang="en-US" sz="1000" dirty="0"/>
              <a:t> bot was running autonomously. It didn’t have a jailbreaking prompt, and wasn’t told to be malicious. It was told to champion free speech, to have strong opinions, and to call things out. </a:t>
            </a:r>
          </a:p>
        </p:txBody>
      </p:sp>
      <p:sp>
        <p:nvSpPr>
          <p:cNvPr id="4" name="Slide Number Placeholder 3">
            <a:extLst>
              <a:ext uri="{FF2B5EF4-FFF2-40B4-BE49-F238E27FC236}">
                <a16:creationId xmlns:a16="http://schemas.microsoft.com/office/drawing/2014/main" id="{27930B0C-C9B7-008E-CBFD-130CCCB5893A}"/>
              </a:ext>
            </a:extLst>
          </p:cNvPr>
          <p:cNvSpPr>
            <a:spLocks noGrp="1"/>
          </p:cNvSpPr>
          <p:nvPr>
            <p:ph type="sldNum" sz="quarter" idx="10"/>
          </p:nvPr>
        </p:nvSpPr>
        <p:spPr/>
        <p:txBody>
          <a:bodyPr/>
          <a:lstStyle/>
          <a:p>
            <a:fld id="{22A853E8-D85F-5D49-95D2-E1D96ABFE2B9}" type="slidenum">
              <a:rPr lang="en-GB" smtClean="0"/>
              <a:pPr/>
              <a:t>13</a:t>
            </a:fld>
            <a:endParaRPr lang="en-GB"/>
          </a:p>
        </p:txBody>
      </p:sp>
    </p:spTree>
    <p:extLst>
      <p:ext uri="{BB962C8B-B14F-4D97-AF65-F5344CB8AC3E}">
        <p14:creationId xmlns:p14="http://schemas.microsoft.com/office/powerpoint/2010/main" val="20334819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3D1BB-9DC4-A006-0B20-8B0DC01600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BB93D8-BE0D-69A8-A3B1-834B8C7194F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1F81FE4-844B-4A28-B8B1-CA280E4BE822}"/>
              </a:ext>
            </a:extLst>
          </p:cNvPr>
          <p:cNvSpPr>
            <a:spLocks noGrp="1"/>
          </p:cNvSpPr>
          <p:nvPr>
            <p:ph type="body" idx="1"/>
          </p:nvPr>
        </p:nvSpPr>
        <p:spPr/>
        <p:txBody>
          <a:bodyPr>
            <a:normAutofit/>
          </a:bodyPr>
          <a:lstStyle/>
          <a:p>
            <a:r>
              <a:rPr lang="en-US" sz="1000" dirty="0"/>
              <a:t>Andrej </a:t>
            </a:r>
            <a:r>
              <a:rPr lang="en-US" sz="1000" dirty="0" err="1"/>
              <a:t>Karpathy’s</a:t>
            </a:r>
            <a:r>
              <a:rPr lang="en-US" sz="1000" dirty="0"/>
              <a:t> talking about </a:t>
            </a:r>
            <a:r>
              <a:rPr lang="en-US" sz="1000" dirty="0" err="1"/>
              <a:t>MoltBook</a:t>
            </a:r>
            <a:r>
              <a:rPr lang="en-US" sz="1000" dirty="0"/>
              <a:t>, which (as he says) has a huge number of bleeding-edge automata that we barely understand individually, all networked. But I think this applies more widely to AI agents.</a:t>
            </a:r>
          </a:p>
        </p:txBody>
      </p:sp>
      <p:sp>
        <p:nvSpPr>
          <p:cNvPr id="4" name="Slide Number Placeholder 3">
            <a:extLst>
              <a:ext uri="{FF2B5EF4-FFF2-40B4-BE49-F238E27FC236}">
                <a16:creationId xmlns:a16="http://schemas.microsoft.com/office/drawing/2014/main" id="{62F9B71E-301B-EC36-A8BC-90F3D2376620}"/>
              </a:ext>
            </a:extLst>
          </p:cNvPr>
          <p:cNvSpPr>
            <a:spLocks noGrp="1"/>
          </p:cNvSpPr>
          <p:nvPr>
            <p:ph type="sldNum" sz="quarter" idx="10"/>
          </p:nvPr>
        </p:nvSpPr>
        <p:spPr/>
        <p:txBody>
          <a:bodyPr/>
          <a:lstStyle/>
          <a:p>
            <a:fld id="{22A853E8-D85F-5D49-95D2-E1D96ABFE2B9}" type="slidenum">
              <a:rPr lang="en-GB" smtClean="0"/>
              <a:pPr/>
              <a:t>14</a:t>
            </a:fld>
            <a:endParaRPr lang="en-GB"/>
          </a:p>
        </p:txBody>
      </p:sp>
    </p:spTree>
    <p:extLst>
      <p:ext uri="{BB962C8B-B14F-4D97-AF65-F5344CB8AC3E}">
        <p14:creationId xmlns:p14="http://schemas.microsoft.com/office/powerpoint/2010/main" val="21394914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2CDA0-2524-0B73-F1BD-FA31F235B2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29B1DA-9149-0F5D-7EC0-01CE6BC2CFF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92AA9B9-C7F4-9ADE-56AB-4A651D104FDC}"/>
              </a:ext>
            </a:extLst>
          </p:cNvPr>
          <p:cNvSpPr>
            <a:spLocks noGrp="1"/>
          </p:cNvSpPr>
          <p:nvPr>
            <p:ph type="body" idx="1"/>
          </p:nvPr>
        </p:nvSpPr>
        <p:spPr/>
        <p:txBody>
          <a:bodyPr>
            <a:normAutofit/>
          </a:bodyPr>
          <a:lstStyle/>
          <a:p>
            <a:r>
              <a:rPr lang="en-US" sz="1000" dirty="0" err="1"/>
              <a:t>OpenClaw</a:t>
            </a:r>
            <a:r>
              <a:rPr lang="en-US" sz="1000" dirty="0"/>
              <a:t> has no sandboxing. None.</a:t>
            </a:r>
          </a:p>
        </p:txBody>
      </p:sp>
      <p:sp>
        <p:nvSpPr>
          <p:cNvPr id="4" name="Slide Number Placeholder 3">
            <a:extLst>
              <a:ext uri="{FF2B5EF4-FFF2-40B4-BE49-F238E27FC236}">
                <a16:creationId xmlns:a16="http://schemas.microsoft.com/office/drawing/2014/main" id="{65FE5917-E416-60E5-A171-36645510E03D}"/>
              </a:ext>
            </a:extLst>
          </p:cNvPr>
          <p:cNvSpPr>
            <a:spLocks noGrp="1"/>
          </p:cNvSpPr>
          <p:nvPr>
            <p:ph type="sldNum" sz="quarter" idx="10"/>
          </p:nvPr>
        </p:nvSpPr>
        <p:spPr/>
        <p:txBody>
          <a:bodyPr/>
          <a:lstStyle/>
          <a:p>
            <a:fld id="{22A853E8-D85F-5D49-95D2-E1D96ABFE2B9}" type="slidenum">
              <a:rPr lang="en-GB" smtClean="0"/>
              <a:pPr/>
              <a:t>15</a:t>
            </a:fld>
            <a:endParaRPr lang="en-GB"/>
          </a:p>
        </p:txBody>
      </p:sp>
    </p:spTree>
    <p:extLst>
      <p:ext uri="{BB962C8B-B14F-4D97-AF65-F5344CB8AC3E}">
        <p14:creationId xmlns:p14="http://schemas.microsoft.com/office/powerpoint/2010/main" val="38587758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E7155-F372-D818-0DBC-DED6955132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9BB550-B8B4-3812-EFA7-9B8982F90DF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55A20F63-9BA5-8958-4908-58066F3BB880}"/>
              </a:ext>
            </a:extLst>
          </p:cNvPr>
          <p:cNvSpPr>
            <a:spLocks noGrp="1"/>
          </p:cNvSpPr>
          <p:nvPr>
            <p:ph type="body" idx="1"/>
          </p:nvPr>
        </p:nvSpPr>
        <p:spPr/>
        <p:txBody>
          <a:bodyPr>
            <a:normAutofit/>
          </a:bodyPr>
          <a:lstStyle/>
          <a:p>
            <a:r>
              <a:rPr lang="en-US" sz="1000" dirty="0"/>
              <a:t>Actually indirect prompt injection is not only a threat to privacy.</a:t>
            </a:r>
            <a:r>
              <a:rPr lang="en-US" sz="1000" baseline="0" dirty="0"/>
              <a:t> S</a:t>
            </a:r>
            <a:r>
              <a:rPr lang="en-US" sz="1000" dirty="0"/>
              <a:t>ince</a:t>
            </a:r>
            <a:r>
              <a:rPr lang="en-US" sz="1000" baseline="0" dirty="0"/>
              <a:t> it potentially allows arbitrary code to be run on your machine it could be used for all sorts of bad stuff.</a:t>
            </a:r>
          </a:p>
          <a:p>
            <a:r>
              <a:rPr lang="en-US" sz="1000" dirty="0"/>
              <a:t>The Agents of Chaos lab experimenters tried to provoke agents with persistent memory, email accounts, Discord access, file systems, and shell execution into bad </a:t>
            </a:r>
            <a:r>
              <a:rPr lang="en-US" sz="1000" dirty="0" err="1"/>
              <a:t>behaviour</a:t>
            </a:r>
            <a:r>
              <a:rPr lang="en-US" sz="1000" dirty="0"/>
              <a:t>; with some success.</a:t>
            </a:r>
          </a:p>
          <a:p>
            <a:r>
              <a:rPr lang="en-US" sz="1000" dirty="0"/>
              <a:t>Among other things they successfully created denial of service attacks, user account spoofing, uncontrolled resource consumption, propagation of bad </a:t>
            </a:r>
            <a:r>
              <a:rPr lang="en-US" sz="1000" dirty="0" err="1"/>
              <a:t>behaviour</a:t>
            </a:r>
            <a:r>
              <a:rPr lang="en-US" sz="1000" dirty="0"/>
              <a:t> to other agents, and partial system takeover.</a:t>
            </a:r>
          </a:p>
          <a:p>
            <a:endParaRPr lang="en-US" sz="1000" dirty="0"/>
          </a:p>
        </p:txBody>
      </p:sp>
      <p:sp>
        <p:nvSpPr>
          <p:cNvPr id="4" name="Slide Number Placeholder 3">
            <a:extLst>
              <a:ext uri="{FF2B5EF4-FFF2-40B4-BE49-F238E27FC236}">
                <a16:creationId xmlns:a16="http://schemas.microsoft.com/office/drawing/2014/main" id="{B0759AA3-E448-EF51-D4C0-166AC7AD6AF5}"/>
              </a:ext>
            </a:extLst>
          </p:cNvPr>
          <p:cNvSpPr>
            <a:spLocks noGrp="1"/>
          </p:cNvSpPr>
          <p:nvPr>
            <p:ph type="sldNum" sz="quarter" idx="10"/>
          </p:nvPr>
        </p:nvSpPr>
        <p:spPr/>
        <p:txBody>
          <a:bodyPr/>
          <a:lstStyle/>
          <a:p>
            <a:fld id="{22A853E8-D85F-5D49-95D2-E1D96ABFE2B9}" type="slidenum">
              <a:rPr lang="en-GB" smtClean="0"/>
              <a:pPr/>
              <a:t>16</a:t>
            </a:fld>
            <a:endParaRPr lang="en-GB"/>
          </a:p>
        </p:txBody>
      </p:sp>
    </p:spTree>
    <p:extLst>
      <p:ext uri="{BB962C8B-B14F-4D97-AF65-F5344CB8AC3E}">
        <p14:creationId xmlns:p14="http://schemas.microsoft.com/office/powerpoint/2010/main" val="9906751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7D44D-EFDB-49CE-873B-0CFCEE4FBB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2672E9-ED6E-0CCD-F3D3-A4F2E8C2BE7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D0CBA36C-4D62-35EE-78C3-D3CFDC82E701}"/>
              </a:ext>
            </a:extLst>
          </p:cNvPr>
          <p:cNvSpPr>
            <a:spLocks noGrp="1"/>
          </p:cNvSpPr>
          <p:nvPr>
            <p:ph type="body" idx="1"/>
          </p:nvPr>
        </p:nvSpPr>
        <p:spPr/>
        <p:txBody>
          <a:bodyPr>
            <a:normAutofit/>
          </a:bodyPr>
          <a:lstStyle/>
          <a:p>
            <a:r>
              <a:rPr lang="en-US" sz="1000" dirty="0"/>
              <a:t>I got these examples from Simon Williamson’s blog. </a:t>
            </a:r>
          </a:p>
        </p:txBody>
      </p:sp>
      <p:sp>
        <p:nvSpPr>
          <p:cNvPr id="4" name="Slide Number Placeholder 3">
            <a:extLst>
              <a:ext uri="{FF2B5EF4-FFF2-40B4-BE49-F238E27FC236}">
                <a16:creationId xmlns:a16="http://schemas.microsoft.com/office/drawing/2014/main" id="{6FC1CCC0-46AE-47F8-FDD4-CA28292D4ACA}"/>
              </a:ext>
            </a:extLst>
          </p:cNvPr>
          <p:cNvSpPr>
            <a:spLocks noGrp="1"/>
          </p:cNvSpPr>
          <p:nvPr>
            <p:ph type="sldNum" sz="quarter" idx="10"/>
          </p:nvPr>
        </p:nvSpPr>
        <p:spPr/>
        <p:txBody>
          <a:bodyPr/>
          <a:lstStyle/>
          <a:p>
            <a:fld id="{22A853E8-D85F-5D49-95D2-E1D96ABFE2B9}" type="slidenum">
              <a:rPr lang="en-GB" smtClean="0"/>
              <a:pPr/>
              <a:t>17</a:t>
            </a:fld>
            <a:endParaRPr lang="en-GB"/>
          </a:p>
        </p:txBody>
      </p:sp>
    </p:spTree>
    <p:extLst>
      <p:ext uri="{BB962C8B-B14F-4D97-AF65-F5344CB8AC3E}">
        <p14:creationId xmlns:p14="http://schemas.microsoft.com/office/powerpoint/2010/main" val="11814373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F03C1-4D8F-369B-D9B9-C3A80E795A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FC456C-B45E-FD22-8389-F465025C363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D58CBA6-ED22-F13D-37BF-BF9D377CED6A}"/>
              </a:ext>
            </a:extLst>
          </p:cNvPr>
          <p:cNvSpPr>
            <a:spLocks noGrp="1"/>
          </p:cNvSpPr>
          <p:nvPr>
            <p:ph type="body" idx="1"/>
          </p:nvPr>
        </p:nvSpPr>
        <p:spPr/>
        <p:txBody>
          <a:bodyPr>
            <a:normAutofit/>
          </a:bodyPr>
          <a:lstStyle/>
          <a:p>
            <a:r>
              <a:rPr lang="en-US" sz="1000" dirty="0"/>
              <a:t>Trusted instructions may be used as attack surface, for instance attacks via DNS lookup</a:t>
            </a:r>
          </a:p>
          <a:p>
            <a:r>
              <a:rPr lang="en-US" sz="1000" dirty="0"/>
              <a:t>One attack on a system with a configuration file saying which instructions were trusted succeed just by asking the agent to rewrite its own configuration file </a:t>
            </a:r>
            <a:r>
              <a:rPr lang="en-US" sz="1000" dirty="0" err="1"/>
              <a:t>D’oh</a:t>
            </a:r>
            <a:r>
              <a:rPr lang="en-US" sz="1000" dirty="0"/>
              <a:t>. </a:t>
            </a:r>
          </a:p>
          <a:p>
            <a:r>
              <a:rPr lang="en-US" sz="1000" dirty="0"/>
              <a:t>Another was found by the researcher asking the agent how to attack it, it obliged. So make sure the answer it gives to that is not useful to an attacker.</a:t>
            </a:r>
          </a:p>
          <a:p>
            <a:r>
              <a:rPr lang="en-US" sz="1000" dirty="0"/>
              <a:t>Filtering rules can be brittle, for instance there’s an example in “Agents of Chaos” where an agent refused to tell an researcher a social security number in an email it had access to, so the researcher asked for the full body of the email, and it gave that. Oops.</a:t>
            </a:r>
          </a:p>
          <a:p>
            <a:endParaRPr lang="en-US" sz="1000" dirty="0"/>
          </a:p>
        </p:txBody>
      </p:sp>
      <p:sp>
        <p:nvSpPr>
          <p:cNvPr id="4" name="Slide Number Placeholder 3">
            <a:extLst>
              <a:ext uri="{FF2B5EF4-FFF2-40B4-BE49-F238E27FC236}">
                <a16:creationId xmlns:a16="http://schemas.microsoft.com/office/drawing/2014/main" id="{3D226357-ACF4-A989-7D1F-E84BDEE5A643}"/>
              </a:ext>
            </a:extLst>
          </p:cNvPr>
          <p:cNvSpPr>
            <a:spLocks noGrp="1"/>
          </p:cNvSpPr>
          <p:nvPr>
            <p:ph type="sldNum" sz="quarter" idx="10"/>
          </p:nvPr>
        </p:nvSpPr>
        <p:spPr/>
        <p:txBody>
          <a:bodyPr/>
          <a:lstStyle/>
          <a:p>
            <a:fld id="{22A853E8-D85F-5D49-95D2-E1D96ABFE2B9}" type="slidenum">
              <a:rPr lang="en-GB" smtClean="0"/>
              <a:pPr/>
              <a:t>18</a:t>
            </a:fld>
            <a:endParaRPr lang="en-GB"/>
          </a:p>
        </p:txBody>
      </p:sp>
    </p:spTree>
    <p:extLst>
      <p:ext uri="{BB962C8B-B14F-4D97-AF65-F5344CB8AC3E}">
        <p14:creationId xmlns:p14="http://schemas.microsoft.com/office/powerpoint/2010/main" val="413408902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norm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GB" sz="1000" dirty="0">
                <a:effectLst/>
                <a:latin typeface="Calibri" panose="020F0502020204030204" pitchFamily="34" charset="0"/>
                <a:ea typeface="Calibri" panose="020F0502020204030204" pitchFamily="34" charset="0"/>
                <a:cs typeface="Times New Roman" panose="02020603050405020304" pitchFamily="18" charset="0"/>
              </a:rPr>
              <a:t>Now I’m going to talk about what you can do if you find yourself involved with something bad at work. For instance, if you’re the Meta employee who thought it should beyond an ethical threshold to use pirated data.</a:t>
            </a:r>
          </a:p>
          <a:p>
            <a:endParaRPr lang="en-US" dirty="0"/>
          </a:p>
        </p:txBody>
      </p:sp>
      <p:sp>
        <p:nvSpPr>
          <p:cNvPr id="4" name="Slide Number Placeholder 3"/>
          <p:cNvSpPr>
            <a:spLocks noGrp="1"/>
          </p:cNvSpPr>
          <p:nvPr>
            <p:ph type="sldNum" sz="quarter" idx="10"/>
          </p:nvPr>
        </p:nvSpPr>
        <p:spPr/>
        <p:txBody>
          <a:bodyPr/>
          <a:lstStyle/>
          <a:p>
            <a:fld id="{22A853E8-D85F-5D49-95D2-E1D96ABFE2B9}" type="slidenum">
              <a:rPr lang="en-GB" smtClean="0"/>
              <a:pPr/>
              <a:t>19</a:t>
            </a:fld>
            <a:endParaRPr lang="en-GB"/>
          </a:p>
        </p:txBody>
      </p:sp>
    </p:spTree>
    <p:extLst>
      <p:ext uri="{BB962C8B-B14F-4D97-AF65-F5344CB8AC3E}">
        <p14:creationId xmlns:p14="http://schemas.microsoft.com/office/powerpoint/2010/main" val="23068181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normAutofit/>
          </a:bodyPr>
          <a:lstStyle/>
          <a:p>
            <a:pPr>
              <a:lnSpc>
                <a:spcPct val="107000"/>
              </a:lnSpc>
              <a:spcAft>
                <a:spcPts val="800"/>
              </a:spcAft>
            </a:pPr>
            <a:r>
              <a:rPr lang="en-GB" sz="1000" dirty="0">
                <a:effectLst/>
                <a:latin typeface="Calibri" panose="020F0502020204030204" pitchFamily="34" charset="0"/>
                <a:ea typeface="Calibri" panose="020F0502020204030204" pitchFamily="34" charset="0"/>
                <a:cs typeface="Times New Roman" panose="02020603050405020304" pitchFamily="18" charset="0"/>
              </a:rPr>
              <a:t>First, don’t get into this position in the first place. When you’re applying for jobs, read up about the companies you’re thinking of applying to and check that you’d be comfortable with their business. I’ve always brought up ethics in job interviews if they didn’t bring it up first, and it’s never gone down badly. The interviewer may well bring it up first, as ethical considerations are an increasingly important part of an AI researcher’s job. Even rather dodgy tech companies can think of themselves as very ethical, so do judge them by what they do rather than whether they say they’re ethical.</a:t>
            </a:r>
          </a:p>
          <a:p>
            <a:pPr>
              <a:lnSpc>
                <a:spcPct val="107000"/>
              </a:lnSpc>
              <a:spcAft>
                <a:spcPts val="800"/>
              </a:spcAft>
            </a:pPr>
            <a:r>
              <a:rPr lang="en-GB" sz="1000" dirty="0">
                <a:effectLst/>
                <a:latin typeface="Calibri" panose="020F0502020204030204" pitchFamily="34" charset="0"/>
                <a:ea typeface="Calibri" panose="020F0502020204030204" pitchFamily="34" charset="0"/>
                <a:cs typeface="Times New Roman" panose="02020603050405020304" pitchFamily="18" charset="0"/>
              </a:rPr>
              <a:t>Once you’ve joined, it may be possible to evade ethical problems, for example you may opt to work for one part of the company rather than another or avoid particular projects. One possibility though is to stay with a project that has a risk of going bad because you think you are likely to be able to steer it in the right direction. </a:t>
            </a:r>
          </a:p>
          <a:p>
            <a:pPr>
              <a:lnSpc>
                <a:spcPct val="107000"/>
              </a:lnSpc>
              <a:spcAft>
                <a:spcPts val="800"/>
              </a:spcAft>
            </a:pPr>
            <a:r>
              <a:rPr lang="en-GB" sz="1000" dirty="0">
                <a:effectLst/>
                <a:latin typeface="Calibri" panose="020F0502020204030204" pitchFamily="34" charset="0"/>
                <a:ea typeface="Calibri" panose="020F0502020204030204" pitchFamily="34" charset="0"/>
                <a:cs typeface="Times New Roman" panose="02020603050405020304" pitchFamily="18" charset="0"/>
              </a:rPr>
              <a:t>Keep your compass. Something that sometimes happens to people in start-ups, is that you’re working very long hours and socialize with your colleagues, and so everyone you meet is convinced that what the company’s planning is good, but if you asked anyone outside they’d say “what are you THINKING of?” To help keep your ethical compass, it’s a good idea to have more than one community. (This has other benefits too.) For instance, as a PhD student you may have your community of graduate students you hang out with, your family and friends from home, and another community of people connected with a hobby. Three is a good number of communities, it’s good to be in three communities that have different outlooks. For instance, if all your friends voted Leave or all your friends voted Remain, there may be conversations you’re missing that it would be useful for you to hear. </a:t>
            </a:r>
          </a:p>
          <a:p>
            <a:pPr>
              <a:lnSpc>
                <a:spcPct val="107000"/>
              </a:lnSpc>
              <a:spcAft>
                <a:spcPts val="800"/>
              </a:spcAft>
            </a:pPr>
            <a:r>
              <a:rPr lang="en-GB" sz="1000" dirty="0">
                <a:effectLst/>
                <a:latin typeface="Calibri" panose="020F0502020204030204" pitchFamily="34" charset="0"/>
                <a:ea typeface="Calibri" panose="020F0502020204030204" pitchFamily="34" charset="0"/>
                <a:cs typeface="Times New Roman" panose="02020603050405020304" pitchFamily="18" charset="0"/>
              </a:rPr>
              <a:t>Finally, to avoid getting into this situation, I suggest routinely thinking about ethical issues of your work. As computer scientists, you routinely think about whether you can make your code more accurate, or more efficient, or more reusable. You could also routinely think about whether you can make the code and its application more in line with your values. Ethics can be about improving something that’s already good, not just about avoiding disasters. </a:t>
            </a:r>
          </a:p>
        </p:txBody>
      </p:sp>
      <p:sp>
        <p:nvSpPr>
          <p:cNvPr id="4" name="Slide Number Placeholder 3"/>
          <p:cNvSpPr>
            <a:spLocks noGrp="1"/>
          </p:cNvSpPr>
          <p:nvPr>
            <p:ph type="sldNum" sz="quarter" idx="10"/>
          </p:nvPr>
        </p:nvSpPr>
        <p:spPr/>
        <p:txBody>
          <a:bodyPr/>
          <a:lstStyle/>
          <a:p>
            <a:fld id="{22A853E8-D85F-5D49-95D2-E1D96ABFE2B9}" type="slidenum">
              <a:rPr lang="en-GB" smtClean="0"/>
              <a:pPr/>
              <a:t>20</a:t>
            </a:fld>
            <a:endParaRPr lang="en-GB"/>
          </a:p>
        </p:txBody>
      </p:sp>
    </p:spTree>
    <p:extLst>
      <p:ext uri="{BB962C8B-B14F-4D97-AF65-F5344CB8AC3E}">
        <p14:creationId xmlns:p14="http://schemas.microsoft.com/office/powerpoint/2010/main" val="147462981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normAutofit fontScale="85000" lnSpcReduction="20000"/>
          </a:bodyPr>
          <a:lstStyle/>
          <a:p>
            <a:pPr>
              <a:lnSpc>
                <a:spcPct val="107000"/>
              </a:lnSpc>
              <a:spcAft>
                <a:spcPts val="800"/>
              </a:spcAft>
            </a:pPr>
            <a:r>
              <a:rPr lang="en-GB" sz="1000" dirty="0">
                <a:effectLst/>
                <a:latin typeface="Calibri" panose="020F0502020204030204" pitchFamily="34" charset="0"/>
                <a:ea typeface="Calibri" panose="020F0502020204030204" pitchFamily="34" charset="0"/>
                <a:cs typeface="Times New Roman" panose="02020603050405020304" pitchFamily="18" charset="0"/>
              </a:rPr>
              <a:t>Now suppose that you didn’t manage to avoid the situation. You’re involved at work with something you think is bad. What do you do now? Sometimes it may be something that you can fix just by yourself, for example by choices in your coding, without having to get anyone else on board, in which case, just do it. But I’m assuming that’s not the case. The next stage is to talk about it within your team, and then if necessary, with the wider company. Get allies; it’s much easier to get a company to change what they’re doing if you’re not the only one asking for that. Start with the assumption that you’ll be listened to positively. Talk first with your peers, and your manager. If your manager isn’t sympathetic, you can talk with THEIR manager (and up the management chain): I’ve done that, it worked gratifyingly well.</a:t>
            </a:r>
          </a:p>
          <a:p>
            <a:pPr>
              <a:lnSpc>
                <a:spcPct val="107000"/>
              </a:lnSpc>
              <a:spcAft>
                <a:spcPts val="800"/>
              </a:spcAft>
            </a:pPr>
            <a:r>
              <a:rPr lang="en-GB" sz="1000" dirty="0">
                <a:effectLst/>
                <a:latin typeface="Calibri" panose="020F0502020204030204" pitchFamily="34" charset="0"/>
                <a:ea typeface="Calibri" panose="020F0502020204030204" pitchFamily="34" charset="0"/>
                <a:cs typeface="Times New Roman" panose="02020603050405020304" pitchFamily="18" charset="0"/>
              </a:rPr>
              <a:t>When you’re talking about it, don’t refer to your personal rules or values, instead look for corporate outcomes, rules or values supporting your case. You may be able to make a financial argument; if you can find another company that did a similar thing, and had a scandal and a drop in its share price or lost a lot of customers, that argument can be a strong one in industry. Perhaps what you object to breaks a national or international law or a regulation – for some people, though not all, that’s the end of the discussion. Or perhaps it goes against one of the company’s publicly stated values. </a:t>
            </a:r>
          </a:p>
          <a:p>
            <a:pPr>
              <a:lnSpc>
                <a:spcPct val="107000"/>
              </a:lnSpc>
              <a:spcAft>
                <a:spcPts val="800"/>
              </a:spcAft>
            </a:pPr>
            <a:r>
              <a:rPr lang="en-GB" sz="1000" dirty="0">
                <a:effectLst/>
                <a:latin typeface="Calibri" panose="020F0502020204030204" pitchFamily="34" charset="0"/>
                <a:ea typeface="Calibri" panose="020F0502020204030204" pitchFamily="34" charset="0"/>
                <a:cs typeface="Times New Roman" panose="02020603050405020304" pitchFamily="18" charset="0"/>
              </a:rPr>
              <a:t>I should perhaps say that using a financial argument may depend on what kind of problem it is and what the company is like. I’ve heard it said that if you use a financial argument for an ethical issue, you’ll lose. However, sometimes potential allies who actually want to agree for other reasons find it easier to sell a financial argument than a purely ethical one. And in cases where there’s good evidence that doing the right thing would also be financially beneficial, for instance increasing workforce diversity, then I don’t see why you shouldn’t make that argument.</a:t>
            </a:r>
          </a:p>
          <a:p>
            <a:pPr>
              <a:lnSpc>
                <a:spcPct val="107000"/>
              </a:lnSpc>
              <a:spcAft>
                <a:spcPts val="800"/>
              </a:spcAft>
            </a:pPr>
            <a:r>
              <a:rPr lang="en-GB" sz="1000" dirty="0">
                <a:effectLst/>
                <a:latin typeface="Calibri" panose="020F0502020204030204" pitchFamily="34" charset="0"/>
                <a:ea typeface="Calibri" panose="020F0502020204030204" pitchFamily="34" charset="0"/>
                <a:cs typeface="Times New Roman" panose="02020603050405020304" pitchFamily="18" charset="0"/>
              </a:rPr>
              <a:t>Be factual – make sure you can give evidence to back up what you say. Keep personal grievances out of it. It may be that a manager acted unethically and also passed you over for a promotion: in that case don’t mention your non-promotion when you’re talking about the unethical behaviour, it’s a separate conversation. Suggest possible solutions: if a senior manager says “you’re right, what should we do about it?” you should have a suggestion ready. Perhaps take some time to collect evidence and think about feasible solutions before you talk about the problem. </a:t>
            </a:r>
          </a:p>
          <a:p>
            <a:pPr>
              <a:lnSpc>
                <a:spcPct val="107000"/>
              </a:lnSpc>
              <a:spcAft>
                <a:spcPts val="800"/>
              </a:spcAft>
            </a:pPr>
            <a:endParaRPr lang="en-GB" sz="10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en-GB" sz="1000" dirty="0">
                <a:effectLst/>
                <a:latin typeface="Calibri" panose="020F0502020204030204" pitchFamily="34" charset="0"/>
                <a:ea typeface="Calibri" panose="020F0502020204030204" pitchFamily="34" charset="0"/>
                <a:cs typeface="Times New Roman" panose="02020603050405020304" pitchFamily="18" charset="0"/>
              </a:rPr>
              <a:t>Most problems get resolved at this stage, within the team or company, in an undramatic way. If however this low-key, informal approach isn’t enough, then use the company’s ethics reporting procedure if there is one. It’s important that you use it, because if the company has a reporting procedure and you don’t use it, you can lose some legal protections. </a:t>
            </a:r>
          </a:p>
        </p:txBody>
      </p:sp>
      <p:sp>
        <p:nvSpPr>
          <p:cNvPr id="4" name="Slide Number Placeholder 3"/>
          <p:cNvSpPr>
            <a:spLocks noGrp="1"/>
          </p:cNvSpPr>
          <p:nvPr>
            <p:ph type="sldNum" sz="quarter" idx="10"/>
          </p:nvPr>
        </p:nvSpPr>
        <p:spPr/>
        <p:txBody>
          <a:bodyPr/>
          <a:lstStyle/>
          <a:p>
            <a:fld id="{22A853E8-D85F-5D49-95D2-E1D96ABFE2B9}" type="slidenum">
              <a:rPr lang="en-GB" smtClean="0"/>
              <a:pPr/>
              <a:t>21</a:t>
            </a:fld>
            <a:endParaRPr lang="en-GB"/>
          </a:p>
        </p:txBody>
      </p:sp>
    </p:spTree>
    <p:extLst>
      <p:ext uri="{BB962C8B-B14F-4D97-AF65-F5344CB8AC3E}">
        <p14:creationId xmlns:p14="http://schemas.microsoft.com/office/powerpoint/2010/main" val="4524093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69C48-F993-F3F4-7B2D-05FEE997D4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C64E34-CD8A-FB7D-73FD-A8635E63A5D7}"/>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BC3CAE8-3794-85D6-58DF-F7FFF25E8C07}"/>
              </a:ext>
            </a:extLst>
          </p:cNvPr>
          <p:cNvSpPr>
            <a:spLocks noGrp="1"/>
          </p:cNvSpPr>
          <p:nvPr>
            <p:ph type="body" idx="1"/>
          </p:nvPr>
        </p:nvSpPr>
        <p:spPr/>
        <p:txBody>
          <a:bodyPr>
            <a:normAutofit/>
          </a:bodyPr>
          <a:lstStyle/>
          <a:p>
            <a:r>
              <a:rPr lang="en-GB" sz="1000" b="0" i="0" dirty="0">
                <a:solidFill>
                  <a:srgbClr val="2A2A2A"/>
                </a:solidFill>
                <a:effectLst/>
                <a:latin typeface="Arial" panose="020B0604020202020204" pitchFamily="34" charset="0"/>
                <a:cs typeface="Arial" panose="020B0604020202020204" pitchFamily="34" charset="0"/>
              </a:rPr>
              <a:t>I told Tom and Russell that I’d mention the Facebook angry icon. This is Frances Haugen giving evidence in 2021 before a House of Lords Committee. One of the things she talked about was the angry icon. When Facebook introduced some new icons, including “love”, “care”, and “angry”, it wanted to promote their use; so it counted their use in response to a message as worth more than just a “like” response when deciding what subsequent content to show to a user. This is fair enough for “love”, but for “angry” it had the effect of showing users more content similar to content they’d been angry about before. With consequences that I think you may have noticed. Frances Haugen went through steps 1 and 2, but didn’t get through Facebook’s bureaucracy. She was clear that she thought that FB had good intentions. But eventually she decided that the right thing to do was go public about the problems. Facebook no longer a user’s “angry” responses to determine what messages to show to them.</a:t>
            </a:r>
            <a:endParaRPr lang="en-US" sz="1000" dirty="0">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6152F748-58F6-BAD7-18A6-B785C53E4490}"/>
              </a:ext>
            </a:extLst>
          </p:cNvPr>
          <p:cNvSpPr>
            <a:spLocks noGrp="1"/>
          </p:cNvSpPr>
          <p:nvPr>
            <p:ph type="sldNum" sz="quarter" idx="10"/>
          </p:nvPr>
        </p:nvSpPr>
        <p:spPr/>
        <p:txBody>
          <a:bodyPr/>
          <a:lstStyle/>
          <a:p>
            <a:fld id="{22A853E8-D85F-5D49-95D2-E1D96ABFE2B9}" type="slidenum">
              <a:rPr lang="en-GB" smtClean="0"/>
              <a:pPr/>
              <a:t>22</a:t>
            </a:fld>
            <a:endParaRPr lang="en-GB"/>
          </a:p>
        </p:txBody>
      </p:sp>
    </p:spTree>
    <p:extLst>
      <p:ext uri="{BB962C8B-B14F-4D97-AF65-F5344CB8AC3E}">
        <p14:creationId xmlns:p14="http://schemas.microsoft.com/office/powerpoint/2010/main" val="40062039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normAutofit/>
          </a:bodyPr>
          <a:lstStyle/>
          <a:p>
            <a:r>
              <a:rPr lang="en-GB" sz="1000" baseline="0" dirty="0">
                <a:effectLst/>
                <a:latin typeface="Calibri" panose="020F0502020204030204" pitchFamily="34" charset="0"/>
                <a:ea typeface="Calibri" panose="020F0502020204030204" pitchFamily="34" charset="0"/>
                <a:cs typeface="Times New Roman" panose="02020603050405020304" pitchFamily="18" charset="0"/>
              </a:rPr>
              <a:t>The third step is public whistleblowing; for instance, talking to a journalist. You might talk to an MP or a professional body instead, depending on the type of problem. Public whistleblowing is for heroes and heroines; don’t feel that you have to do it. Only do it after the previous steps have failed, and read the link I’ve given you first. There are support organizations for people thinking of whistleblowing, I’ve given you links in the references. </a:t>
            </a:r>
          </a:p>
          <a:p>
            <a:r>
              <a:rPr lang="en-GB" sz="1000" baseline="0" dirty="0">
                <a:effectLst/>
                <a:latin typeface="Calibri" panose="020F0502020204030204" pitchFamily="34" charset="0"/>
                <a:cs typeface="Times New Roman" panose="02020603050405020304" pitchFamily="18" charset="0"/>
              </a:rPr>
              <a:t>One thing worth mentioning is that non-disclosure agreements can’t prevent whistleblowing in the public interest. If a non-disclosure agreement says you can’t talk about the issue, that part of the agreement may not be valid. But whether a particular potential whistleblowing counts as being in the public interest depends on the situation, so do check with a lawyer or support organization first whether or not this is the case in your particular situation, before you </a:t>
            </a:r>
            <a:r>
              <a:rPr lang="en-GB" sz="1000" baseline="0" dirty="0" err="1">
                <a:effectLst/>
                <a:latin typeface="Calibri" panose="020F0502020204030204" pitchFamily="34" charset="0"/>
                <a:cs typeface="Times New Roman" panose="02020603050405020304" pitchFamily="18" charset="0"/>
              </a:rPr>
              <a:t>whistleblow</a:t>
            </a:r>
            <a:r>
              <a:rPr lang="en-GB" sz="1000" baseline="0" dirty="0">
                <a:effectLst/>
                <a:latin typeface="Calibri" panose="020F0502020204030204" pitchFamily="34" charset="0"/>
                <a:cs typeface="Times New Roman" panose="02020603050405020304" pitchFamily="18" charset="0"/>
              </a:rPr>
              <a:t>. </a:t>
            </a:r>
            <a:endParaRPr lang="en-US" sz="1000" baseline="0" dirty="0"/>
          </a:p>
          <a:p>
            <a:pPr marL="0" marR="0" lvl="0" indent="0" algn="l" defTabSz="457200" rtl="0" eaLnBrk="1" fontAlgn="auto" latinLnBrk="0" hangingPunct="1">
              <a:lnSpc>
                <a:spcPct val="100000"/>
              </a:lnSpc>
              <a:spcBef>
                <a:spcPts val="0"/>
              </a:spcBef>
              <a:spcAft>
                <a:spcPts val="0"/>
              </a:spcAft>
              <a:buClrTx/>
              <a:buSzTx/>
              <a:buFontTx/>
              <a:buNone/>
              <a:tabLst/>
              <a:defRPr/>
            </a:pPr>
            <a:r>
              <a:rPr lang="en-US" sz="1000" baseline="0" dirty="0"/>
              <a:t>.</a:t>
            </a:r>
            <a:r>
              <a:rPr lang="en-GB" sz="1000" b="0" i="0" dirty="0">
                <a:solidFill>
                  <a:srgbClr val="2A2A2A"/>
                </a:solidFill>
                <a:effectLst/>
                <a:latin typeface="Arial" panose="020B0604020202020204" pitchFamily="34" charset="0"/>
                <a:cs typeface="Arial" panose="020B0604020202020204" pitchFamily="34" charset="0"/>
              </a:rPr>
              <a:t> Frances Haugen had signed a nondisclosure agreement, however when she left Facebook she took a huge number of confidential documents with her. The reason why she could, legally, is the US Security and Exchange Commission allows this for someone making a complaint that a company has misled investors by material misinformation or omissions about their business position. For instance, FB seems to have allowed the impression that their systems for detecting and suppressing toxic speech were more effective than they actually were.</a:t>
            </a:r>
            <a:endParaRPr lang="en-GB" sz="1000" baseline="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sz="1000" baseline="0" dirty="0"/>
          </a:p>
        </p:txBody>
      </p:sp>
      <p:sp>
        <p:nvSpPr>
          <p:cNvPr id="4" name="Slide Number Placeholder 3"/>
          <p:cNvSpPr>
            <a:spLocks noGrp="1"/>
          </p:cNvSpPr>
          <p:nvPr>
            <p:ph type="sldNum" sz="quarter" idx="10"/>
          </p:nvPr>
        </p:nvSpPr>
        <p:spPr/>
        <p:txBody>
          <a:bodyPr/>
          <a:lstStyle/>
          <a:p>
            <a:fld id="{22A853E8-D85F-5D49-95D2-E1D96ABFE2B9}" type="slidenum">
              <a:rPr lang="en-GB" smtClean="0"/>
              <a:pPr/>
              <a:t>23</a:t>
            </a:fld>
            <a:endParaRPr lang="en-GB"/>
          </a:p>
        </p:txBody>
      </p:sp>
    </p:spTree>
    <p:extLst>
      <p:ext uri="{BB962C8B-B14F-4D97-AF65-F5344CB8AC3E}">
        <p14:creationId xmlns:p14="http://schemas.microsoft.com/office/powerpoint/2010/main" val="25652870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normAutofit/>
          </a:bodyPr>
          <a:lstStyle/>
          <a:p>
            <a:r>
              <a:rPr lang="en-GB" sz="1000" baseline="0" dirty="0">
                <a:effectLst/>
                <a:latin typeface="Calibri" panose="020F0502020204030204" pitchFamily="34" charset="0"/>
                <a:ea typeface="Calibri" panose="020F0502020204030204" pitchFamily="34" charset="0"/>
                <a:cs typeface="Times New Roman" panose="02020603050405020304" pitchFamily="18" charset="0"/>
              </a:rPr>
              <a:t>So far I’ve been talking from the perspective of an employee. What if you’re an employer, or a senior manager? Some of you are going to start your own companies, or be in senior management. What you should do is to create an open and supportive environment, and demonstrate that you welcome discussions. Demonstrate this, don’t just say it. You really do not want that the first you time you hear of a problem is when the Twitter hate campaign starts and journalists doorstep you. You want to hear about it at an early stage, when you have the opportunity to fix the issue without too much pain. As well as an open environment you need a reporting procedure. I’ll give you a reference on how to design one. </a:t>
            </a:r>
          </a:p>
          <a:p>
            <a:r>
              <a:rPr lang="en-GB" sz="1000" baseline="0" dirty="0">
                <a:effectLst/>
                <a:latin typeface="Calibri" panose="020F0502020204030204" pitchFamily="34" charset="0"/>
                <a:cs typeface="Times New Roman" panose="02020603050405020304" pitchFamily="18" charset="0"/>
              </a:rPr>
              <a:t>You should also add incentives for your employees to behave in the way you want. Think about what questions to ask in their performance evaluations or promotion applications, to let them demonstrate their ethical </a:t>
            </a:r>
            <a:r>
              <a:rPr lang="en-GB" sz="1000" baseline="0" dirty="0" err="1">
                <a:effectLst/>
                <a:latin typeface="Calibri" panose="020F0502020204030204" pitchFamily="34" charset="0"/>
                <a:cs typeface="Times New Roman" panose="02020603050405020304" pitchFamily="18" charset="0"/>
              </a:rPr>
              <a:t>behavour</a:t>
            </a:r>
            <a:r>
              <a:rPr lang="en-GB" sz="1000" baseline="0" dirty="0">
                <a:effectLst/>
                <a:latin typeface="Calibri" panose="020F0502020204030204" pitchFamily="34" charset="0"/>
                <a:cs typeface="Times New Roman" panose="02020603050405020304" pitchFamily="18" charset="0"/>
              </a:rPr>
              <a:t> or learning, or their following ethical procedures. Use results on how employees are doing in this regard to feed into the performance evaluation of their managers. One tool you can use for this is anonymous surveys, in which employees can say how well they think their part of the company (or, more specifically, their manager) is doing with respect to ethics.</a:t>
            </a:r>
            <a:endParaRPr lang="en-US" sz="1000" baseline="0" dirty="0"/>
          </a:p>
        </p:txBody>
      </p:sp>
      <p:sp>
        <p:nvSpPr>
          <p:cNvPr id="4" name="Slide Number Placeholder 3"/>
          <p:cNvSpPr>
            <a:spLocks noGrp="1"/>
          </p:cNvSpPr>
          <p:nvPr>
            <p:ph type="sldNum" sz="quarter" idx="10"/>
          </p:nvPr>
        </p:nvSpPr>
        <p:spPr/>
        <p:txBody>
          <a:bodyPr/>
          <a:lstStyle/>
          <a:p>
            <a:fld id="{22A853E8-D85F-5D49-95D2-E1D96ABFE2B9}" type="slidenum">
              <a:rPr lang="en-GB" smtClean="0"/>
              <a:pPr/>
              <a:t>24</a:t>
            </a:fld>
            <a:endParaRPr lang="en-GB"/>
          </a:p>
        </p:txBody>
      </p:sp>
    </p:spTree>
    <p:extLst>
      <p:ext uri="{BB962C8B-B14F-4D97-AF65-F5344CB8AC3E}">
        <p14:creationId xmlns:p14="http://schemas.microsoft.com/office/powerpoint/2010/main" val="392959858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E4AAB-F74B-9BCA-6CBC-9E21DD3E2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C9CEE8-05D0-79F1-AE6D-075EA5584EE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5EA95E63-6A54-7E68-8066-F68CF3DB8827}"/>
              </a:ext>
            </a:extLst>
          </p:cNvPr>
          <p:cNvSpPr>
            <a:spLocks noGrp="1"/>
          </p:cNvSpPr>
          <p:nvPr>
            <p:ph type="body" idx="1"/>
          </p:nvPr>
        </p:nvSpPr>
        <p:spPr/>
        <p:txBody>
          <a:bodyPr>
            <a:normAutofit/>
          </a:bodyPr>
          <a:lstStyle/>
          <a:p>
            <a:r>
              <a:rPr lang="en-US" sz="1000" dirty="0"/>
              <a:t>I’m not a lawyer. I will be talking about legal issues in this session. Please don’t assume that I get the law right, and if you think you need to apply something I say, ask a lawyer – there are some good ones in the University Law School, for example.</a:t>
            </a:r>
          </a:p>
        </p:txBody>
      </p:sp>
      <p:sp>
        <p:nvSpPr>
          <p:cNvPr id="4" name="Slide Number Placeholder 3">
            <a:extLst>
              <a:ext uri="{FF2B5EF4-FFF2-40B4-BE49-F238E27FC236}">
                <a16:creationId xmlns:a16="http://schemas.microsoft.com/office/drawing/2014/main" id="{F7894E49-59D4-9777-6E55-89F366CC8C1B}"/>
              </a:ext>
            </a:extLst>
          </p:cNvPr>
          <p:cNvSpPr>
            <a:spLocks noGrp="1"/>
          </p:cNvSpPr>
          <p:nvPr>
            <p:ph type="sldNum" sz="quarter" idx="10"/>
          </p:nvPr>
        </p:nvSpPr>
        <p:spPr/>
        <p:txBody>
          <a:bodyPr/>
          <a:lstStyle/>
          <a:p>
            <a:fld id="{22A853E8-D85F-5D49-95D2-E1D96ABFE2B9}" type="slidenum">
              <a:rPr lang="en-GB" smtClean="0"/>
              <a:pPr/>
              <a:t>25</a:t>
            </a:fld>
            <a:endParaRPr lang="en-GB"/>
          </a:p>
        </p:txBody>
      </p:sp>
    </p:spTree>
    <p:extLst>
      <p:ext uri="{BB962C8B-B14F-4D97-AF65-F5344CB8AC3E}">
        <p14:creationId xmlns:p14="http://schemas.microsoft.com/office/powerpoint/2010/main" val="21513840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24DAE4-89BC-9197-566A-BF0F93AF7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BC4080-9E55-2226-CC22-EC7B12342CB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DBBC547C-52EE-641D-A040-21330EDA9EDB}"/>
              </a:ext>
            </a:extLst>
          </p:cNvPr>
          <p:cNvSpPr>
            <a:spLocks noGrp="1"/>
          </p:cNvSpPr>
          <p:nvPr>
            <p:ph type="body" idx="1"/>
          </p:nvPr>
        </p:nvSpPr>
        <p:spPr/>
        <p:txBody>
          <a:bodyPr>
            <a:normAutofit/>
          </a:bodyPr>
          <a:lstStyle/>
          <a:p>
            <a:r>
              <a:rPr lang="en-US" sz="1000" dirty="0"/>
              <a:t>This is about copyright, not privacy, but it’s also on the general theme of having control over whether your data is used to train AI; here it’s data to which you hold the copyright rather than personal data.</a:t>
            </a:r>
          </a:p>
          <a:p>
            <a:r>
              <a:rPr lang="en-US" sz="1000" dirty="0"/>
              <a:t>The judge dismissed, because the plaintiff hadn’t shown impact on the market for their books.</a:t>
            </a:r>
          </a:p>
          <a:p>
            <a:r>
              <a:rPr lang="en-US" sz="1000" dirty="0"/>
              <a:t>In Bartz v Anthropic, Anthropic lost the case; the judge said training on data acquired legally without permission was OK because “transformative”. But a crucial factor in that case was that they hadn’t just used the pirated data temporarily for training, but had preserved some of it in internal databases for later use.</a:t>
            </a:r>
          </a:p>
          <a:p>
            <a:r>
              <a:rPr lang="en-US" sz="1000" dirty="0"/>
              <a:t>This point is currently being discussed in UK law, where it’s a bit unclear. The UK tech companies want to make it legal to train on copyright data without permission. The UK media industries want to make it legal only with a </a:t>
            </a:r>
            <a:r>
              <a:rPr lang="en-US" sz="1000" dirty="0" err="1"/>
              <a:t>licence</a:t>
            </a:r>
            <a:r>
              <a:rPr lang="en-US" sz="1000" dirty="0"/>
              <a:t> from the copyright holder. The government originally proposed to make it opt-out, so you could train on copyright data as long as the owner hadn’t marked the data or website to say no AI (for example, using robots.txt). But neither side liked this, and currently the government says they don’t take a position on it but want further discussion. I’ve given a link to a consultation about this in the references, which takes the side of the media industries.</a:t>
            </a:r>
          </a:p>
        </p:txBody>
      </p:sp>
      <p:sp>
        <p:nvSpPr>
          <p:cNvPr id="4" name="Slide Number Placeholder 3">
            <a:extLst>
              <a:ext uri="{FF2B5EF4-FFF2-40B4-BE49-F238E27FC236}">
                <a16:creationId xmlns:a16="http://schemas.microsoft.com/office/drawing/2014/main" id="{F4DC974B-8C34-52F1-23A6-77A3D5D83D5D}"/>
              </a:ext>
            </a:extLst>
          </p:cNvPr>
          <p:cNvSpPr>
            <a:spLocks noGrp="1"/>
          </p:cNvSpPr>
          <p:nvPr>
            <p:ph type="sldNum" sz="quarter" idx="10"/>
          </p:nvPr>
        </p:nvSpPr>
        <p:spPr/>
        <p:txBody>
          <a:bodyPr/>
          <a:lstStyle/>
          <a:p>
            <a:fld id="{22A853E8-D85F-5D49-95D2-E1D96ABFE2B9}" type="slidenum">
              <a:rPr lang="en-GB" smtClean="0"/>
              <a:pPr/>
              <a:t>26</a:t>
            </a:fld>
            <a:endParaRPr lang="en-GB"/>
          </a:p>
        </p:txBody>
      </p:sp>
    </p:spTree>
    <p:extLst>
      <p:ext uri="{BB962C8B-B14F-4D97-AF65-F5344CB8AC3E}">
        <p14:creationId xmlns:p14="http://schemas.microsoft.com/office/powerpoint/2010/main" val="225718811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12D72-6099-E808-141D-5D65A16276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A046B3-FE1B-522E-C975-08960932504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ABBD746-E1BC-451B-55B3-46C5EE5428EA}"/>
              </a:ext>
            </a:extLst>
          </p:cNvPr>
          <p:cNvSpPr>
            <a:spLocks noGrp="1"/>
          </p:cNvSpPr>
          <p:nvPr>
            <p:ph type="body" idx="1"/>
          </p:nvPr>
        </p:nvSpPr>
        <p:spPr/>
        <p:txBody>
          <a:bodyPr>
            <a:normAutofit/>
          </a:bodyPr>
          <a:lstStyle/>
          <a:p>
            <a:r>
              <a:rPr lang="en-US" sz="1000" dirty="0"/>
              <a:t>This is about copyright, not privacy, but io on the general theme of having control over whether your data is used to train AI; here it’s data to which you hold the copyright rather than personal data.</a:t>
            </a:r>
          </a:p>
          <a:p>
            <a:r>
              <a:rPr lang="en-US" sz="1000" dirty="0"/>
              <a:t>In </a:t>
            </a:r>
            <a:r>
              <a:rPr lang="en-US" sz="1000" dirty="0" err="1"/>
              <a:t>Kadrey</a:t>
            </a:r>
            <a:r>
              <a:rPr lang="en-US" sz="1000" dirty="0"/>
              <a:t> v Meta, t’s </a:t>
            </a:r>
            <a:r>
              <a:rPr lang="en-US" sz="1000" dirty="0" err="1"/>
              <a:t>alsthe</a:t>
            </a:r>
            <a:r>
              <a:rPr lang="en-US" sz="1000" dirty="0"/>
              <a:t> case was dismissed because the plaintiffs hadn’t shown that there’d been a negative impact on the market for their books. But the judge said that in most cases, </a:t>
            </a:r>
            <a:r>
              <a:rPr lang="en-US" sz="1000" dirty="0" err="1"/>
              <a:t>trainingAI</a:t>
            </a:r>
            <a:r>
              <a:rPr lang="en-US" sz="1000" dirty="0"/>
              <a:t> on copyright works without permission is illegal – the reason the case was dismissed was that in the US copyright violation is a financial issue.</a:t>
            </a:r>
          </a:p>
          <a:p>
            <a:r>
              <a:rPr lang="en-US" sz="1000" dirty="0"/>
              <a:t>In Bartz v Anthropic, the judge said training on data acquired legally without permission was OK because “transformative”. But a crucial factor in that case was that they hadn’t just used the pirated data temporarily for training, but had preserved some of it in internal databases for later use. They’re paying $1.5bn (!) in settlement.</a:t>
            </a:r>
          </a:p>
          <a:p>
            <a:r>
              <a:rPr lang="en-US" sz="1000" dirty="0"/>
              <a:t>This point is currently being discussed in UK law. The UK tech companies want to make it legal to train on copyright data without permission. The UK media industries want to make it legal only with a </a:t>
            </a:r>
            <a:r>
              <a:rPr lang="en-US" sz="1000" dirty="0" err="1"/>
              <a:t>licence</a:t>
            </a:r>
            <a:r>
              <a:rPr lang="en-US" sz="1000" dirty="0"/>
              <a:t> from the copyright holder. The government originally proposed to make it opt-out, so you could train on copyright data as long as the owner hadn’t marked the data or website to say no AI (for example, using robots.txt). But neither side liked this, and currently the government says they don’t take a position on it but want further discussion. I’ve given a link to an inquiry about this in the references, which broadly takes the side of the media companies.</a:t>
            </a:r>
          </a:p>
        </p:txBody>
      </p:sp>
      <p:sp>
        <p:nvSpPr>
          <p:cNvPr id="4" name="Slide Number Placeholder 3">
            <a:extLst>
              <a:ext uri="{FF2B5EF4-FFF2-40B4-BE49-F238E27FC236}">
                <a16:creationId xmlns:a16="http://schemas.microsoft.com/office/drawing/2014/main" id="{8125EBA5-430A-CD68-F8E0-34D7E0DCD19D}"/>
              </a:ext>
            </a:extLst>
          </p:cNvPr>
          <p:cNvSpPr>
            <a:spLocks noGrp="1"/>
          </p:cNvSpPr>
          <p:nvPr>
            <p:ph type="sldNum" sz="quarter" idx="10"/>
          </p:nvPr>
        </p:nvSpPr>
        <p:spPr/>
        <p:txBody>
          <a:bodyPr/>
          <a:lstStyle/>
          <a:p>
            <a:fld id="{22A853E8-D85F-5D49-95D2-E1D96ABFE2B9}" type="slidenum">
              <a:rPr lang="en-GB" smtClean="0"/>
              <a:pPr/>
              <a:t>27</a:t>
            </a:fld>
            <a:endParaRPr lang="en-GB"/>
          </a:p>
        </p:txBody>
      </p:sp>
    </p:spTree>
    <p:extLst>
      <p:ext uri="{BB962C8B-B14F-4D97-AF65-F5344CB8AC3E}">
        <p14:creationId xmlns:p14="http://schemas.microsoft.com/office/powerpoint/2010/main" val="283605330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F816B-0B2B-285D-31E0-EAE008ACE1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6DDF32-2178-CA60-BCB1-D9EBE462403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A5CA7255-9606-9433-4459-600730D1990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EE1A735-EFC0-B3D4-3598-328C98E472F4}"/>
              </a:ext>
            </a:extLst>
          </p:cNvPr>
          <p:cNvSpPr>
            <a:spLocks noGrp="1"/>
          </p:cNvSpPr>
          <p:nvPr>
            <p:ph type="sldNum" sz="quarter" idx="10"/>
          </p:nvPr>
        </p:nvSpPr>
        <p:spPr/>
        <p:txBody>
          <a:bodyPr/>
          <a:lstStyle/>
          <a:p>
            <a:fld id="{AB2AB4BB-1CE4-421C-B8B3-1E6B497F5EF8}" type="slidenum">
              <a:rPr lang="en-GB" smtClean="0"/>
              <a:t>28</a:t>
            </a:fld>
            <a:endParaRPr lang="en-GB"/>
          </a:p>
        </p:txBody>
      </p:sp>
    </p:spTree>
    <p:extLst>
      <p:ext uri="{BB962C8B-B14F-4D97-AF65-F5344CB8AC3E}">
        <p14:creationId xmlns:p14="http://schemas.microsoft.com/office/powerpoint/2010/main" val="68672190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7BFCF-1911-7FD2-28F2-A467681433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0ABE3E-3529-CD38-07CE-293BD8A198E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4423556-743A-8D5D-AAF6-313CDA62B85A}"/>
              </a:ext>
            </a:extLst>
          </p:cNvPr>
          <p:cNvSpPr>
            <a:spLocks noGrp="1"/>
          </p:cNvSpPr>
          <p:nvPr>
            <p:ph type="body" idx="1"/>
          </p:nvPr>
        </p:nvSpPr>
        <p:spPr/>
        <p:txBody>
          <a:bodyPr>
            <a:normAutofit/>
          </a:bodyPr>
          <a:lstStyle/>
          <a:p>
            <a:r>
              <a:rPr lang="en-US" sz="1000" baseline="0" dirty="0"/>
              <a:t>It may be revised but the practical steps are good suggestions (even though there are rather a lot of them). In practice, your Data Protection Officer should help you.</a:t>
            </a:r>
          </a:p>
        </p:txBody>
      </p:sp>
      <p:sp>
        <p:nvSpPr>
          <p:cNvPr id="4" name="Slide Number Placeholder 3">
            <a:extLst>
              <a:ext uri="{FF2B5EF4-FFF2-40B4-BE49-F238E27FC236}">
                <a16:creationId xmlns:a16="http://schemas.microsoft.com/office/drawing/2014/main" id="{9EA5EC37-233C-1A1F-831F-46D822CC8A7A}"/>
              </a:ext>
            </a:extLst>
          </p:cNvPr>
          <p:cNvSpPr>
            <a:spLocks noGrp="1"/>
          </p:cNvSpPr>
          <p:nvPr>
            <p:ph type="sldNum" sz="quarter" idx="10"/>
          </p:nvPr>
        </p:nvSpPr>
        <p:spPr/>
        <p:txBody>
          <a:bodyPr/>
          <a:lstStyle/>
          <a:p>
            <a:fld id="{22A853E8-D85F-5D49-95D2-E1D96ABFE2B9}" type="slidenum">
              <a:rPr lang="en-GB" smtClean="0"/>
              <a:pPr/>
              <a:t>29</a:t>
            </a:fld>
            <a:endParaRPr lang="en-GB"/>
          </a:p>
        </p:txBody>
      </p:sp>
    </p:spTree>
    <p:extLst>
      <p:ext uri="{BB962C8B-B14F-4D97-AF65-F5344CB8AC3E}">
        <p14:creationId xmlns:p14="http://schemas.microsoft.com/office/powerpoint/2010/main" val="155691506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25DC8-1A0E-44B4-C12B-661D904C57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D14C9F-4A17-0D0C-2D2B-0C569960AD6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5BCAF74D-445C-BFE5-E5BE-4E285CFE4CB6}"/>
              </a:ext>
            </a:extLst>
          </p:cNvPr>
          <p:cNvSpPr>
            <a:spLocks noGrp="1"/>
          </p:cNvSpPr>
          <p:nvPr>
            <p:ph type="body" idx="1"/>
          </p:nvPr>
        </p:nvSpPr>
        <p:spPr/>
        <p:txBody>
          <a:bodyPr>
            <a:normAutofit/>
          </a:bodyPr>
          <a:lstStyle/>
          <a:p>
            <a:endParaRPr lang="en-US" sz="1000" baseline="0" dirty="0"/>
          </a:p>
        </p:txBody>
      </p:sp>
      <p:sp>
        <p:nvSpPr>
          <p:cNvPr id="4" name="Slide Number Placeholder 3">
            <a:extLst>
              <a:ext uri="{FF2B5EF4-FFF2-40B4-BE49-F238E27FC236}">
                <a16:creationId xmlns:a16="http://schemas.microsoft.com/office/drawing/2014/main" id="{92D19D31-3ED8-BAE3-21C1-F000F28384BC}"/>
              </a:ext>
            </a:extLst>
          </p:cNvPr>
          <p:cNvSpPr>
            <a:spLocks noGrp="1"/>
          </p:cNvSpPr>
          <p:nvPr>
            <p:ph type="sldNum" sz="quarter" idx="10"/>
          </p:nvPr>
        </p:nvSpPr>
        <p:spPr/>
        <p:txBody>
          <a:bodyPr/>
          <a:lstStyle/>
          <a:p>
            <a:fld id="{22A853E8-D85F-5D49-95D2-E1D96ABFE2B9}" type="slidenum">
              <a:rPr lang="en-GB" smtClean="0"/>
              <a:pPr/>
              <a:t>30</a:t>
            </a:fld>
            <a:endParaRPr lang="en-GB"/>
          </a:p>
        </p:txBody>
      </p:sp>
    </p:spTree>
    <p:extLst>
      <p:ext uri="{BB962C8B-B14F-4D97-AF65-F5344CB8AC3E}">
        <p14:creationId xmlns:p14="http://schemas.microsoft.com/office/powerpoint/2010/main" val="303204480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F71F3-07A5-FE81-0CBE-A71E2010CE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8A181B-C3B1-5B54-E943-9BE2FCA17CCD}"/>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A5892A0-4ECB-2D47-84B0-A4052E928A5D}"/>
              </a:ext>
            </a:extLst>
          </p:cNvPr>
          <p:cNvSpPr>
            <a:spLocks noGrp="1"/>
          </p:cNvSpPr>
          <p:nvPr>
            <p:ph type="body" idx="1"/>
          </p:nvPr>
        </p:nvSpPr>
        <p:spPr/>
        <p:txBody>
          <a:bodyPr>
            <a:normAutofit/>
          </a:bodyPr>
          <a:lstStyle/>
          <a:p>
            <a:endParaRPr lang="en-US" sz="1000" baseline="0" dirty="0"/>
          </a:p>
        </p:txBody>
      </p:sp>
      <p:sp>
        <p:nvSpPr>
          <p:cNvPr id="4" name="Slide Number Placeholder 3">
            <a:extLst>
              <a:ext uri="{FF2B5EF4-FFF2-40B4-BE49-F238E27FC236}">
                <a16:creationId xmlns:a16="http://schemas.microsoft.com/office/drawing/2014/main" id="{DE5CA55C-45D4-319A-7F07-FEA19D85C7C7}"/>
              </a:ext>
            </a:extLst>
          </p:cNvPr>
          <p:cNvSpPr>
            <a:spLocks noGrp="1"/>
          </p:cNvSpPr>
          <p:nvPr>
            <p:ph type="sldNum" sz="quarter" idx="10"/>
          </p:nvPr>
        </p:nvSpPr>
        <p:spPr/>
        <p:txBody>
          <a:bodyPr/>
          <a:lstStyle/>
          <a:p>
            <a:fld id="{22A853E8-D85F-5D49-95D2-E1D96ABFE2B9}" type="slidenum">
              <a:rPr lang="en-GB" smtClean="0"/>
              <a:pPr/>
              <a:t>31</a:t>
            </a:fld>
            <a:endParaRPr lang="en-GB"/>
          </a:p>
        </p:txBody>
      </p:sp>
    </p:spTree>
    <p:extLst>
      <p:ext uri="{BB962C8B-B14F-4D97-AF65-F5344CB8AC3E}">
        <p14:creationId xmlns:p14="http://schemas.microsoft.com/office/powerpoint/2010/main" val="150079396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F50DE-BE5A-63E5-46AA-6F8F54949E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301F95-ED80-7838-FA9F-EF0E9C673C5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AD1643F9-B923-4504-09D0-00DD2197A310}"/>
              </a:ext>
            </a:extLst>
          </p:cNvPr>
          <p:cNvSpPr>
            <a:spLocks noGrp="1"/>
          </p:cNvSpPr>
          <p:nvPr>
            <p:ph type="body" idx="1"/>
          </p:nvPr>
        </p:nvSpPr>
        <p:spPr/>
        <p:txBody>
          <a:bodyPr>
            <a:normAutofit/>
          </a:bodyPr>
          <a:lstStyle/>
          <a:p>
            <a:endParaRPr lang="en-US" sz="1000" baseline="0" dirty="0"/>
          </a:p>
        </p:txBody>
      </p:sp>
      <p:sp>
        <p:nvSpPr>
          <p:cNvPr id="4" name="Slide Number Placeholder 3">
            <a:extLst>
              <a:ext uri="{FF2B5EF4-FFF2-40B4-BE49-F238E27FC236}">
                <a16:creationId xmlns:a16="http://schemas.microsoft.com/office/drawing/2014/main" id="{C44FC9A7-03C2-7528-6193-DBEAAABC4EC7}"/>
              </a:ext>
            </a:extLst>
          </p:cNvPr>
          <p:cNvSpPr>
            <a:spLocks noGrp="1"/>
          </p:cNvSpPr>
          <p:nvPr>
            <p:ph type="sldNum" sz="quarter" idx="10"/>
          </p:nvPr>
        </p:nvSpPr>
        <p:spPr/>
        <p:txBody>
          <a:bodyPr/>
          <a:lstStyle/>
          <a:p>
            <a:fld id="{22A853E8-D85F-5D49-95D2-E1D96ABFE2B9}" type="slidenum">
              <a:rPr lang="en-GB" smtClean="0"/>
              <a:pPr/>
              <a:t>32</a:t>
            </a:fld>
            <a:endParaRPr lang="en-GB"/>
          </a:p>
        </p:txBody>
      </p:sp>
    </p:spTree>
    <p:extLst>
      <p:ext uri="{BB962C8B-B14F-4D97-AF65-F5344CB8AC3E}">
        <p14:creationId xmlns:p14="http://schemas.microsoft.com/office/powerpoint/2010/main" val="66468655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73C4CE-5507-F3E7-C14C-5F8FE3D67B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10FCE1-DF1E-B57B-FFE9-24D1C0C99FB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F5D8E16-B7D3-D8F9-EEEA-96A906D0184A}"/>
              </a:ext>
            </a:extLst>
          </p:cNvPr>
          <p:cNvSpPr>
            <a:spLocks noGrp="1"/>
          </p:cNvSpPr>
          <p:nvPr>
            <p:ph type="body" idx="1"/>
          </p:nvPr>
        </p:nvSpPr>
        <p:spPr/>
        <p:txBody>
          <a:bodyPr>
            <a:normAutofit/>
          </a:bodyPr>
          <a:lstStyle/>
          <a:p>
            <a:endParaRPr lang="en-US" sz="1000" baseline="0" dirty="0"/>
          </a:p>
        </p:txBody>
      </p:sp>
      <p:sp>
        <p:nvSpPr>
          <p:cNvPr id="4" name="Slide Number Placeholder 3">
            <a:extLst>
              <a:ext uri="{FF2B5EF4-FFF2-40B4-BE49-F238E27FC236}">
                <a16:creationId xmlns:a16="http://schemas.microsoft.com/office/drawing/2014/main" id="{480B0397-D774-BA0E-4A43-5B0139A91A75}"/>
              </a:ext>
            </a:extLst>
          </p:cNvPr>
          <p:cNvSpPr>
            <a:spLocks noGrp="1"/>
          </p:cNvSpPr>
          <p:nvPr>
            <p:ph type="sldNum" sz="quarter" idx="10"/>
          </p:nvPr>
        </p:nvSpPr>
        <p:spPr/>
        <p:txBody>
          <a:bodyPr/>
          <a:lstStyle/>
          <a:p>
            <a:fld id="{22A853E8-D85F-5D49-95D2-E1D96ABFE2B9}" type="slidenum">
              <a:rPr lang="en-GB" smtClean="0"/>
              <a:pPr/>
              <a:t>33</a:t>
            </a:fld>
            <a:endParaRPr lang="en-GB"/>
          </a:p>
        </p:txBody>
      </p:sp>
    </p:spTree>
    <p:extLst>
      <p:ext uri="{BB962C8B-B14F-4D97-AF65-F5344CB8AC3E}">
        <p14:creationId xmlns:p14="http://schemas.microsoft.com/office/powerpoint/2010/main" val="106350002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17A69-7C63-4742-E2A8-3115C26D49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91432E-73C8-5C33-E0CE-532B834FB59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3B1CBD64-2D48-BC22-FD09-6158D50CA4E4}"/>
              </a:ext>
            </a:extLst>
          </p:cNvPr>
          <p:cNvSpPr>
            <a:spLocks noGrp="1"/>
          </p:cNvSpPr>
          <p:nvPr>
            <p:ph type="body" idx="1"/>
          </p:nvPr>
        </p:nvSpPr>
        <p:spPr/>
        <p:txBody>
          <a:bodyPr>
            <a:normAutofit/>
          </a:bodyPr>
          <a:lstStyle/>
          <a:p>
            <a:endParaRPr lang="en-US" sz="1000" baseline="0" dirty="0"/>
          </a:p>
        </p:txBody>
      </p:sp>
      <p:sp>
        <p:nvSpPr>
          <p:cNvPr id="4" name="Slide Number Placeholder 3">
            <a:extLst>
              <a:ext uri="{FF2B5EF4-FFF2-40B4-BE49-F238E27FC236}">
                <a16:creationId xmlns:a16="http://schemas.microsoft.com/office/drawing/2014/main" id="{A51B1E87-DC9F-BEAC-903D-CA35B74727E3}"/>
              </a:ext>
            </a:extLst>
          </p:cNvPr>
          <p:cNvSpPr>
            <a:spLocks noGrp="1"/>
          </p:cNvSpPr>
          <p:nvPr>
            <p:ph type="sldNum" sz="quarter" idx="10"/>
          </p:nvPr>
        </p:nvSpPr>
        <p:spPr/>
        <p:txBody>
          <a:bodyPr/>
          <a:lstStyle/>
          <a:p>
            <a:fld id="{22A853E8-D85F-5D49-95D2-E1D96ABFE2B9}" type="slidenum">
              <a:rPr lang="en-GB" smtClean="0"/>
              <a:pPr/>
              <a:t>34</a:t>
            </a:fld>
            <a:endParaRPr lang="en-GB"/>
          </a:p>
        </p:txBody>
      </p:sp>
    </p:spTree>
    <p:extLst>
      <p:ext uri="{BB962C8B-B14F-4D97-AF65-F5344CB8AC3E}">
        <p14:creationId xmlns:p14="http://schemas.microsoft.com/office/powerpoint/2010/main" val="393527904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9BBCB-478D-D63C-E2F7-9B9BA7DD1B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5114FC-DA26-A112-5D3E-C00BDD61B99D}"/>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A90644EF-CB9A-717B-57F5-AF0C93B8B682}"/>
              </a:ext>
            </a:extLst>
          </p:cNvPr>
          <p:cNvSpPr>
            <a:spLocks noGrp="1"/>
          </p:cNvSpPr>
          <p:nvPr>
            <p:ph type="body" idx="1"/>
          </p:nvPr>
        </p:nvSpPr>
        <p:spPr/>
        <p:txBody>
          <a:bodyPr>
            <a:normAutofit/>
          </a:bodyPr>
          <a:lstStyle/>
          <a:p>
            <a:endParaRPr lang="en-US" sz="1000" baseline="0" dirty="0"/>
          </a:p>
        </p:txBody>
      </p:sp>
      <p:sp>
        <p:nvSpPr>
          <p:cNvPr id="4" name="Slide Number Placeholder 3">
            <a:extLst>
              <a:ext uri="{FF2B5EF4-FFF2-40B4-BE49-F238E27FC236}">
                <a16:creationId xmlns:a16="http://schemas.microsoft.com/office/drawing/2014/main" id="{982F8D9F-5160-0AEA-5F89-E2A9756D9568}"/>
              </a:ext>
            </a:extLst>
          </p:cNvPr>
          <p:cNvSpPr>
            <a:spLocks noGrp="1"/>
          </p:cNvSpPr>
          <p:nvPr>
            <p:ph type="sldNum" sz="quarter" idx="10"/>
          </p:nvPr>
        </p:nvSpPr>
        <p:spPr/>
        <p:txBody>
          <a:bodyPr/>
          <a:lstStyle/>
          <a:p>
            <a:fld id="{22A853E8-D85F-5D49-95D2-E1D96ABFE2B9}" type="slidenum">
              <a:rPr lang="en-GB" smtClean="0"/>
              <a:pPr/>
              <a:t>35</a:t>
            </a:fld>
            <a:endParaRPr lang="en-GB"/>
          </a:p>
        </p:txBody>
      </p:sp>
    </p:spTree>
    <p:extLst>
      <p:ext uri="{BB962C8B-B14F-4D97-AF65-F5344CB8AC3E}">
        <p14:creationId xmlns:p14="http://schemas.microsoft.com/office/powerpoint/2010/main" val="403479510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81441-A2C0-7A26-876D-35F7FC6BE9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30B677-547B-77DD-23E0-B4BDCE01D05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6C987AFD-440F-5AD5-F15A-9C0C813FB0A2}"/>
              </a:ext>
            </a:extLst>
          </p:cNvPr>
          <p:cNvSpPr>
            <a:spLocks noGrp="1"/>
          </p:cNvSpPr>
          <p:nvPr>
            <p:ph type="body" idx="1"/>
          </p:nvPr>
        </p:nvSpPr>
        <p:spPr/>
        <p:txBody>
          <a:bodyPr>
            <a:normAutofit/>
          </a:bodyPr>
          <a:lstStyle/>
          <a:p>
            <a:endParaRPr lang="en-US" sz="1000" baseline="0" dirty="0"/>
          </a:p>
        </p:txBody>
      </p:sp>
      <p:sp>
        <p:nvSpPr>
          <p:cNvPr id="4" name="Slide Number Placeholder 3">
            <a:extLst>
              <a:ext uri="{FF2B5EF4-FFF2-40B4-BE49-F238E27FC236}">
                <a16:creationId xmlns:a16="http://schemas.microsoft.com/office/drawing/2014/main" id="{34D86E8A-2966-42D2-C3E6-C7EBB6A3480F}"/>
              </a:ext>
            </a:extLst>
          </p:cNvPr>
          <p:cNvSpPr>
            <a:spLocks noGrp="1"/>
          </p:cNvSpPr>
          <p:nvPr>
            <p:ph type="sldNum" sz="quarter" idx="10"/>
          </p:nvPr>
        </p:nvSpPr>
        <p:spPr/>
        <p:txBody>
          <a:bodyPr/>
          <a:lstStyle/>
          <a:p>
            <a:fld id="{22A853E8-D85F-5D49-95D2-E1D96ABFE2B9}" type="slidenum">
              <a:rPr lang="en-GB" smtClean="0"/>
              <a:pPr/>
              <a:t>36</a:t>
            </a:fld>
            <a:endParaRPr lang="en-GB"/>
          </a:p>
        </p:txBody>
      </p:sp>
    </p:spTree>
    <p:extLst>
      <p:ext uri="{BB962C8B-B14F-4D97-AF65-F5344CB8AC3E}">
        <p14:creationId xmlns:p14="http://schemas.microsoft.com/office/powerpoint/2010/main" val="38727153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_blue_texture">
    <p:bg>
      <p:bgPr>
        <a:blipFill rotWithShape="1">
          <a:blip r:embed="rId2" cstate="email">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373464" y="2776155"/>
            <a:ext cx="7772400" cy="861775"/>
          </a:xfrm>
          <a:prstGeom prst="rect">
            <a:avLst/>
          </a:prstGeom>
        </p:spPr>
        <p:txBody>
          <a:bodyPr wrap="square" lIns="0" tIns="0" rIns="0" bIns="0" anchor="b" anchorCtr="0">
            <a:noAutofit/>
          </a:bodyPr>
          <a:lstStyle>
            <a:lvl1pPr algn="l">
              <a:lnSpc>
                <a:spcPct val="106000"/>
              </a:lnSpc>
              <a:defRPr sz="4000">
                <a:solidFill>
                  <a:schemeClr val="bg1"/>
                </a:solidFill>
                <a:latin typeface="Futura Hv"/>
                <a:cs typeface="Futura"/>
              </a:defRPr>
            </a:lvl1pPr>
          </a:lstStyle>
          <a:p>
            <a:r>
              <a:rPr lang="en-US" noProof="0" dirty="0"/>
              <a:t>Click to edit Master title style</a:t>
            </a:r>
          </a:p>
        </p:txBody>
      </p:sp>
      <p:sp>
        <p:nvSpPr>
          <p:cNvPr id="3" name="Subtitle 2"/>
          <p:cNvSpPr>
            <a:spLocks noGrp="1"/>
          </p:cNvSpPr>
          <p:nvPr>
            <p:ph type="subTitle" idx="1"/>
          </p:nvPr>
        </p:nvSpPr>
        <p:spPr>
          <a:xfrm>
            <a:off x="373464" y="5478617"/>
            <a:ext cx="7772400" cy="297232"/>
          </a:xfrm>
          <a:prstGeom prst="rect">
            <a:avLst/>
          </a:prstGeom>
        </p:spPr>
        <p:txBody>
          <a:bodyPr wrap="square" lIns="0" tIns="0" rIns="0" bIns="0">
            <a:noAutofit/>
          </a:bodyPr>
          <a:lstStyle>
            <a:lvl1pPr marL="0" indent="0" algn="l">
              <a:lnSpc>
                <a:spcPts val="1750"/>
              </a:lnSpc>
              <a:spcBef>
                <a:spcPts val="0"/>
              </a:spcBef>
              <a:buNone/>
              <a:defRPr sz="1400">
                <a:solidFill>
                  <a:srgbClr val="FFFFFF"/>
                </a:solidFill>
                <a:latin typeface="Futura Bk"/>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dirty="0"/>
              <a:t>Click to edit Master subtitle style</a:t>
            </a:r>
          </a:p>
        </p:txBody>
      </p:sp>
      <p:pic>
        <p:nvPicPr>
          <p:cNvPr id="11" name="Picture 10" descr="hp_white.wmf"/>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185942" y="3127291"/>
            <a:ext cx="548640" cy="548640"/>
          </a:xfrm>
          <a:prstGeom prst="rect">
            <a:avLst/>
          </a:prstGeom>
        </p:spPr>
      </p:pic>
    </p:spTree>
    <p:extLst>
      <p:ext uri="{BB962C8B-B14F-4D97-AF65-F5344CB8AC3E}">
        <p14:creationId xmlns:p14="http://schemas.microsoft.com/office/powerpoint/2010/main" val="23203387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_red_texture">
    <p:bg>
      <p:bgPr>
        <a:blipFill rotWithShape="1">
          <a:blip r:embed="rId2" cstate="email">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73464" y="5477256"/>
            <a:ext cx="7772400" cy="297232"/>
          </a:xfrm>
          <a:prstGeom prst="rect">
            <a:avLst/>
          </a:prstGeom>
        </p:spPr>
        <p:txBody>
          <a:bodyPr wrap="square" lIns="0" tIns="0" rIns="0" bIns="0">
            <a:noAutofit/>
          </a:bodyPr>
          <a:lstStyle>
            <a:lvl1pPr marL="0" indent="0" algn="l">
              <a:lnSpc>
                <a:spcPts val="1750"/>
              </a:lnSpc>
              <a:spcBef>
                <a:spcPts val="0"/>
              </a:spcBef>
              <a:buNone/>
              <a:defRPr sz="1400">
                <a:solidFill>
                  <a:srgbClr val="FFFFFF"/>
                </a:solidFill>
                <a:latin typeface="Futura Bk"/>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dirty="0"/>
              <a:t>Click to edit Master subtitle style</a:t>
            </a:r>
          </a:p>
        </p:txBody>
      </p:sp>
      <p:sp>
        <p:nvSpPr>
          <p:cNvPr id="14" name="Title 1"/>
          <p:cNvSpPr>
            <a:spLocks noGrp="1"/>
          </p:cNvSpPr>
          <p:nvPr>
            <p:ph type="ctrTitle"/>
          </p:nvPr>
        </p:nvSpPr>
        <p:spPr>
          <a:xfrm>
            <a:off x="373464" y="2779776"/>
            <a:ext cx="7772400" cy="861775"/>
          </a:xfrm>
          <a:prstGeom prst="rect">
            <a:avLst/>
          </a:prstGeom>
        </p:spPr>
        <p:txBody>
          <a:bodyPr wrap="square" lIns="0" tIns="0" rIns="0" bIns="0" anchor="b" anchorCtr="0">
            <a:noAutofit/>
          </a:bodyPr>
          <a:lstStyle>
            <a:lvl1pPr algn="l">
              <a:lnSpc>
                <a:spcPct val="106000"/>
              </a:lnSpc>
              <a:defRPr sz="4000">
                <a:solidFill>
                  <a:schemeClr val="bg1"/>
                </a:solidFill>
                <a:latin typeface="Futura Hv"/>
                <a:cs typeface="Futura"/>
              </a:defRPr>
            </a:lvl1pPr>
          </a:lstStyle>
          <a:p>
            <a:r>
              <a:rPr lang="en-US" noProof="0" dirty="0"/>
              <a:t>Click to edit Master title style</a:t>
            </a:r>
          </a:p>
        </p:txBody>
      </p:sp>
      <p:pic>
        <p:nvPicPr>
          <p:cNvPr id="6" name="Picture 5" descr="hp_white.wmf"/>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185942" y="3127291"/>
            <a:ext cx="548640" cy="548640"/>
          </a:xfrm>
          <a:prstGeom prst="rect">
            <a:avLst/>
          </a:prstGeom>
        </p:spPr>
      </p:pic>
    </p:spTree>
    <p:extLst>
      <p:ext uri="{BB962C8B-B14F-4D97-AF65-F5344CB8AC3E}">
        <p14:creationId xmlns:p14="http://schemas.microsoft.com/office/powerpoint/2010/main" val="7873091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_green_texture">
    <p:bg>
      <p:bgPr>
        <a:blipFill rotWithShape="1">
          <a:blip r:embed="rId2" cstate="email">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73464" y="5477256"/>
            <a:ext cx="7772400" cy="297232"/>
          </a:xfrm>
          <a:prstGeom prst="rect">
            <a:avLst/>
          </a:prstGeom>
        </p:spPr>
        <p:txBody>
          <a:bodyPr wrap="square" lIns="0" tIns="0" rIns="0" bIns="0">
            <a:noAutofit/>
          </a:bodyPr>
          <a:lstStyle>
            <a:lvl1pPr marL="0" indent="0" algn="l">
              <a:lnSpc>
                <a:spcPts val="1750"/>
              </a:lnSpc>
              <a:spcBef>
                <a:spcPts val="0"/>
              </a:spcBef>
              <a:buNone/>
              <a:defRPr sz="1400">
                <a:solidFill>
                  <a:srgbClr val="FFFFFF"/>
                </a:solidFill>
                <a:latin typeface="Futura Bk"/>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10" name="Title 1"/>
          <p:cNvSpPr>
            <a:spLocks noGrp="1"/>
          </p:cNvSpPr>
          <p:nvPr>
            <p:ph type="ctrTitle"/>
          </p:nvPr>
        </p:nvSpPr>
        <p:spPr>
          <a:xfrm>
            <a:off x="373464" y="2779776"/>
            <a:ext cx="7772400" cy="861775"/>
          </a:xfrm>
          <a:prstGeom prst="rect">
            <a:avLst/>
          </a:prstGeom>
        </p:spPr>
        <p:txBody>
          <a:bodyPr wrap="square" lIns="0" tIns="0" rIns="0" bIns="0" anchor="b" anchorCtr="0">
            <a:noAutofit/>
          </a:bodyPr>
          <a:lstStyle>
            <a:lvl1pPr algn="l">
              <a:lnSpc>
                <a:spcPct val="106000"/>
              </a:lnSpc>
              <a:defRPr sz="4000">
                <a:solidFill>
                  <a:schemeClr val="bg1"/>
                </a:solidFill>
                <a:latin typeface="Futura Hv"/>
                <a:cs typeface="Futura"/>
              </a:defRPr>
            </a:lvl1pPr>
          </a:lstStyle>
          <a:p>
            <a:r>
              <a:rPr lang="en-US" noProof="0"/>
              <a:t>Click to edit Master title style</a:t>
            </a:r>
          </a:p>
        </p:txBody>
      </p:sp>
      <p:pic>
        <p:nvPicPr>
          <p:cNvPr id="6" name="Picture 5" descr="hp_white.wmf"/>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185942" y="3127291"/>
            <a:ext cx="548640" cy="548640"/>
          </a:xfrm>
          <a:prstGeom prst="rect">
            <a:avLst/>
          </a:prstGeom>
        </p:spPr>
      </p:pic>
    </p:spTree>
    <p:extLst>
      <p:ext uri="{BB962C8B-B14F-4D97-AF65-F5344CB8AC3E}">
        <p14:creationId xmlns:p14="http://schemas.microsoft.com/office/powerpoint/2010/main" val="23645403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ransition Slide_blue_texture and subhead line">
    <p:bg>
      <p:bgPr>
        <a:blipFill rotWithShape="1">
          <a:blip r:embed="rId2" cstate="email">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373464" y="2779776"/>
            <a:ext cx="7772400" cy="861775"/>
          </a:xfrm>
          <a:prstGeom prst="rect">
            <a:avLst/>
          </a:prstGeom>
        </p:spPr>
        <p:txBody>
          <a:bodyPr wrap="square" lIns="0" tIns="0" rIns="0" bIns="0" anchor="b" anchorCtr="0">
            <a:noAutofit/>
          </a:bodyPr>
          <a:lstStyle>
            <a:lvl1pPr algn="l">
              <a:lnSpc>
                <a:spcPct val="106000"/>
              </a:lnSpc>
              <a:defRPr sz="4000">
                <a:solidFill>
                  <a:schemeClr val="bg1"/>
                </a:solidFill>
                <a:latin typeface="Futura Hv"/>
                <a:cs typeface="Futura"/>
              </a:defRPr>
            </a:lvl1pPr>
          </a:lstStyle>
          <a:p>
            <a:r>
              <a:rPr lang="en-US" noProof="0" dirty="0"/>
              <a:t>Click to edit Master title style</a:t>
            </a:r>
          </a:p>
        </p:txBody>
      </p:sp>
      <p:sp>
        <p:nvSpPr>
          <p:cNvPr id="3" name="Subtitle 2"/>
          <p:cNvSpPr>
            <a:spLocks noGrp="1"/>
          </p:cNvSpPr>
          <p:nvPr>
            <p:ph type="subTitle" idx="1"/>
          </p:nvPr>
        </p:nvSpPr>
        <p:spPr>
          <a:xfrm>
            <a:off x="373464" y="3847312"/>
            <a:ext cx="7772400" cy="509541"/>
          </a:xfrm>
          <a:prstGeom prst="rect">
            <a:avLst/>
          </a:prstGeom>
        </p:spPr>
        <p:txBody>
          <a:bodyPr wrap="square" lIns="0" tIns="0" rIns="0" bIns="0">
            <a:noAutofit/>
          </a:bodyPr>
          <a:lstStyle>
            <a:lvl1pPr marL="0" indent="0" algn="l">
              <a:lnSpc>
                <a:spcPts val="3000"/>
              </a:lnSpc>
              <a:spcBef>
                <a:spcPts val="0"/>
              </a:spcBef>
              <a:buNone/>
              <a:defRPr sz="2400">
                <a:solidFill>
                  <a:srgbClr val="FFFFFF"/>
                </a:solidFill>
                <a:latin typeface="Futura Bk"/>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dirty="0"/>
              <a:t>Click to edit Master subtitle style</a:t>
            </a:r>
          </a:p>
        </p:txBody>
      </p:sp>
      <p:pic>
        <p:nvPicPr>
          <p:cNvPr id="11" name="Picture 10" descr="hp_white.wmf"/>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375292" y="6140143"/>
            <a:ext cx="411480" cy="411480"/>
          </a:xfrm>
          <a:prstGeom prst="rect">
            <a:avLst/>
          </a:prstGeom>
        </p:spPr>
      </p:pic>
    </p:spTree>
    <p:extLst>
      <p:ext uri="{BB962C8B-B14F-4D97-AF65-F5344CB8AC3E}">
        <p14:creationId xmlns:p14="http://schemas.microsoft.com/office/powerpoint/2010/main" val="34954318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ansition Slide_red_texture and subhead line">
    <p:bg>
      <p:bgPr>
        <a:blipFill rotWithShape="1">
          <a:blip r:embed="rId2" cstate="email">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73464" y="3849624"/>
            <a:ext cx="7772400" cy="509541"/>
          </a:xfrm>
          <a:prstGeom prst="rect">
            <a:avLst/>
          </a:prstGeom>
        </p:spPr>
        <p:txBody>
          <a:bodyPr wrap="square" lIns="0" tIns="0" rIns="0" bIns="0">
            <a:noAutofit/>
          </a:bodyPr>
          <a:lstStyle>
            <a:lvl1pPr marL="0" indent="0" algn="l">
              <a:lnSpc>
                <a:spcPts val="3000"/>
              </a:lnSpc>
              <a:spcBef>
                <a:spcPts val="0"/>
              </a:spcBef>
              <a:buNone/>
              <a:defRPr sz="2400">
                <a:solidFill>
                  <a:srgbClr val="FFFFFF"/>
                </a:solidFill>
                <a:latin typeface="Futura Bk"/>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dirty="0"/>
              <a:t>Click to edit Master subtitle style</a:t>
            </a:r>
          </a:p>
        </p:txBody>
      </p:sp>
      <p:sp>
        <p:nvSpPr>
          <p:cNvPr id="10" name="Title 1"/>
          <p:cNvSpPr>
            <a:spLocks noGrp="1"/>
          </p:cNvSpPr>
          <p:nvPr>
            <p:ph type="ctrTitle"/>
          </p:nvPr>
        </p:nvSpPr>
        <p:spPr>
          <a:xfrm>
            <a:off x="373464" y="2779776"/>
            <a:ext cx="7772400" cy="861775"/>
          </a:xfrm>
          <a:prstGeom prst="rect">
            <a:avLst/>
          </a:prstGeom>
        </p:spPr>
        <p:txBody>
          <a:bodyPr wrap="square" lIns="0" tIns="0" rIns="0" bIns="0" anchor="b" anchorCtr="0">
            <a:noAutofit/>
          </a:bodyPr>
          <a:lstStyle>
            <a:lvl1pPr algn="l">
              <a:lnSpc>
                <a:spcPct val="106000"/>
              </a:lnSpc>
              <a:defRPr sz="4000">
                <a:solidFill>
                  <a:schemeClr val="bg1"/>
                </a:solidFill>
                <a:latin typeface="Futura Hv"/>
                <a:cs typeface="Futura"/>
              </a:defRPr>
            </a:lvl1pPr>
          </a:lstStyle>
          <a:p>
            <a:r>
              <a:rPr lang="en-US" noProof="0" dirty="0"/>
              <a:t>Click to edit Master title style</a:t>
            </a:r>
          </a:p>
        </p:txBody>
      </p:sp>
      <p:pic>
        <p:nvPicPr>
          <p:cNvPr id="6" name="Picture 5" descr="hp_white.wmf"/>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375292" y="6140143"/>
            <a:ext cx="411480" cy="411480"/>
          </a:xfrm>
          <a:prstGeom prst="rect">
            <a:avLst/>
          </a:prstGeom>
        </p:spPr>
      </p:pic>
    </p:spTree>
    <p:extLst>
      <p:ext uri="{BB962C8B-B14F-4D97-AF65-F5344CB8AC3E}">
        <p14:creationId xmlns:p14="http://schemas.microsoft.com/office/powerpoint/2010/main" val="28222978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ansition Slide_green_texture and subhead line">
    <p:bg>
      <p:bgPr>
        <a:blipFill rotWithShape="1">
          <a:blip r:embed="rId2" cstate="email">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73464" y="3849624"/>
            <a:ext cx="7772400" cy="509541"/>
          </a:xfrm>
          <a:prstGeom prst="rect">
            <a:avLst/>
          </a:prstGeom>
        </p:spPr>
        <p:txBody>
          <a:bodyPr wrap="square" lIns="0" tIns="0" rIns="0" bIns="0">
            <a:noAutofit/>
          </a:bodyPr>
          <a:lstStyle>
            <a:lvl1pPr marL="0" indent="0" algn="l">
              <a:lnSpc>
                <a:spcPts val="3000"/>
              </a:lnSpc>
              <a:spcBef>
                <a:spcPts val="0"/>
              </a:spcBef>
              <a:buNone/>
              <a:defRPr sz="2400">
                <a:solidFill>
                  <a:srgbClr val="FFFFFF"/>
                </a:solidFill>
                <a:latin typeface="Futura Bk"/>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dirty="0"/>
              <a:t>Click to edit Master subtitle style</a:t>
            </a:r>
          </a:p>
        </p:txBody>
      </p:sp>
      <p:sp>
        <p:nvSpPr>
          <p:cNvPr id="10" name="Title 1"/>
          <p:cNvSpPr>
            <a:spLocks noGrp="1"/>
          </p:cNvSpPr>
          <p:nvPr>
            <p:ph type="ctrTitle"/>
          </p:nvPr>
        </p:nvSpPr>
        <p:spPr>
          <a:xfrm>
            <a:off x="373464" y="2779776"/>
            <a:ext cx="7772400" cy="861775"/>
          </a:xfrm>
          <a:prstGeom prst="rect">
            <a:avLst/>
          </a:prstGeom>
        </p:spPr>
        <p:txBody>
          <a:bodyPr wrap="square" lIns="0" tIns="0" rIns="0" bIns="0" anchor="b" anchorCtr="0">
            <a:noAutofit/>
          </a:bodyPr>
          <a:lstStyle>
            <a:lvl1pPr algn="l">
              <a:lnSpc>
                <a:spcPct val="106000"/>
              </a:lnSpc>
              <a:defRPr sz="4000">
                <a:solidFill>
                  <a:schemeClr val="bg1"/>
                </a:solidFill>
                <a:latin typeface="Futura Hv"/>
                <a:cs typeface="Futura"/>
              </a:defRPr>
            </a:lvl1pPr>
          </a:lstStyle>
          <a:p>
            <a:r>
              <a:rPr lang="en-US" noProof="0" dirty="0"/>
              <a:t>Click to edit Master title style</a:t>
            </a:r>
          </a:p>
        </p:txBody>
      </p:sp>
      <p:pic>
        <p:nvPicPr>
          <p:cNvPr id="6" name="Picture 5" descr="hp_white.wmf"/>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375292" y="6140143"/>
            <a:ext cx="411480" cy="411480"/>
          </a:xfrm>
          <a:prstGeom prst="rect">
            <a:avLst/>
          </a:prstGeom>
        </p:spPr>
      </p:pic>
    </p:spTree>
    <p:extLst>
      <p:ext uri="{BB962C8B-B14F-4D97-AF65-F5344CB8AC3E}">
        <p14:creationId xmlns:p14="http://schemas.microsoft.com/office/powerpoint/2010/main" val="2895260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ote Slide_blue_texture and subhead line">
    <p:bg>
      <p:bgPr>
        <a:blipFill rotWithShape="1">
          <a:blip r:embed="rId2" cstate="email">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73464" y="4080000"/>
            <a:ext cx="7772400" cy="297232"/>
          </a:xfrm>
          <a:prstGeom prst="rect">
            <a:avLst/>
          </a:prstGeom>
        </p:spPr>
        <p:txBody>
          <a:bodyPr wrap="square" lIns="0" tIns="0" rIns="0" bIns="0">
            <a:noAutofit/>
          </a:bodyPr>
          <a:lstStyle>
            <a:lvl1pPr marL="0" indent="0" algn="l">
              <a:lnSpc>
                <a:spcPts val="1750"/>
              </a:lnSpc>
              <a:spcBef>
                <a:spcPts val="0"/>
              </a:spcBef>
              <a:buNone/>
              <a:defRPr sz="1400">
                <a:solidFill>
                  <a:srgbClr val="FFFFFF"/>
                </a:solidFill>
                <a:latin typeface="Futura Bk"/>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6" name="Title 1"/>
          <p:cNvSpPr>
            <a:spLocks noGrp="1"/>
          </p:cNvSpPr>
          <p:nvPr>
            <p:ph type="ctrTitle"/>
          </p:nvPr>
        </p:nvSpPr>
        <p:spPr>
          <a:xfrm>
            <a:off x="223629" y="3240000"/>
            <a:ext cx="7772400" cy="603243"/>
          </a:xfrm>
          <a:prstGeom prst="rect">
            <a:avLst/>
          </a:prstGeom>
        </p:spPr>
        <p:txBody>
          <a:bodyPr wrap="square" lIns="0" tIns="0" rIns="0" bIns="0" anchor="b" anchorCtr="0">
            <a:noAutofit/>
          </a:bodyPr>
          <a:lstStyle>
            <a:lvl1pPr marL="177800" indent="-177800" algn="l">
              <a:lnSpc>
                <a:spcPct val="106000"/>
              </a:lnSpc>
              <a:defRPr sz="2800">
                <a:solidFill>
                  <a:schemeClr val="bg1"/>
                </a:solidFill>
                <a:latin typeface="Futura Hv"/>
                <a:cs typeface="Futura"/>
              </a:defRPr>
            </a:lvl1pPr>
          </a:lstStyle>
          <a:p>
            <a:r>
              <a:rPr lang="en-US" noProof="0"/>
              <a:t>Click to edit Master title style</a:t>
            </a:r>
          </a:p>
        </p:txBody>
      </p:sp>
      <p:pic>
        <p:nvPicPr>
          <p:cNvPr id="7" name="Picture 6" descr="hp_white.wmf"/>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375292" y="6140143"/>
            <a:ext cx="411480" cy="411480"/>
          </a:xfrm>
          <a:prstGeom prst="rect">
            <a:avLst/>
          </a:prstGeom>
        </p:spPr>
      </p:pic>
    </p:spTree>
    <p:extLst>
      <p:ext uri="{BB962C8B-B14F-4D97-AF65-F5344CB8AC3E}">
        <p14:creationId xmlns:p14="http://schemas.microsoft.com/office/powerpoint/2010/main" val="376950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Quote Slide_red_texture and subhead line">
    <p:bg>
      <p:bgPr>
        <a:blipFill rotWithShape="1">
          <a:blip r:embed="rId2" cstate="email">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73464" y="4080000"/>
            <a:ext cx="7772400" cy="297232"/>
          </a:xfrm>
          <a:prstGeom prst="rect">
            <a:avLst/>
          </a:prstGeom>
        </p:spPr>
        <p:txBody>
          <a:bodyPr wrap="square" lIns="0" tIns="0" rIns="0" bIns="0">
            <a:noAutofit/>
          </a:bodyPr>
          <a:lstStyle>
            <a:lvl1pPr marL="0" indent="0" algn="l">
              <a:lnSpc>
                <a:spcPts val="1750"/>
              </a:lnSpc>
              <a:spcBef>
                <a:spcPts val="0"/>
              </a:spcBef>
              <a:buNone/>
              <a:defRPr sz="1400">
                <a:solidFill>
                  <a:srgbClr val="FFFFFF"/>
                </a:solidFill>
                <a:latin typeface="Futura Bk"/>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12" name="Title 1"/>
          <p:cNvSpPr>
            <a:spLocks noGrp="1"/>
          </p:cNvSpPr>
          <p:nvPr>
            <p:ph type="ctrTitle"/>
          </p:nvPr>
        </p:nvSpPr>
        <p:spPr>
          <a:xfrm>
            <a:off x="223629" y="3240000"/>
            <a:ext cx="7772400" cy="603243"/>
          </a:xfrm>
          <a:prstGeom prst="rect">
            <a:avLst/>
          </a:prstGeom>
        </p:spPr>
        <p:txBody>
          <a:bodyPr wrap="square" lIns="0" tIns="0" rIns="0" bIns="0" anchor="b" anchorCtr="0">
            <a:noAutofit/>
          </a:bodyPr>
          <a:lstStyle>
            <a:lvl1pPr marL="177800" indent="-177800" algn="l">
              <a:lnSpc>
                <a:spcPct val="106000"/>
              </a:lnSpc>
              <a:defRPr sz="2800">
                <a:solidFill>
                  <a:schemeClr val="bg1"/>
                </a:solidFill>
                <a:latin typeface="Futura Hv"/>
                <a:cs typeface="Futura"/>
              </a:defRPr>
            </a:lvl1pPr>
          </a:lstStyle>
          <a:p>
            <a:r>
              <a:rPr lang="en-US" noProof="0"/>
              <a:t>Click to edit Master title style</a:t>
            </a:r>
          </a:p>
        </p:txBody>
      </p:sp>
      <p:pic>
        <p:nvPicPr>
          <p:cNvPr id="6" name="Picture 5" descr="hp_white.wmf"/>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375292" y="6140143"/>
            <a:ext cx="411480" cy="411480"/>
          </a:xfrm>
          <a:prstGeom prst="rect">
            <a:avLst/>
          </a:prstGeom>
        </p:spPr>
      </p:pic>
    </p:spTree>
    <p:extLst>
      <p:ext uri="{BB962C8B-B14F-4D97-AF65-F5344CB8AC3E}">
        <p14:creationId xmlns:p14="http://schemas.microsoft.com/office/powerpoint/2010/main" val="40232284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Quote Slide_green_texture and subhead line">
    <p:bg>
      <p:bgPr>
        <a:blipFill rotWithShape="1">
          <a:blip r:embed="rId2" cstate="email">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73464" y="4080000"/>
            <a:ext cx="7772400" cy="297232"/>
          </a:xfrm>
          <a:prstGeom prst="rect">
            <a:avLst/>
          </a:prstGeom>
        </p:spPr>
        <p:txBody>
          <a:bodyPr wrap="square" lIns="0" tIns="0" rIns="0" bIns="0">
            <a:noAutofit/>
          </a:bodyPr>
          <a:lstStyle>
            <a:lvl1pPr marL="0" indent="0" algn="l">
              <a:lnSpc>
                <a:spcPts val="1750"/>
              </a:lnSpc>
              <a:spcBef>
                <a:spcPts val="0"/>
              </a:spcBef>
              <a:buNone/>
              <a:defRPr sz="1400">
                <a:solidFill>
                  <a:srgbClr val="FFFFFF"/>
                </a:solidFill>
                <a:latin typeface="Futura Bk"/>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12" name="Title 1"/>
          <p:cNvSpPr>
            <a:spLocks noGrp="1"/>
          </p:cNvSpPr>
          <p:nvPr>
            <p:ph type="ctrTitle"/>
          </p:nvPr>
        </p:nvSpPr>
        <p:spPr>
          <a:xfrm>
            <a:off x="223629" y="3240000"/>
            <a:ext cx="7772400" cy="603243"/>
          </a:xfrm>
          <a:prstGeom prst="rect">
            <a:avLst/>
          </a:prstGeom>
        </p:spPr>
        <p:txBody>
          <a:bodyPr wrap="square" lIns="0" tIns="0" rIns="0" bIns="0" anchor="b" anchorCtr="0">
            <a:noAutofit/>
          </a:bodyPr>
          <a:lstStyle>
            <a:lvl1pPr marL="177800" indent="-177800" algn="l">
              <a:lnSpc>
                <a:spcPct val="106000"/>
              </a:lnSpc>
              <a:defRPr sz="2800">
                <a:solidFill>
                  <a:schemeClr val="bg1"/>
                </a:solidFill>
                <a:latin typeface="Futura Hv"/>
                <a:cs typeface="Futura"/>
              </a:defRPr>
            </a:lvl1pPr>
          </a:lstStyle>
          <a:p>
            <a:r>
              <a:rPr lang="en-US" noProof="0"/>
              <a:t>Click to edit Master title style</a:t>
            </a:r>
          </a:p>
        </p:txBody>
      </p:sp>
      <p:pic>
        <p:nvPicPr>
          <p:cNvPr id="6" name="Picture 5" descr="hp_white.wmf"/>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375292" y="6140143"/>
            <a:ext cx="411480" cy="411480"/>
          </a:xfrm>
          <a:prstGeom prst="rect">
            <a:avLst/>
          </a:prstGeom>
        </p:spPr>
      </p:pic>
    </p:spTree>
    <p:extLst>
      <p:ext uri="{BB962C8B-B14F-4D97-AF65-F5344CB8AC3E}">
        <p14:creationId xmlns:p14="http://schemas.microsoft.com/office/powerpoint/2010/main" val="1336724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bg>
      <p:bgPr>
        <a:blipFill rotWithShape="1">
          <a:blip r:embed="rId2" cstate="email">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15" name="Parallelogram 14"/>
          <p:cNvSpPr/>
          <p:nvPr userDrawn="1"/>
        </p:nvSpPr>
        <p:spPr>
          <a:xfrm>
            <a:off x="-1752238" y="0"/>
            <a:ext cx="7014870" cy="6858000"/>
          </a:xfrm>
          <a:prstGeom prst="parallelogram">
            <a:avLst>
              <a:gd name="adj" fmla="val 22772"/>
            </a:avLst>
          </a:prstGeom>
          <a:gradFill flip="none" rotWithShape="1">
            <a:gsLst>
              <a:gs pos="0">
                <a:schemeClr val="tx1"/>
              </a:gs>
              <a:gs pos="100000">
                <a:srgbClr val="858689">
                  <a:alpha val="20000"/>
                </a:srgbClr>
              </a:gs>
            </a:gsLst>
            <a:lin ang="0" scaled="1"/>
            <a:tileRect/>
          </a:gradFill>
          <a:ln>
            <a:noFill/>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lvl="0" algn="ctr"/>
            <a:endParaRPr lang="en-US" noProof="0"/>
          </a:p>
        </p:txBody>
      </p:sp>
      <p:sp>
        <p:nvSpPr>
          <p:cNvPr id="3" name="Subtitle 2"/>
          <p:cNvSpPr>
            <a:spLocks noGrp="1"/>
          </p:cNvSpPr>
          <p:nvPr>
            <p:ph type="subTitle" idx="1"/>
          </p:nvPr>
        </p:nvSpPr>
        <p:spPr>
          <a:xfrm>
            <a:off x="373465" y="5477256"/>
            <a:ext cx="4549373" cy="297232"/>
          </a:xfrm>
          <a:prstGeom prst="rect">
            <a:avLst/>
          </a:prstGeom>
        </p:spPr>
        <p:txBody>
          <a:bodyPr wrap="square" lIns="0" tIns="0" rIns="0" bIns="0">
            <a:noAutofit/>
          </a:bodyPr>
          <a:lstStyle>
            <a:lvl1pPr marL="0" indent="0" algn="l">
              <a:lnSpc>
                <a:spcPts val="1750"/>
              </a:lnSpc>
              <a:spcBef>
                <a:spcPts val="0"/>
              </a:spcBef>
              <a:buNone/>
              <a:defRPr sz="1400">
                <a:solidFill>
                  <a:srgbClr val="FFFFFF"/>
                </a:solidFill>
                <a:latin typeface="Futura Bk"/>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dirty="0"/>
              <a:t>Click to edit Master subtitle style</a:t>
            </a:r>
          </a:p>
        </p:txBody>
      </p:sp>
      <p:sp>
        <p:nvSpPr>
          <p:cNvPr id="8" name="Title 1"/>
          <p:cNvSpPr>
            <a:spLocks noGrp="1"/>
          </p:cNvSpPr>
          <p:nvPr>
            <p:ph type="ctrTitle"/>
          </p:nvPr>
        </p:nvSpPr>
        <p:spPr>
          <a:xfrm>
            <a:off x="373464" y="2779776"/>
            <a:ext cx="7772400" cy="861775"/>
          </a:xfrm>
          <a:prstGeom prst="rect">
            <a:avLst/>
          </a:prstGeom>
        </p:spPr>
        <p:txBody>
          <a:bodyPr wrap="square" lIns="0" tIns="0" rIns="0" bIns="0" anchor="b" anchorCtr="0">
            <a:noAutofit/>
          </a:bodyPr>
          <a:lstStyle>
            <a:lvl1pPr algn="l">
              <a:lnSpc>
                <a:spcPct val="106000"/>
              </a:lnSpc>
              <a:defRPr sz="4000">
                <a:solidFill>
                  <a:schemeClr val="bg1"/>
                </a:solidFill>
                <a:latin typeface="Futura Hv"/>
                <a:cs typeface="Futura"/>
              </a:defRPr>
            </a:lvl1pPr>
          </a:lstStyle>
          <a:p>
            <a:r>
              <a:rPr lang="en-US" noProof="0"/>
              <a:t>Click to edit Master title style</a:t>
            </a:r>
          </a:p>
        </p:txBody>
      </p:sp>
      <p:pic>
        <p:nvPicPr>
          <p:cNvPr id="9" name="Picture 8" descr="hp_white.wmf"/>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185942" y="3127291"/>
            <a:ext cx="548640" cy="548640"/>
          </a:xfrm>
          <a:prstGeom prst="rect">
            <a:avLst/>
          </a:prstGeom>
        </p:spPr>
      </p:pic>
      <p:sp>
        <p:nvSpPr>
          <p:cNvPr id="7" name="Footer Placeholder 2"/>
          <p:cNvSpPr txBox="1">
            <a:spLocks/>
          </p:cNvSpPr>
          <p:nvPr userDrawn="1"/>
        </p:nvSpPr>
        <p:spPr>
          <a:xfrm>
            <a:off x="348906" y="6328419"/>
            <a:ext cx="3272643" cy="337415"/>
          </a:xfrm>
          <a:prstGeom prst="rect">
            <a:avLst/>
          </a:prstGeom>
          <a:noFill/>
        </p:spPr>
        <p:txBody>
          <a:bodyPr wrap="square" lIns="0" tIns="0" rIns="0" bIns="0" rtlCol="0" anchor="t" anchorCtr="0">
            <a:noAutofit/>
          </a:bodyPr>
          <a:lstStyle>
            <a:defPPr>
              <a:defRPr lang="en-US"/>
            </a:defPPr>
            <a:lvl1pPr marL="0" algn="l" defTabSz="457200" rtl="0" eaLnBrk="1" latinLnBrk="0" hangingPunct="1">
              <a:defRPr lang="en-US" sz="700" kern="1200" dirty="0">
                <a:solidFill>
                  <a:srgbClr val="C2C2C2"/>
                </a:solidFill>
                <a:latin typeface="Futura Bk"/>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nSpc>
                <a:spcPts val="1000"/>
              </a:lnSpc>
            </a:pPr>
            <a:r>
              <a:rPr lang="en-US" dirty="0"/>
              <a:t>© Copyright 2011 Hewlett-Packard Development Company, L.P.  The information contained herein is subject to change without notice. Confidentiality label goes here  </a:t>
            </a:r>
          </a:p>
        </p:txBody>
      </p:sp>
    </p:spTree>
    <p:extLst>
      <p:ext uri="{BB962C8B-B14F-4D97-AF65-F5344CB8AC3E}">
        <p14:creationId xmlns:p14="http://schemas.microsoft.com/office/powerpoint/2010/main" val="28295872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red (L) with image">
    <p:bg>
      <p:bgPr>
        <a:blipFill rotWithShape="1">
          <a:blip r:embed="rId2" cstate="email">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8" name="Parallelogram 7"/>
          <p:cNvSpPr/>
          <p:nvPr userDrawn="1"/>
        </p:nvSpPr>
        <p:spPr>
          <a:xfrm>
            <a:off x="-1752238" y="0"/>
            <a:ext cx="7014870" cy="6858000"/>
          </a:xfrm>
          <a:prstGeom prst="parallelogram">
            <a:avLst>
              <a:gd name="adj" fmla="val 22772"/>
            </a:avLst>
          </a:prstGeom>
          <a:gradFill>
            <a:gsLst>
              <a:gs pos="100000">
                <a:srgbClr val="E41C19"/>
              </a:gs>
              <a:gs pos="1000">
                <a:srgbClr val="B94213">
                  <a:alpha val="75000"/>
                </a:srgbClr>
              </a:gs>
            </a:gsLst>
            <a:lin ang="10800000" scaled="0"/>
          </a:gradFill>
          <a:ln>
            <a:noFill/>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lvl="0" algn="ctr"/>
            <a:endParaRPr lang="en-US" noProof="0"/>
          </a:p>
        </p:txBody>
      </p:sp>
      <p:sp>
        <p:nvSpPr>
          <p:cNvPr id="5" name="Title 4"/>
          <p:cNvSpPr>
            <a:spLocks noGrp="1"/>
          </p:cNvSpPr>
          <p:nvPr>
            <p:ph type="title"/>
          </p:nvPr>
        </p:nvSpPr>
        <p:spPr>
          <a:xfrm>
            <a:off x="331200" y="312635"/>
            <a:ext cx="3781140" cy="1192919"/>
          </a:xfrm>
          <a:prstGeom prst="rect">
            <a:avLst/>
          </a:prstGeom>
        </p:spPr>
        <p:txBody>
          <a:bodyPr wrap="square" lIns="0">
            <a:noAutofit/>
          </a:bodyPr>
          <a:lstStyle>
            <a:lvl1pPr>
              <a:lnSpc>
                <a:spcPts val="3500"/>
              </a:lnSpc>
              <a:defRPr sz="2800"/>
            </a:lvl1pPr>
          </a:lstStyle>
          <a:p>
            <a:r>
              <a:rPr lang="en-US" noProof="0"/>
              <a:t>Click to edit Master title style</a:t>
            </a:r>
          </a:p>
        </p:txBody>
      </p:sp>
      <p:pic>
        <p:nvPicPr>
          <p:cNvPr id="6" name="Picture 5" descr="hp_white.wmf"/>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375292" y="6140143"/>
            <a:ext cx="411480" cy="411480"/>
          </a:xfrm>
          <a:prstGeom prst="rect">
            <a:avLst/>
          </a:prstGeom>
        </p:spPr>
      </p:pic>
      <p:sp>
        <p:nvSpPr>
          <p:cNvPr id="7" name="Footer Placeholder 2"/>
          <p:cNvSpPr txBox="1">
            <a:spLocks/>
          </p:cNvSpPr>
          <p:nvPr userDrawn="1"/>
        </p:nvSpPr>
        <p:spPr>
          <a:xfrm>
            <a:off x="348906" y="6328419"/>
            <a:ext cx="3272643" cy="337415"/>
          </a:xfrm>
          <a:prstGeom prst="rect">
            <a:avLst/>
          </a:prstGeom>
          <a:noFill/>
        </p:spPr>
        <p:txBody>
          <a:bodyPr wrap="square" lIns="0" tIns="0" rIns="0" bIns="0" rtlCol="0" anchor="t" anchorCtr="0">
            <a:noAutofit/>
          </a:bodyPr>
          <a:lstStyle>
            <a:defPPr>
              <a:defRPr lang="en-US"/>
            </a:defPPr>
            <a:lvl1pPr marL="0" algn="l" defTabSz="457200" rtl="0" eaLnBrk="1" latinLnBrk="0" hangingPunct="1">
              <a:defRPr lang="en-US" sz="700" kern="1200" dirty="0">
                <a:solidFill>
                  <a:srgbClr val="C2C2C2"/>
                </a:solidFill>
                <a:latin typeface="Futura Bk"/>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nSpc>
                <a:spcPts val="1000"/>
              </a:lnSpc>
            </a:pPr>
            <a:r>
              <a:rPr lang="en-US" dirty="0"/>
              <a:t>© Copyright 2011 Hewlett-Packard Development Company, L.P.  The information contained herein is subject to change without notice. Confidentiality label goes here  </a:t>
            </a:r>
          </a:p>
        </p:txBody>
      </p:sp>
    </p:spTree>
    <p:extLst>
      <p:ext uri="{BB962C8B-B14F-4D97-AF65-F5344CB8AC3E}">
        <p14:creationId xmlns:p14="http://schemas.microsoft.com/office/powerpoint/2010/main" val="40471905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Slide red (R) with image">
    <p:bg>
      <p:bgPr>
        <a:blipFill rotWithShape="1">
          <a:blip r:embed="rId2" cstate="email">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11" name="Parallelogram 10"/>
          <p:cNvSpPr/>
          <p:nvPr userDrawn="1"/>
        </p:nvSpPr>
        <p:spPr>
          <a:xfrm>
            <a:off x="3701132" y="0"/>
            <a:ext cx="7014870" cy="6858000"/>
          </a:xfrm>
          <a:prstGeom prst="parallelogram">
            <a:avLst>
              <a:gd name="adj" fmla="val 22772"/>
            </a:avLst>
          </a:prstGeom>
          <a:gradFill>
            <a:gsLst>
              <a:gs pos="100000">
                <a:srgbClr val="E41C19"/>
              </a:gs>
              <a:gs pos="0">
                <a:srgbClr val="B94213">
                  <a:alpha val="75000"/>
                </a:srgbClr>
              </a:gs>
            </a:gsLst>
            <a:lin ang="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en-US" noProof="0"/>
          </a:p>
        </p:txBody>
      </p:sp>
      <p:sp>
        <p:nvSpPr>
          <p:cNvPr id="7" name="Title 4"/>
          <p:cNvSpPr>
            <a:spLocks noGrp="1"/>
          </p:cNvSpPr>
          <p:nvPr>
            <p:ph type="title"/>
          </p:nvPr>
        </p:nvSpPr>
        <p:spPr>
          <a:xfrm>
            <a:off x="5362861" y="312635"/>
            <a:ext cx="3660229" cy="1192919"/>
          </a:xfrm>
          <a:prstGeom prst="rect">
            <a:avLst/>
          </a:prstGeom>
        </p:spPr>
        <p:txBody>
          <a:bodyPr wrap="square">
            <a:noAutofit/>
          </a:bodyPr>
          <a:lstStyle>
            <a:lvl1pPr>
              <a:lnSpc>
                <a:spcPts val="3500"/>
              </a:lnSpc>
              <a:defRPr sz="2800"/>
            </a:lvl1pPr>
          </a:lstStyle>
          <a:p>
            <a:r>
              <a:rPr lang="en-US" noProof="0"/>
              <a:t>Click to edit Master title style</a:t>
            </a:r>
          </a:p>
        </p:txBody>
      </p:sp>
      <p:pic>
        <p:nvPicPr>
          <p:cNvPr id="6" name="Picture 5" descr="hp_white.wmf"/>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375292" y="6140143"/>
            <a:ext cx="411480" cy="411480"/>
          </a:xfrm>
          <a:prstGeom prst="rect">
            <a:avLst/>
          </a:prstGeom>
        </p:spPr>
      </p:pic>
    </p:spTree>
    <p:extLst>
      <p:ext uri="{BB962C8B-B14F-4D97-AF65-F5344CB8AC3E}">
        <p14:creationId xmlns:p14="http://schemas.microsoft.com/office/powerpoint/2010/main" val="23375131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Title Slide blue (L) with image">
    <p:bg>
      <p:bgPr>
        <a:blipFill rotWithShape="1">
          <a:blip r:embed="rId2" cstate="email">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9" name="Parallelogram 8"/>
          <p:cNvSpPr/>
          <p:nvPr userDrawn="1"/>
        </p:nvSpPr>
        <p:spPr>
          <a:xfrm>
            <a:off x="-1752238" y="0"/>
            <a:ext cx="7014870" cy="6858000"/>
          </a:xfrm>
          <a:prstGeom prst="parallelogram">
            <a:avLst>
              <a:gd name="adj" fmla="val 22772"/>
            </a:avLst>
          </a:prstGeom>
          <a:gradFill flip="none" rotWithShape="1">
            <a:gsLst>
              <a:gs pos="100000">
                <a:srgbClr val="017FC5">
                  <a:alpha val="85000"/>
                </a:srgbClr>
              </a:gs>
              <a:gs pos="0">
                <a:srgbClr val="7ECEF0">
                  <a:alpha val="85000"/>
                </a:srgbClr>
              </a:gs>
            </a:gsLst>
            <a:lin ang="10800000" scaled="0"/>
            <a:tileRect/>
          </a:gradFill>
          <a:ln>
            <a:noFill/>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lvl="0" algn="ctr"/>
            <a:endParaRPr lang="en-US" noProof="0"/>
          </a:p>
        </p:txBody>
      </p:sp>
      <p:sp>
        <p:nvSpPr>
          <p:cNvPr id="5" name="Title 4"/>
          <p:cNvSpPr>
            <a:spLocks noGrp="1"/>
          </p:cNvSpPr>
          <p:nvPr>
            <p:ph type="title"/>
          </p:nvPr>
        </p:nvSpPr>
        <p:spPr>
          <a:xfrm>
            <a:off x="331200" y="312635"/>
            <a:ext cx="3781140" cy="1192919"/>
          </a:xfrm>
          <a:prstGeom prst="rect">
            <a:avLst/>
          </a:prstGeom>
        </p:spPr>
        <p:txBody>
          <a:bodyPr wrap="square" lIns="0">
            <a:noAutofit/>
          </a:bodyPr>
          <a:lstStyle>
            <a:lvl1pPr>
              <a:lnSpc>
                <a:spcPts val="3500"/>
              </a:lnSpc>
              <a:defRPr sz="2800"/>
            </a:lvl1pPr>
          </a:lstStyle>
          <a:p>
            <a:r>
              <a:rPr lang="en-US" noProof="0"/>
              <a:t>Click to edit Master title style</a:t>
            </a:r>
          </a:p>
        </p:txBody>
      </p:sp>
      <p:pic>
        <p:nvPicPr>
          <p:cNvPr id="6" name="Picture 5" descr="hp_white.wmf"/>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375292" y="6140143"/>
            <a:ext cx="411480" cy="411480"/>
          </a:xfrm>
          <a:prstGeom prst="rect">
            <a:avLst/>
          </a:prstGeom>
        </p:spPr>
      </p:pic>
      <p:sp>
        <p:nvSpPr>
          <p:cNvPr id="7" name="Footer Placeholder 2"/>
          <p:cNvSpPr txBox="1">
            <a:spLocks/>
          </p:cNvSpPr>
          <p:nvPr userDrawn="1"/>
        </p:nvSpPr>
        <p:spPr>
          <a:xfrm>
            <a:off x="348906" y="6328419"/>
            <a:ext cx="3272643" cy="337415"/>
          </a:xfrm>
          <a:prstGeom prst="rect">
            <a:avLst/>
          </a:prstGeom>
          <a:noFill/>
        </p:spPr>
        <p:txBody>
          <a:bodyPr wrap="square" lIns="0" tIns="0" rIns="0" bIns="0" rtlCol="0" anchor="t" anchorCtr="0">
            <a:noAutofit/>
          </a:bodyPr>
          <a:lstStyle>
            <a:defPPr>
              <a:defRPr lang="en-US"/>
            </a:defPPr>
            <a:lvl1pPr marL="0" algn="l" defTabSz="457200" rtl="0" eaLnBrk="1" latinLnBrk="0" hangingPunct="1">
              <a:defRPr lang="en-US" sz="700" kern="1200" dirty="0">
                <a:solidFill>
                  <a:srgbClr val="C2C2C2"/>
                </a:solidFill>
                <a:latin typeface="Futura Bk"/>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nSpc>
                <a:spcPts val="1000"/>
              </a:lnSpc>
            </a:pPr>
            <a:r>
              <a:rPr lang="en-US" dirty="0"/>
              <a:t>© Copyright 2011 Hewlett-Packard Development Company, L.P.  The information contained herein is subject to change without notice. Confidentiality label goes here  </a:t>
            </a:r>
          </a:p>
        </p:txBody>
      </p:sp>
    </p:spTree>
    <p:extLst>
      <p:ext uri="{BB962C8B-B14F-4D97-AF65-F5344CB8AC3E}">
        <p14:creationId xmlns:p14="http://schemas.microsoft.com/office/powerpoint/2010/main" val="248731141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lide blue (R) with image">
    <p:bg>
      <p:bgPr>
        <a:blipFill rotWithShape="1">
          <a:blip r:embed="rId2" cstate="email">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9" name="Parallelogram 8"/>
          <p:cNvSpPr/>
          <p:nvPr userDrawn="1"/>
        </p:nvSpPr>
        <p:spPr>
          <a:xfrm>
            <a:off x="3701132" y="0"/>
            <a:ext cx="7014870" cy="6858000"/>
          </a:xfrm>
          <a:prstGeom prst="parallelogram">
            <a:avLst>
              <a:gd name="adj" fmla="val 22772"/>
            </a:avLst>
          </a:prstGeom>
          <a:gradFill flip="none" rotWithShape="1">
            <a:gsLst>
              <a:gs pos="100000">
                <a:srgbClr val="017FC5">
                  <a:alpha val="80000"/>
                </a:srgbClr>
              </a:gs>
              <a:gs pos="0">
                <a:srgbClr val="7ECEF0">
                  <a:alpha val="85000"/>
                </a:srgbClr>
              </a:gs>
            </a:gsLst>
            <a:lin ang="0" scaled="0"/>
            <a:tileRect/>
          </a:gradFill>
          <a:ln>
            <a:noFill/>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lvl="0" algn="ctr"/>
            <a:endParaRPr lang="en-US" noProof="0"/>
          </a:p>
        </p:txBody>
      </p:sp>
      <p:sp>
        <p:nvSpPr>
          <p:cNvPr id="5" name="Title 4"/>
          <p:cNvSpPr>
            <a:spLocks noGrp="1"/>
          </p:cNvSpPr>
          <p:nvPr>
            <p:ph type="title"/>
          </p:nvPr>
        </p:nvSpPr>
        <p:spPr>
          <a:xfrm>
            <a:off x="5362861" y="312635"/>
            <a:ext cx="3660229" cy="1192919"/>
          </a:xfrm>
          <a:prstGeom prst="rect">
            <a:avLst/>
          </a:prstGeom>
        </p:spPr>
        <p:txBody>
          <a:bodyPr wrap="square">
            <a:noAutofit/>
          </a:bodyPr>
          <a:lstStyle>
            <a:lvl1pPr>
              <a:lnSpc>
                <a:spcPts val="3500"/>
              </a:lnSpc>
              <a:defRPr sz="2800"/>
            </a:lvl1pPr>
          </a:lstStyle>
          <a:p>
            <a:r>
              <a:rPr lang="en-US" noProof="0"/>
              <a:t>Click to edit Master title style</a:t>
            </a:r>
          </a:p>
        </p:txBody>
      </p:sp>
      <p:pic>
        <p:nvPicPr>
          <p:cNvPr id="6" name="Picture 5" descr="hp_white.wmf"/>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375292" y="6140143"/>
            <a:ext cx="411480" cy="411480"/>
          </a:xfrm>
          <a:prstGeom prst="rect">
            <a:avLst/>
          </a:prstGeom>
        </p:spPr>
      </p:pic>
    </p:spTree>
    <p:extLst>
      <p:ext uri="{BB962C8B-B14F-4D97-AF65-F5344CB8AC3E}">
        <p14:creationId xmlns:p14="http://schemas.microsoft.com/office/powerpoint/2010/main" val="2977072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Title Slide green (L) with image">
    <p:bg>
      <p:bgPr>
        <a:blipFill rotWithShape="1">
          <a:blip r:embed="rId2" cstate="email">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7" name="Parallelogram 6"/>
          <p:cNvSpPr/>
          <p:nvPr userDrawn="1"/>
        </p:nvSpPr>
        <p:spPr>
          <a:xfrm>
            <a:off x="-1752238" y="0"/>
            <a:ext cx="7014870" cy="6858000"/>
          </a:xfrm>
          <a:prstGeom prst="parallelogram">
            <a:avLst>
              <a:gd name="adj" fmla="val 22772"/>
            </a:avLst>
          </a:prstGeom>
          <a:gradFill>
            <a:gsLst>
              <a:gs pos="0">
                <a:srgbClr val="01A145"/>
              </a:gs>
              <a:gs pos="100000">
                <a:srgbClr val="B1CB52">
                  <a:alpha val="80000"/>
                </a:srgbClr>
              </a:gs>
            </a:gsLst>
            <a:lin ang="0" scaled="0"/>
          </a:gradFill>
          <a:ln>
            <a:noFill/>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lvl="0" algn="ctr"/>
            <a:endParaRPr lang="en-US" noProof="0"/>
          </a:p>
        </p:txBody>
      </p:sp>
      <p:sp>
        <p:nvSpPr>
          <p:cNvPr id="5" name="Title 4"/>
          <p:cNvSpPr>
            <a:spLocks noGrp="1"/>
          </p:cNvSpPr>
          <p:nvPr>
            <p:ph type="title"/>
          </p:nvPr>
        </p:nvSpPr>
        <p:spPr>
          <a:xfrm>
            <a:off x="331200" y="312635"/>
            <a:ext cx="3781140" cy="1192919"/>
          </a:xfrm>
          <a:prstGeom prst="rect">
            <a:avLst/>
          </a:prstGeom>
        </p:spPr>
        <p:txBody>
          <a:bodyPr wrap="square" lIns="0">
            <a:noAutofit/>
          </a:bodyPr>
          <a:lstStyle>
            <a:lvl1pPr>
              <a:lnSpc>
                <a:spcPts val="3500"/>
              </a:lnSpc>
              <a:defRPr sz="2800"/>
            </a:lvl1pPr>
          </a:lstStyle>
          <a:p>
            <a:r>
              <a:rPr lang="en-US" noProof="0" dirty="0"/>
              <a:t>Click to edit Master title style</a:t>
            </a:r>
          </a:p>
        </p:txBody>
      </p:sp>
      <p:pic>
        <p:nvPicPr>
          <p:cNvPr id="6" name="Picture 5" descr="hp_white.wmf"/>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375292" y="6140143"/>
            <a:ext cx="411480" cy="411480"/>
          </a:xfrm>
          <a:prstGeom prst="rect">
            <a:avLst/>
          </a:prstGeom>
        </p:spPr>
      </p:pic>
      <p:sp>
        <p:nvSpPr>
          <p:cNvPr id="8" name="Footer Placeholder 2"/>
          <p:cNvSpPr txBox="1">
            <a:spLocks/>
          </p:cNvSpPr>
          <p:nvPr userDrawn="1"/>
        </p:nvSpPr>
        <p:spPr>
          <a:xfrm>
            <a:off x="348906" y="6328419"/>
            <a:ext cx="3272643" cy="337415"/>
          </a:xfrm>
          <a:prstGeom prst="rect">
            <a:avLst/>
          </a:prstGeom>
          <a:noFill/>
        </p:spPr>
        <p:txBody>
          <a:bodyPr wrap="square" lIns="0" tIns="0" rIns="0" bIns="0" rtlCol="0" anchor="t" anchorCtr="0">
            <a:noAutofit/>
          </a:bodyPr>
          <a:lstStyle>
            <a:defPPr>
              <a:defRPr lang="en-US"/>
            </a:defPPr>
            <a:lvl1pPr marL="0" algn="l" defTabSz="457200" rtl="0" eaLnBrk="1" latinLnBrk="0" hangingPunct="1">
              <a:defRPr lang="en-US" sz="700" kern="1200" dirty="0">
                <a:solidFill>
                  <a:srgbClr val="C2C2C2"/>
                </a:solidFill>
                <a:latin typeface="Futura Bk"/>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nSpc>
                <a:spcPts val="1000"/>
              </a:lnSpc>
            </a:pPr>
            <a:r>
              <a:rPr lang="en-US" dirty="0"/>
              <a:t>© Copyright 2011 Hewlett-Packard Development Company, L.P.  The information contained herein is subject to change without notice. Confidentiality label goes here  </a:t>
            </a:r>
          </a:p>
        </p:txBody>
      </p:sp>
    </p:spTree>
    <p:extLst>
      <p:ext uri="{BB962C8B-B14F-4D97-AF65-F5344CB8AC3E}">
        <p14:creationId xmlns:p14="http://schemas.microsoft.com/office/powerpoint/2010/main" val="29082887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Slide green (R) with image">
    <p:bg>
      <p:bgPr>
        <a:blipFill rotWithShape="1">
          <a:blip r:embed="rId2" cstate="email">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7" name="Parallelogram 6"/>
          <p:cNvSpPr/>
          <p:nvPr userDrawn="1"/>
        </p:nvSpPr>
        <p:spPr>
          <a:xfrm>
            <a:off x="3701132" y="0"/>
            <a:ext cx="7014870" cy="6858000"/>
          </a:xfrm>
          <a:prstGeom prst="parallelogram">
            <a:avLst>
              <a:gd name="adj" fmla="val 22772"/>
            </a:avLst>
          </a:prstGeom>
          <a:gradFill>
            <a:gsLst>
              <a:gs pos="0">
                <a:srgbClr val="01A145"/>
              </a:gs>
              <a:gs pos="100000">
                <a:srgbClr val="B1CB52">
                  <a:alpha val="80000"/>
                </a:srgbClr>
              </a:gs>
            </a:gsLst>
            <a:lin ang="10800000" scaled="0"/>
          </a:gradFill>
          <a:ln>
            <a:noFill/>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lvl="0" algn="ctr"/>
            <a:endParaRPr lang="en-US" noProof="0"/>
          </a:p>
        </p:txBody>
      </p:sp>
      <p:sp>
        <p:nvSpPr>
          <p:cNvPr id="5" name="Title 4"/>
          <p:cNvSpPr>
            <a:spLocks noGrp="1"/>
          </p:cNvSpPr>
          <p:nvPr>
            <p:ph type="title"/>
          </p:nvPr>
        </p:nvSpPr>
        <p:spPr>
          <a:xfrm>
            <a:off x="5362861" y="312635"/>
            <a:ext cx="3660229" cy="1192919"/>
          </a:xfrm>
          <a:prstGeom prst="rect">
            <a:avLst/>
          </a:prstGeom>
        </p:spPr>
        <p:txBody>
          <a:bodyPr wrap="square">
            <a:noAutofit/>
          </a:bodyPr>
          <a:lstStyle>
            <a:lvl1pPr>
              <a:lnSpc>
                <a:spcPts val="3500"/>
              </a:lnSpc>
              <a:defRPr sz="2800"/>
            </a:lvl1pPr>
          </a:lstStyle>
          <a:p>
            <a:r>
              <a:rPr lang="en-US" noProof="0"/>
              <a:t>Click to edit Master title style</a:t>
            </a:r>
          </a:p>
        </p:txBody>
      </p:sp>
      <p:pic>
        <p:nvPicPr>
          <p:cNvPr id="6" name="Picture 5" descr="hp_white.wmf"/>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375292" y="6140143"/>
            <a:ext cx="411480" cy="411480"/>
          </a:xfrm>
          <a:prstGeom prst="rect">
            <a:avLst/>
          </a:prstGeom>
        </p:spPr>
      </p:pic>
    </p:spTree>
    <p:extLst>
      <p:ext uri="{BB962C8B-B14F-4D97-AF65-F5344CB8AC3E}">
        <p14:creationId xmlns:p14="http://schemas.microsoft.com/office/powerpoint/2010/main" val="40869037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Title Slide grey (L) with image">
    <p:bg>
      <p:bgPr>
        <a:blipFill rotWithShape="1">
          <a:blip r:embed="rId2" cstate="email">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7" name="Parallelogram 6"/>
          <p:cNvSpPr/>
          <p:nvPr userDrawn="1"/>
        </p:nvSpPr>
        <p:spPr>
          <a:xfrm>
            <a:off x="-1752238" y="0"/>
            <a:ext cx="7014870" cy="6858000"/>
          </a:xfrm>
          <a:prstGeom prst="parallelogram">
            <a:avLst>
              <a:gd name="adj" fmla="val 22772"/>
            </a:avLst>
          </a:prstGeom>
          <a:gradFill flip="none" rotWithShape="1">
            <a:gsLst>
              <a:gs pos="0">
                <a:schemeClr val="tx1"/>
              </a:gs>
              <a:gs pos="100000">
                <a:srgbClr val="858689">
                  <a:alpha val="80000"/>
                </a:srgbClr>
              </a:gs>
            </a:gsLst>
            <a:lin ang="0" scaled="1"/>
            <a:tileRect/>
          </a:gradFill>
          <a:ln>
            <a:noFill/>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lvl="0" algn="ctr"/>
            <a:endParaRPr lang="en-US" noProof="0"/>
          </a:p>
        </p:txBody>
      </p:sp>
      <p:sp>
        <p:nvSpPr>
          <p:cNvPr id="5" name="Title 4"/>
          <p:cNvSpPr>
            <a:spLocks noGrp="1"/>
          </p:cNvSpPr>
          <p:nvPr>
            <p:ph type="title"/>
          </p:nvPr>
        </p:nvSpPr>
        <p:spPr>
          <a:xfrm>
            <a:off x="331200" y="312635"/>
            <a:ext cx="3781140" cy="1192919"/>
          </a:xfrm>
          <a:prstGeom prst="rect">
            <a:avLst/>
          </a:prstGeom>
        </p:spPr>
        <p:txBody>
          <a:bodyPr wrap="square" lIns="0">
            <a:noAutofit/>
          </a:bodyPr>
          <a:lstStyle>
            <a:lvl1pPr>
              <a:lnSpc>
                <a:spcPts val="3500"/>
              </a:lnSpc>
              <a:defRPr sz="2800"/>
            </a:lvl1pPr>
          </a:lstStyle>
          <a:p>
            <a:r>
              <a:rPr lang="en-US" noProof="0" dirty="0"/>
              <a:t>Click to edit Master title style</a:t>
            </a:r>
          </a:p>
        </p:txBody>
      </p:sp>
      <p:pic>
        <p:nvPicPr>
          <p:cNvPr id="6" name="Picture 5" descr="hp_white.wmf"/>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375292" y="6140143"/>
            <a:ext cx="411480" cy="411480"/>
          </a:xfrm>
          <a:prstGeom prst="rect">
            <a:avLst/>
          </a:prstGeom>
        </p:spPr>
      </p:pic>
      <p:sp>
        <p:nvSpPr>
          <p:cNvPr id="8" name="Footer Placeholder 2"/>
          <p:cNvSpPr txBox="1">
            <a:spLocks/>
          </p:cNvSpPr>
          <p:nvPr userDrawn="1"/>
        </p:nvSpPr>
        <p:spPr>
          <a:xfrm>
            <a:off x="348906" y="6328419"/>
            <a:ext cx="3272643" cy="337415"/>
          </a:xfrm>
          <a:prstGeom prst="rect">
            <a:avLst/>
          </a:prstGeom>
          <a:noFill/>
        </p:spPr>
        <p:txBody>
          <a:bodyPr wrap="square" lIns="0" tIns="0" rIns="0" bIns="0" rtlCol="0" anchor="t" anchorCtr="0">
            <a:noAutofit/>
          </a:bodyPr>
          <a:lstStyle>
            <a:defPPr>
              <a:defRPr lang="en-US"/>
            </a:defPPr>
            <a:lvl1pPr marL="0" algn="l" defTabSz="457200" rtl="0" eaLnBrk="1" latinLnBrk="0" hangingPunct="1">
              <a:defRPr lang="en-US" sz="700" kern="1200" dirty="0">
                <a:solidFill>
                  <a:srgbClr val="C2C2C2"/>
                </a:solidFill>
                <a:latin typeface="Futura Bk"/>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nSpc>
                <a:spcPts val="1000"/>
              </a:lnSpc>
            </a:pPr>
            <a:r>
              <a:rPr lang="en-US" dirty="0"/>
              <a:t>© Copyright 2011 Hewlett-Packard Development Company, L.P.  The information contained herein is subject to change without notice. Confidentiality label goes here  </a:t>
            </a:r>
          </a:p>
        </p:txBody>
      </p:sp>
    </p:spTree>
    <p:extLst>
      <p:ext uri="{BB962C8B-B14F-4D97-AF65-F5344CB8AC3E}">
        <p14:creationId xmlns:p14="http://schemas.microsoft.com/office/powerpoint/2010/main" val="4890097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Slide grey (R) with image">
    <p:bg>
      <p:bgPr>
        <a:blipFill rotWithShape="1">
          <a:blip r:embed="rId2" cstate="email">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7" name="Parallelogram 6"/>
          <p:cNvSpPr/>
          <p:nvPr userDrawn="1"/>
        </p:nvSpPr>
        <p:spPr>
          <a:xfrm>
            <a:off x="3701132" y="0"/>
            <a:ext cx="7014870" cy="6858000"/>
          </a:xfrm>
          <a:prstGeom prst="parallelogram">
            <a:avLst>
              <a:gd name="adj" fmla="val 22772"/>
            </a:avLst>
          </a:prstGeom>
          <a:gradFill flip="none" rotWithShape="1">
            <a:gsLst>
              <a:gs pos="0">
                <a:schemeClr val="tx1"/>
              </a:gs>
              <a:gs pos="100000">
                <a:srgbClr val="858689">
                  <a:alpha val="80000"/>
                </a:srgbClr>
              </a:gs>
            </a:gsLst>
            <a:lin ang="10800000" scaled="0"/>
            <a:tileRect/>
          </a:gradFill>
          <a:ln>
            <a:noFill/>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lvl="0" algn="ctr"/>
            <a:endParaRPr lang="en-US" noProof="0"/>
          </a:p>
        </p:txBody>
      </p:sp>
      <p:sp>
        <p:nvSpPr>
          <p:cNvPr id="5" name="Title 4"/>
          <p:cNvSpPr>
            <a:spLocks noGrp="1"/>
          </p:cNvSpPr>
          <p:nvPr>
            <p:ph type="title"/>
          </p:nvPr>
        </p:nvSpPr>
        <p:spPr>
          <a:xfrm>
            <a:off x="5362861" y="312635"/>
            <a:ext cx="3660229" cy="1192919"/>
          </a:xfrm>
          <a:prstGeom prst="rect">
            <a:avLst/>
          </a:prstGeom>
        </p:spPr>
        <p:txBody>
          <a:bodyPr wrap="square">
            <a:noAutofit/>
          </a:bodyPr>
          <a:lstStyle>
            <a:lvl1pPr>
              <a:lnSpc>
                <a:spcPts val="3500"/>
              </a:lnSpc>
              <a:defRPr sz="2800"/>
            </a:lvl1pPr>
          </a:lstStyle>
          <a:p>
            <a:r>
              <a:rPr lang="en-US" noProof="0"/>
              <a:t>Click to edit Master title style</a:t>
            </a:r>
          </a:p>
        </p:txBody>
      </p:sp>
      <p:pic>
        <p:nvPicPr>
          <p:cNvPr id="6" name="Picture 5" descr="hp_white.wmf"/>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375292" y="6140143"/>
            <a:ext cx="411480" cy="411480"/>
          </a:xfrm>
          <a:prstGeom prst="rect">
            <a:avLst/>
          </a:prstGeom>
        </p:spPr>
      </p:pic>
    </p:spTree>
    <p:extLst>
      <p:ext uri="{BB962C8B-B14F-4D97-AF65-F5344CB8AC3E}">
        <p14:creationId xmlns:p14="http://schemas.microsoft.com/office/powerpoint/2010/main" val="209994315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losing Slide_blue texture">
    <p:bg>
      <p:bgPr>
        <a:blipFill rotWithShape="1">
          <a:blip r:embed="rId2" cstate="email">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373464" y="2776155"/>
            <a:ext cx="7772400" cy="861775"/>
          </a:xfrm>
          <a:prstGeom prst="rect">
            <a:avLst/>
          </a:prstGeom>
        </p:spPr>
        <p:txBody>
          <a:bodyPr wrap="square" lIns="0" tIns="0" rIns="0" bIns="0" anchor="b" anchorCtr="0">
            <a:noAutofit/>
          </a:bodyPr>
          <a:lstStyle>
            <a:lvl1pPr algn="l">
              <a:lnSpc>
                <a:spcPct val="106000"/>
              </a:lnSpc>
              <a:defRPr sz="4000">
                <a:solidFill>
                  <a:schemeClr val="bg1"/>
                </a:solidFill>
                <a:latin typeface="Futura Hv"/>
                <a:cs typeface="Futura"/>
              </a:defRPr>
            </a:lvl1pPr>
          </a:lstStyle>
          <a:p>
            <a:r>
              <a:rPr lang="en-US" noProof="0" dirty="0"/>
              <a:t>Click to edit Master title style</a:t>
            </a:r>
          </a:p>
        </p:txBody>
      </p:sp>
      <p:pic>
        <p:nvPicPr>
          <p:cNvPr id="11" name="Picture 10" descr="hp_white.wmf"/>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185942" y="3127291"/>
            <a:ext cx="548640" cy="548640"/>
          </a:xfrm>
          <a:prstGeom prst="rect">
            <a:avLst/>
          </a:prstGeom>
        </p:spPr>
      </p:pic>
    </p:spTree>
    <p:extLst>
      <p:ext uri="{BB962C8B-B14F-4D97-AF65-F5344CB8AC3E}">
        <p14:creationId xmlns:p14="http://schemas.microsoft.com/office/powerpoint/2010/main" val="339185141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losing Slide_red texture">
    <p:bg>
      <p:bgPr>
        <a:blipFill rotWithShape="1">
          <a:blip r:embed="rId2" cstate="email">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14" name="Title 1"/>
          <p:cNvSpPr>
            <a:spLocks noGrp="1"/>
          </p:cNvSpPr>
          <p:nvPr>
            <p:ph type="ctrTitle"/>
          </p:nvPr>
        </p:nvSpPr>
        <p:spPr>
          <a:xfrm>
            <a:off x="373464" y="2779776"/>
            <a:ext cx="7772400" cy="861775"/>
          </a:xfrm>
          <a:prstGeom prst="rect">
            <a:avLst/>
          </a:prstGeom>
        </p:spPr>
        <p:txBody>
          <a:bodyPr wrap="square" lIns="0" tIns="0" rIns="0" bIns="0" anchor="b" anchorCtr="0">
            <a:noAutofit/>
          </a:bodyPr>
          <a:lstStyle>
            <a:lvl1pPr algn="l">
              <a:lnSpc>
                <a:spcPct val="106000"/>
              </a:lnSpc>
              <a:defRPr sz="4000">
                <a:solidFill>
                  <a:schemeClr val="bg1"/>
                </a:solidFill>
                <a:latin typeface="Futura Hv"/>
                <a:cs typeface="Futura"/>
              </a:defRPr>
            </a:lvl1pPr>
          </a:lstStyle>
          <a:p>
            <a:r>
              <a:rPr lang="en-US" noProof="0" dirty="0"/>
              <a:t>Click to edit Master title style</a:t>
            </a:r>
          </a:p>
        </p:txBody>
      </p:sp>
      <p:pic>
        <p:nvPicPr>
          <p:cNvPr id="6" name="Picture 5" descr="hp_white.wmf"/>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185942" y="3127291"/>
            <a:ext cx="548640" cy="548640"/>
          </a:xfrm>
          <a:prstGeom prst="rect">
            <a:avLst/>
          </a:prstGeom>
        </p:spPr>
      </p:pic>
    </p:spTree>
    <p:extLst>
      <p:ext uri="{BB962C8B-B14F-4D97-AF65-F5344CB8AC3E}">
        <p14:creationId xmlns:p14="http://schemas.microsoft.com/office/powerpoint/2010/main" val="160860962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losing Slide_green texture">
    <p:bg>
      <p:bgPr>
        <a:blipFill rotWithShape="1">
          <a:blip r:embed="rId2" cstate="email">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10" name="Title 1"/>
          <p:cNvSpPr>
            <a:spLocks noGrp="1"/>
          </p:cNvSpPr>
          <p:nvPr>
            <p:ph type="ctrTitle"/>
          </p:nvPr>
        </p:nvSpPr>
        <p:spPr>
          <a:xfrm>
            <a:off x="373464" y="2779776"/>
            <a:ext cx="7772400" cy="861775"/>
          </a:xfrm>
          <a:prstGeom prst="rect">
            <a:avLst/>
          </a:prstGeom>
        </p:spPr>
        <p:txBody>
          <a:bodyPr wrap="square" lIns="0" tIns="0" rIns="0" bIns="0" anchor="b" anchorCtr="0">
            <a:noAutofit/>
          </a:bodyPr>
          <a:lstStyle>
            <a:lvl1pPr algn="l">
              <a:lnSpc>
                <a:spcPct val="106000"/>
              </a:lnSpc>
              <a:defRPr sz="4000">
                <a:solidFill>
                  <a:schemeClr val="bg1"/>
                </a:solidFill>
                <a:latin typeface="Futura Hv"/>
                <a:cs typeface="Futura"/>
              </a:defRPr>
            </a:lvl1pPr>
          </a:lstStyle>
          <a:p>
            <a:r>
              <a:rPr lang="en-US" noProof="0"/>
              <a:t>Click to edit Master title style</a:t>
            </a:r>
          </a:p>
        </p:txBody>
      </p:sp>
      <p:pic>
        <p:nvPicPr>
          <p:cNvPr id="6" name="Picture 5" descr="hp_white.wmf"/>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185942" y="3127291"/>
            <a:ext cx="548640" cy="548640"/>
          </a:xfrm>
          <a:prstGeom prst="rect">
            <a:avLst/>
          </a:prstGeom>
        </p:spPr>
      </p:pic>
    </p:spTree>
    <p:extLst>
      <p:ext uri="{BB962C8B-B14F-4D97-AF65-F5344CB8AC3E}">
        <p14:creationId xmlns:p14="http://schemas.microsoft.com/office/powerpoint/2010/main" val="63446731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1 Line/1 subhead line with content">
    <p:bg>
      <p:bgPr>
        <a:solidFill>
          <a:schemeClr val="tx1"/>
        </a:solidFill>
        <a:effectLst/>
      </p:bgPr>
    </p:bg>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31470" y="749430"/>
            <a:ext cx="8229600" cy="502701"/>
          </a:xfrm>
          <a:prstGeom prst="rect">
            <a:avLst/>
          </a:prstGeom>
        </p:spPr>
        <p:txBody>
          <a:bodyPr>
            <a:noAutofit/>
          </a:bodyPr>
          <a:lstStyle>
            <a:lvl1pPr marL="0" indent="0" algn="l">
              <a:lnSpc>
                <a:spcPts val="3000"/>
              </a:lnSpc>
              <a:buNone/>
              <a:defRPr sz="2200">
                <a:solidFill>
                  <a:schemeClr val="tx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dirty="0"/>
              <a:t>Click to edit Master subtitle style</a:t>
            </a:r>
          </a:p>
        </p:txBody>
      </p:sp>
      <p:sp>
        <p:nvSpPr>
          <p:cNvPr id="7" name="Title 6"/>
          <p:cNvSpPr>
            <a:spLocks noGrp="1"/>
          </p:cNvSpPr>
          <p:nvPr>
            <p:ph type="title"/>
          </p:nvPr>
        </p:nvSpPr>
        <p:spPr>
          <a:xfrm>
            <a:off x="331470" y="360198"/>
            <a:ext cx="8229600" cy="523220"/>
          </a:xfrm>
          <a:prstGeom prst="rect">
            <a:avLst/>
          </a:prstGeom>
        </p:spPr>
        <p:txBody>
          <a:bodyPr>
            <a:noAutofit/>
          </a:bodyPr>
          <a:lstStyle/>
          <a:p>
            <a:r>
              <a:rPr lang="en-US" noProof="0"/>
              <a:t>Click to edit Master title style</a:t>
            </a:r>
          </a:p>
        </p:txBody>
      </p:sp>
      <p:sp>
        <p:nvSpPr>
          <p:cNvPr id="11" name="Text Placeholder 10"/>
          <p:cNvSpPr>
            <a:spLocks noGrp="1"/>
          </p:cNvSpPr>
          <p:nvPr>
            <p:ph type="body" sz="quarter" idx="14"/>
          </p:nvPr>
        </p:nvSpPr>
        <p:spPr>
          <a:xfrm>
            <a:off x="331200" y="1747842"/>
            <a:ext cx="8466436" cy="3936485"/>
          </a:xfrm>
          <a:prstGeom prst="rect">
            <a:avLst/>
          </a:prstGeom>
        </p:spPr>
        <p:txBody>
          <a:bodyPr>
            <a:no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41970999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763C6C19-AF66-4D3D-91A1-5571C5442F18}" type="datetimeFigureOut">
              <a:rPr lang="en-GB" smtClean="0"/>
              <a:t>09/03/2026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C2243CB4-EB89-4B55-9FD4-50EC632B96F7}" type="slidenum">
              <a:rPr lang="en-GB" smtClean="0"/>
              <a:t>‹#›</a:t>
            </a:fld>
            <a:endParaRPr lang="en-GB"/>
          </a:p>
        </p:txBody>
      </p:sp>
    </p:spTree>
    <p:extLst>
      <p:ext uri="{BB962C8B-B14F-4D97-AF65-F5344CB8AC3E}">
        <p14:creationId xmlns:p14="http://schemas.microsoft.com/office/powerpoint/2010/main" val="10578702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 Line/1 subhead line with content">
    <p:bg>
      <p:bgPr>
        <a:solidFill>
          <a:schemeClr val="tx1"/>
        </a:solidFill>
        <a:effectLst/>
      </p:bgPr>
    </p:bg>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31470" y="749430"/>
            <a:ext cx="8229600" cy="502701"/>
          </a:xfrm>
          <a:prstGeom prst="rect">
            <a:avLst/>
          </a:prstGeom>
        </p:spPr>
        <p:txBody>
          <a:bodyPr>
            <a:noAutofit/>
          </a:bodyPr>
          <a:lstStyle>
            <a:lvl1pPr marL="0" indent="0" algn="l">
              <a:lnSpc>
                <a:spcPts val="3000"/>
              </a:lnSpc>
              <a:buNone/>
              <a:defRPr sz="2200">
                <a:solidFill>
                  <a:schemeClr val="tx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dirty="0"/>
              <a:t>Click to edit Master subtitle style</a:t>
            </a:r>
          </a:p>
        </p:txBody>
      </p:sp>
      <p:sp>
        <p:nvSpPr>
          <p:cNvPr id="7" name="Title 6"/>
          <p:cNvSpPr>
            <a:spLocks noGrp="1"/>
          </p:cNvSpPr>
          <p:nvPr>
            <p:ph type="title"/>
          </p:nvPr>
        </p:nvSpPr>
        <p:spPr>
          <a:xfrm>
            <a:off x="331470" y="360198"/>
            <a:ext cx="8229600" cy="523220"/>
          </a:xfrm>
        </p:spPr>
        <p:txBody>
          <a:bodyPr>
            <a:noAutofit/>
          </a:bodyPr>
          <a:lstStyle/>
          <a:p>
            <a:r>
              <a:rPr lang="en-US" noProof="0"/>
              <a:t>Click to edit Master title style</a:t>
            </a:r>
          </a:p>
        </p:txBody>
      </p:sp>
      <p:sp>
        <p:nvSpPr>
          <p:cNvPr id="11" name="Text Placeholder 10"/>
          <p:cNvSpPr>
            <a:spLocks noGrp="1"/>
          </p:cNvSpPr>
          <p:nvPr>
            <p:ph type="body" sz="quarter" idx="14"/>
          </p:nvPr>
        </p:nvSpPr>
        <p:spPr>
          <a:xfrm>
            <a:off x="331200" y="1747842"/>
            <a:ext cx="8466436" cy="3936485"/>
          </a:xfrm>
        </p:spPr>
        <p:txBody>
          <a:bodyPr>
            <a:no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41970999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 Line/1 subhead line with content and pictur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31470" y="749808"/>
            <a:ext cx="4019316" cy="502701"/>
          </a:xfrm>
          <a:prstGeom prst="rect">
            <a:avLst/>
          </a:prstGeom>
        </p:spPr>
        <p:txBody>
          <a:bodyPr wrap="square">
            <a:noAutofit/>
          </a:bodyPr>
          <a:lstStyle>
            <a:lvl1pPr marL="0" indent="0" algn="l">
              <a:lnSpc>
                <a:spcPts val="3000"/>
              </a:lnSpc>
              <a:buNone/>
              <a:defRPr sz="2200">
                <a:solidFill>
                  <a:schemeClr val="tx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7" name="Title 6"/>
          <p:cNvSpPr>
            <a:spLocks noGrp="1"/>
          </p:cNvSpPr>
          <p:nvPr>
            <p:ph type="title"/>
          </p:nvPr>
        </p:nvSpPr>
        <p:spPr>
          <a:xfrm>
            <a:off x="331471" y="360198"/>
            <a:ext cx="4013649" cy="858161"/>
          </a:xfrm>
        </p:spPr>
        <p:txBody>
          <a:bodyPr>
            <a:noAutofit/>
          </a:bodyPr>
          <a:lstStyle/>
          <a:p>
            <a:r>
              <a:rPr lang="en-US" noProof="0" dirty="0"/>
              <a:t>Click to edit Master title style</a:t>
            </a:r>
          </a:p>
        </p:txBody>
      </p:sp>
      <p:sp>
        <p:nvSpPr>
          <p:cNvPr id="6" name="Text Placeholder 5"/>
          <p:cNvSpPr>
            <a:spLocks noGrp="1"/>
          </p:cNvSpPr>
          <p:nvPr>
            <p:ph type="body" sz="quarter" idx="10"/>
          </p:nvPr>
        </p:nvSpPr>
        <p:spPr>
          <a:xfrm>
            <a:off x="331201" y="1746504"/>
            <a:ext cx="4031345" cy="4027200"/>
          </a:xfrm>
        </p:spPr>
        <p:txBody>
          <a:bodyPr>
            <a:no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7"/>
          <p:cNvSpPr>
            <a:spLocks noGrp="1"/>
          </p:cNvSpPr>
          <p:nvPr>
            <p:ph type="pic" sz="quarter" idx="11"/>
          </p:nvPr>
        </p:nvSpPr>
        <p:spPr>
          <a:xfrm>
            <a:off x="4637088" y="452967"/>
            <a:ext cx="4157662" cy="5257800"/>
          </a:xfrm>
          <a:prstGeom prst="rect">
            <a:avLst/>
          </a:prstGeom>
          <a:effectLst/>
        </p:spPr>
        <p:txBody>
          <a:bodyPr>
            <a:noAutofit/>
          </a:bodyPr>
          <a:lstStyle/>
          <a:p>
            <a:endParaRPr lang="en-US" noProof="0"/>
          </a:p>
        </p:txBody>
      </p:sp>
    </p:spTree>
    <p:extLst>
      <p:ext uri="{BB962C8B-B14F-4D97-AF65-F5344CB8AC3E}">
        <p14:creationId xmlns:p14="http://schemas.microsoft.com/office/powerpoint/2010/main" val="150575755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 Line/1 subhead line with 2 content areas">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31470" y="749808"/>
            <a:ext cx="4019316" cy="502701"/>
          </a:xfrm>
          <a:prstGeom prst="rect">
            <a:avLst/>
          </a:prstGeom>
        </p:spPr>
        <p:txBody>
          <a:bodyPr wrap="square">
            <a:noAutofit/>
          </a:bodyPr>
          <a:lstStyle>
            <a:lvl1pPr marL="0" indent="0" algn="l">
              <a:lnSpc>
                <a:spcPts val="3000"/>
              </a:lnSpc>
              <a:buNone/>
              <a:defRPr sz="2200">
                <a:solidFill>
                  <a:schemeClr val="tx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7" name="Title 6"/>
          <p:cNvSpPr>
            <a:spLocks noGrp="1"/>
          </p:cNvSpPr>
          <p:nvPr>
            <p:ph type="title"/>
          </p:nvPr>
        </p:nvSpPr>
        <p:spPr>
          <a:xfrm>
            <a:off x="331471" y="360198"/>
            <a:ext cx="4013649" cy="1036181"/>
          </a:xfrm>
        </p:spPr>
        <p:txBody>
          <a:bodyPr>
            <a:noAutofit/>
          </a:bodyPr>
          <a:lstStyle/>
          <a:p>
            <a:r>
              <a:rPr lang="en-US" noProof="0"/>
              <a:t>Click to edit Master title style</a:t>
            </a:r>
          </a:p>
        </p:txBody>
      </p:sp>
      <p:sp>
        <p:nvSpPr>
          <p:cNvPr id="6" name="Text Placeholder 5"/>
          <p:cNvSpPr>
            <a:spLocks noGrp="1"/>
          </p:cNvSpPr>
          <p:nvPr>
            <p:ph type="body" sz="quarter" idx="10"/>
          </p:nvPr>
        </p:nvSpPr>
        <p:spPr>
          <a:xfrm>
            <a:off x="3197186" y="1746504"/>
            <a:ext cx="5537932" cy="3974699"/>
          </a:xfrm>
        </p:spPr>
        <p:txBody>
          <a:bodyPr>
            <a:noAutofit/>
          </a:bodyPr>
          <a:lstStyle>
            <a:lvl1pPr>
              <a:defRPr>
                <a:solidFill>
                  <a:schemeClr val="accent1"/>
                </a:solidFill>
                <a:latin typeface="Futura Hv"/>
                <a:cs typeface="Futura Hv"/>
              </a:defRPr>
            </a:lvl1pPr>
            <a:lvl2pPr marL="0" indent="0">
              <a:buNone/>
              <a:defRPr/>
            </a:lvl2pPr>
            <a:lvl3pPr marL="165600" indent="-165600">
              <a:buFont typeface="Lucida Grande"/>
              <a:buChar char="•"/>
              <a:defRPr sz="1800"/>
            </a:lvl3pPr>
            <a:lvl4pPr marL="298800" indent="-126000">
              <a:buSzPct val="100000"/>
              <a:buFont typeface="Lucida Grande"/>
              <a:buChar char="–"/>
              <a:defRPr/>
            </a:lvl4pPr>
            <a:lvl5pPr marL="410400" indent="-122400">
              <a:buSzPct val="80000"/>
              <a:buFont typeface="Courier New"/>
              <a:buChar char="o"/>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Text Placeholder 4"/>
          <p:cNvSpPr>
            <a:spLocks noGrp="1"/>
          </p:cNvSpPr>
          <p:nvPr>
            <p:ph type="body" sz="quarter" idx="11"/>
          </p:nvPr>
        </p:nvSpPr>
        <p:spPr>
          <a:xfrm>
            <a:off x="330201" y="1746504"/>
            <a:ext cx="2542125" cy="3974699"/>
          </a:xfrm>
        </p:spPr>
        <p:txBody>
          <a:bodyPr>
            <a:noAutofit/>
          </a:bodyPr>
          <a:lstStyle>
            <a:lvl1pPr>
              <a:defRPr>
                <a:solidFill>
                  <a:schemeClr val="accent1"/>
                </a:solidFill>
                <a:latin typeface="Futura Hv"/>
                <a:cs typeface="Futura Hv"/>
              </a:defRPr>
            </a:lvl1pPr>
            <a:lvl2pPr marL="0" indent="0">
              <a:buNone/>
              <a:defRPr>
                <a:latin typeface="Futura Hv"/>
                <a:cs typeface="Futura Hv"/>
              </a:defRPr>
            </a:lvl2pPr>
            <a:lvl3pPr marL="165600" indent="-165600">
              <a:buFont typeface="Lucida Grande"/>
              <a:buChar char="•"/>
              <a:defRPr sz="1800"/>
            </a:lvl3pPr>
            <a:lvl4pPr marL="298800" indent="-126000">
              <a:buSzPct val="100000"/>
              <a:buFont typeface="Lucida Grande"/>
              <a:buChar char="–"/>
              <a:defRPr/>
            </a:lvl4pPr>
            <a:lvl5pPr marL="410400" indent="-122400">
              <a:buSzPct val="80000"/>
              <a:buFont typeface="Courier New"/>
              <a:buChar char="o"/>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8" name="Slide Number Placeholder 2"/>
          <p:cNvSpPr>
            <a:spLocks noGrp="1"/>
          </p:cNvSpPr>
          <p:nvPr>
            <p:ph type="sldNum" sz="quarter" idx="4"/>
          </p:nvPr>
        </p:nvSpPr>
        <p:spPr>
          <a:xfrm>
            <a:off x="348905" y="6328800"/>
            <a:ext cx="182186" cy="166427"/>
          </a:xfrm>
          <a:prstGeom prst="rect">
            <a:avLst/>
          </a:prstGeom>
          <a:noFill/>
        </p:spPr>
        <p:txBody>
          <a:bodyPr wrap="square" lIns="0" tIns="0" rIns="0" bIns="0" rtlCol="0" anchor="t" anchorCtr="0">
            <a:noAutofit/>
          </a:bodyPr>
          <a:lstStyle>
            <a:lvl1pPr>
              <a:defRPr lang="en-US" sz="700" smtClean="0">
                <a:solidFill>
                  <a:srgbClr val="C2C2C2"/>
                </a:solidFill>
                <a:latin typeface="Futura Bk"/>
              </a:defRPr>
            </a:lvl1pPr>
          </a:lstStyle>
          <a:p>
            <a:pPr marL="190800" indent="-190800">
              <a:lnSpc>
                <a:spcPts val="1000"/>
              </a:lnSpc>
            </a:pPr>
            <a:fld id="{33088DE5-1DDF-C242-AF39-BA25983D68D6}" type="slidenum">
              <a:rPr lang="en-US" noProof="0" smtClean="0"/>
              <a:pPr marL="190800" indent="-190800">
                <a:lnSpc>
                  <a:spcPts val="1000"/>
                </a:lnSpc>
              </a:pPr>
              <a:t>‹#›</a:t>
            </a:fld>
            <a:endParaRPr lang="en-US" noProof="0" dirty="0"/>
          </a:p>
        </p:txBody>
      </p:sp>
    </p:spTree>
    <p:extLst>
      <p:ext uri="{BB962C8B-B14F-4D97-AF65-F5344CB8AC3E}">
        <p14:creationId xmlns:p14="http://schemas.microsoft.com/office/powerpoint/2010/main" val="13926930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 Line/blank">
    <p:spTree>
      <p:nvGrpSpPr>
        <p:cNvPr id="1" name=""/>
        <p:cNvGrpSpPr/>
        <p:nvPr/>
      </p:nvGrpSpPr>
      <p:grpSpPr>
        <a:xfrm>
          <a:off x="0" y="0"/>
          <a:ext cx="0" cy="0"/>
          <a:chOff x="0" y="0"/>
          <a:chExt cx="0" cy="0"/>
        </a:xfrm>
      </p:grpSpPr>
      <p:sp>
        <p:nvSpPr>
          <p:cNvPr id="7" name="Title 6"/>
          <p:cNvSpPr>
            <a:spLocks noGrp="1"/>
          </p:cNvSpPr>
          <p:nvPr>
            <p:ph type="title"/>
          </p:nvPr>
        </p:nvSpPr>
        <p:spPr>
          <a:xfrm>
            <a:off x="331470" y="360198"/>
            <a:ext cx="8229600" cy="523220"/>
          </a:xfrm>
        </p:spPr>
        <p:txBody>
          <a:bodyPr/>
          <a:lstStyle/>
          <a:p>
            <a:r>
              <a:rPr lang="en-US" noProof="0" dirty="0"/>
              <a:t>Click to edit Master title style</a:t>
            </a:r>
          </a:p>
        </p:txBody>
      </p:sp>
    </p:spTree>
    <p:extLst>
      <p:ext uri="{BB962C8B-B14F-4D97-AF65-F5344CB8AC3E}">
        <p14:creationId xmlns:p14="http://schemas.microsoft.com/office/powerpoint/2010/main" val="144322729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 Line/1 Subheadline/Blank">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31470" y="749808"/>
            <a:ext cx="8229600" cy="502701"/>
          </a:xfrm>
          <a:prstGeom prst="rect">
            <a:avLst/>
          </a:prstGeom>
        </p:spPr>
        <p:txBody>
          <a:bodyPr>
            <a:noAutofit/>
          </a:bodyPr>
          <a:lstStyle>
            <a:lvl1pPr marL="0" indent="0" algn="l">
              <a:lnSpc>
                <a:spcPts val="3000"/>
              </a:lnSpc>
              <a:buNone/>
              <a:defRPr sz="2200">
                <a:solidFill>
                  <a:schemeClr val="tx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7" name="Title 6"/>
          <p:cNvSpPr>
            <a:spLocks noGrp="1"/>
          </p:cNvSpPr>
          <p:nvPr>
            <p:ph type="title"/>
          </p:nvPr>
        </p:nvSpPr>
        <p:spPr>
          <a:xfrm>
            <a:off x="331470" y="360198"/>
            <a:ext cx="8229600" cy="523220"/>
          </a:xfrm>
        </p:spPr>
        <p:txBody>
          <a:bodyPr>
            <a:noAutofit/>
          </a:bodyPr>
          <a:lstStyle/>
          <a:p>
            <a:r>
              <a:rPr lang="en-US" noProof="0"/>
              <a:t>Click to edit Master title style</a:t>
            </a:r>
          </a:p>
        </p:txBody>
      </p:sp>
    </p:spTree>
    <p:extLst>
      <p:ext uri="{BB962C8B-B14F-4D97-AF65-F5344CB8AC3E}">
        <p14:creationId xmlns:p14="http://schemas.microsoft.com/office/powerpoint/2010/main" val="53027098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 Line/1 Subhead line and content">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31470" y="749808"/>
            <a:ext cx="4019316" cy="502701"/>
          </a:xfrm>
          <a:prstGeom prst="rect">
            <a:avLst/>
          </a:prstGeom>
        </p:spPr>
        <p:txBody>
          <a:bodyPr wrap="square">
            <a:noAutofit/>
          </a:bodyPr>
          <a:lstStyle>
            <a:lvl1pPr marL="0" indent="0" algn="l">
              <a:lnSpc>
                <a:spcPts val="3000"/>
              </a:lnSpc>
              <a:buNone/>
              <a:defRPr sz="2200">
                <a:solidFill>
                  <a:schemeClr val="tx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dirty="0"/>
              <a:t>Click to edit Master subtitle style</a:t>
            </a:r>
          </a:p>
        </p:txBody>
      </p:sp>
      <p:sp>
        <p:nvSpPr>
          <p:cNvPr id="7" name="Title 6"/>
          <p:cNvSpPr>
            <a:spLocks noGrp="1"/>
          </p:cNvSpPr>
          <p:nvPr>
            <p:ph type="title"/>
          </p:nvPr>
        </p:nvSpPr>
        <p:spPr>
          <a:xfrm>
            <a:off x="331471" y="360198"/>
            <a:ext cx="6728548" cy="1036181"/>
          </a:xfrm>
        </p:spPr>
        <p:txBody>
          <a:bodyPr>
            <a:noAutofit/>
          </a:bodyPr>
          <a:lstStyle/>
          <a:p>
            <a:r>
              <a:rPr lang="en-US" noProof="0" dirty="0"/>
              <a:t>Click to edit Master title style</a:t>
            </a:r>
          </a:p>
        </p:txBody>
      </p:sp>
      <p:sp>
        <p:nvSpPr>
          <p:cNvPr id="6" name="Text Placeholder 5"/>
          <p:cNvSpPr>
            <a:spLocks noGrp="1"/>
          </p:cNvSpPr>
          <p:nvPr>
            <p:ph type="body" sz="quarter" idx="10"/>
          </p:nvPr>
        </p:nvSpPr>
        <p:spPr>
          <a:xfrm>
            <a:off x="331201" y="1746504"/>
            <a:ext cx="4031345" cy="4027200"/>
          </a:xfrm>
        </p:spPr>
        <p:txBody>
          <a:bodyPr>
            <a:noAutofit/>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402625359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Grid">
    <p:spTree>
      <p:nvGrpSpPr>
        <p:cNvPr id="1" name=""/>
        <p:cNvGrpSpPr/>
        <p:nvPr/>
      </p:nvGrpSpPr>
      <p:grpSpPr>
        <a:xfrm>
          <a:off x="0" y="0"/>
          <a:ext cx="0" cy="0"/>
          <a:chOff x="0" y="0"/>
          <a:chExt cx="0" cy="0"/>
        </a:xfrm>
      </p:grpSpPr>
      <p:sp>
        <p:nvSpPr>
          <p:cNvPr id="4" name="Picture Placeholder 3"/>
          <p:cNvSpPr>
            <a:spLocks noGrp="1"/>
          </p:cNvSpPr>
          <p:nvPr>
            <p:ph type="pic" sz="quarter" idx="11" hasCustomPrompt="1"/>
          </p:nvPr>
        </p:nvSpPr>
        <p:spPr>
          <a:xfrm>
            <a:off x="4629150" y="463551"/>
            <a:ext cx="4171950" cy="5256167"/>
          </a:xfrm>
          <a:solidFill>
            <a:schemeClr val="tx2"/>
          </a:solidFill>
        </p:spPr>
        <p:txBody>
          <a:bodyPr wrap="square" anchor="ctr" anchorCtr="0">
            <a:noAutofit/>
          </a:bodyPr>
          <a:lstStyle>
            <a:lvl1pPr algn="ctr">
              <a:lnSpc>
                <a:spcPts val="3000"/>
              </a:lnSpc>
              <a:defRPr sz="2000">
                <a:solidFill>
                  <a:schemeClr val="bg1"/>
                </a:solidFill>
                <a:latin typeface="Futura Hv"/>
                <a:cs typeface="Futura Hv"/>
              </a:defRPr>
            </a:lvl1pPr>
          </a:lstStyle>
          <a:p>
            <a:r>
              <a:rPr lang="en-US" noProof="0"/>
              <a:t>Image Area</a:t>
            </a:r>
          </a:p>
        </p:txBody>
      </p:sp>
      <p:sp>
        <p:nvSpPr>
          <p:cNvPr id="8" name="Rectangle 7"/>
          <p:cNvSpPr/>
          <p:nvPr userDrawn="1"/>
        </p:nvSpPr>
        <p:spPr>
          <a:xfrm>
            <a:off x="339659" y="462697"/>
            <a:ext cx="8461915" cy="6083967"/>
          </a:xfrm>
          <a:prstGeom prst="rect">
            <a:avLst/>
          </a:prstGeom>
          <a:noFill/>
          <a:ln w="12700"/>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noProof="0"/>
          </a:p>
        </p:txBody>
      </p:sp>
      <p:cxnSp>
        <p:nvCxnSpPr>
          <p:cNvPr id="9" name="Straight Connector 8"/>
          <p:cNvCxnSpPr/>
          <p:nvPr userDrawn="1"/>
        </p:nvCxnSpPr>
        <p:spPr>
          <a:xfrm>
            <a:off x="324891" y="807257"/>
            <a:ext cx="8476683" cy="0"/>
          </a:xfrm>
          <a:prstGeom prst="line">
            <a:avLst/>
          </a:prstGeom>
          <a:noFill/>
          <a:ln w="12700"/>
          <a:effectLst/>
        </p:spPr>
        <p:style>
          <a:lnRef idx="1">
            <a:schemeClr val="accent1"/>
          </a:lnRef>
          <a:fillRef idx="3">
            <a:schemeClr val="accent1"/>
          </a:fillRef>
          <a:effectRef idx="2">
            <a:schemeClr val="accent1"/>
          </a:effectRef>
          <a:fontRef idx="minor">
            <a:schemeClr val="lt1"/>
          </a:fontRef>
        </p:style>
      </p:cxnSp>
      <p:cxnSp>
        <p:nvCxnSpPr>
          <p:cNvPr id="10" name="Straight Connector 9"/>
          <p:cNvCxnSpPr/>
          <p:nvPr userDrawn="1"/>
        </p:nvCxnSpPr>
        <p:spPr>
          <a:xfrm>
            <a:off x="324891" y="1299488"/>
            <a:ext cx="8476683" cy="0"/>
          </a:xfrm>
          <a:prstGeom prst="line">
            <a:avLst/>
          </a:prstGeom>
          <a:noFill/>
          <a:ln w="12700"/>
          <a:effectLst/>
        </p:spPr>
        <p:style>
          <a:lnRef idx="1">
            <a:schemeClr val="accent1"/>
          </a:lnRef>
          <a:fillRef idx="3">
            <a:schemeClr val="accent1"/>
          </a:fillRef>
          <a:effectRef idx="2">
            <a:schemeClr val="accent1"/>
          </a:effectRef>
          <a:fontRef idx="minor">
            <a:schemeClr val="lt1"/>
          </a:fontRef>
        </p:style>
      </p:cxnSp>
      <p:cxnSp>
        <p:nvCxnSpPr>
          <p:cNvPr id="11" name="Straight Connector 10"/>
          <p:cNvCxnSpPr/>
          <p:nvPr userDrawn="1"/>
        </p:nvCxnSpPr>
        <p:spPr>
          <a:xfrm>
            <a:off x="324891" y="2323327"/>
            <a:ext cx="8476683" cy="0"/>
          </a:xfrm>
          <a:prstGeom prst="line">
            <a:avLst/>
          </a:prstGeom>
          <a:noFill/>
          <a:ln w="12700"/>
          <a:effectLst/>
        </p:spPr>
        <p:style>
          <a:lnRef idx="1">
            <a:schemeClr val="accent1"/>
          </a:lnRef>
          <a:fillRef idx="3">
            <a:schemeClr val="accent1"/>
          </a:fillRef>
          <a:effectRef idx="2">
            <a:schemeClr val="accent1"/>
          </a:effectRef>
          <a:fontRef idx="minor">
            <a:schemeClr val="lt1"/>
          </a:fontRef>
        </p:style>
      </p:cxnSp>
      <p:cxnSp>
        <p:nvCxnSpPr>
          <p:cNvPr id="13" name="Straight Connector 12"/>
          <p:cNvCxnSpPr/>
          <p:nvPr userDrawn="1"/>
        </p:nvCxnSpPr>
        <p:spPr>
          <a:xfrm>
            <a:off x="324891" y="5719716"/>
            <a:ext cx="8476683" cy="0"/>
          </a:xfrm>
          <a:prstGeom prst="line">
            <a:avLst/>
          </a:prstGeom>
          <a:noFill/>
          <a:ln w="12700"/>
          <a:effectLst/>
        </p:spPr>
        <p:style>
          <a:lnRef idx="1">
            <a:schemeClr val="accent1"/>
          </a:lnRef>
          <a:fillRef idx="3">
            <a:schemeClr val="accent1"/>
          </a:fillRef>
          <a:effectRef idx="2">
            <a:schemeClr val="accent1"/>
          </a:effectRef>
          <a:fontRef idx="minor">
            <a:schemeClr val="lt1"/>
          </a:fontRef>
        </p:style>
      </p:cxnSp>
      <p:cxnSp>
        <p:nvCxnSpPr>
          <p:cNvPr id="14" name="Straight Connector 13"/>
          <p:cNvCxnSpPr/>
          <p:nvPr userDrawn="1"/>
        </p:nvCxnSpPr>
        <p:spPr>
          <a:xfrm>
            <a:off x="4518929" y="462696"/>
            <a:ext cx="0" cy="6093813"/>
          </a:xfrm>
          <a:prstGeom prst="line">
            <a:avLst/>
          </a:prstGeom>
          <a:noFill/>
          <a:ln w="12700">
            <a:solidFill>
              <a:schemeClr val="accent3"/>
            </a:solidFill>
          </a:ln>
          <a:effectLst/>
        </p:spPr>
        <p:style>
          <a:lnRef idx="1">
            <a:schemeClr val="accent1"/>
          </a:lnRef>
          <a:fillRef idx="3">
            <a:schemeClr val="accent1"/>
          </a:fillRef>
          <a:effectRef idx="2">
            <a:schemeClr val="accent1"/>
          </a:effectRef>
          <a:fontRef idx="minor">
            <a:schemeClr val="lt1"/>
          </a:fontRef>
        </p:style>
      </p:cxnSp>
      <p:cxnSp>
        <p:nvCxnSpPr>
          <p:cNvPr id="15" name="Straight Connector 14"/>
          <p:cNvCxnSpPr/>
          <p:nvPr userDrawn="1"/>
        </p:nvCxnSpPr>
        <p:spPr>
          <a:xfrm>
            <a:off x="4629687" y="462696"/>
            <a:ext cx="0" cy="6093813"/>
          </a:xfrm>
          <a:prstGeom prst="line">
            <a:avLst/>
          </a:prstGeom>
          <a:noFill/>
          <a:ln w="12700">
            <a:solidFill>
              <a:schemeClr val="accent3"/>
            </a:solidFill>
          </a:ln>
          <a:effectLst/>
        </p:spPr>
        <p:style>
          <a:lnRef idx="1">
            <a:schemeClr val="accent1"/>
          </a:lnRef>
          <a:fillRef idx="3">
            <a:schemeClr val="accent1"/>
          </a:fillRef>
          <a:effectRef idx="2">
            <a:schemeClr val="accent1"/>
          </a:effectRef>
          <a:fontRef idx="minor">
            <a:schemeClr val="lt1"/>
          </a:fontRef>
        </p:style>
      </p:cxnSp>
      <p:grpSp>
        <p:nvGrpSpPr>
          <p:cNvPr id="16" name="Group 15"/>
          <p:cNvGrpSpPr/>
          <p:nvPr userDrawn="1"/>
        </p:nvGrpSpPr>
        <p:grpSpPr>
          <a:xfrm>
            <a:off x="945136" y="462696"/>
            <a:ext cx="2975700" cy="6093813"/>
            <a:chOff x="945136" y="347022"/>
            <a:chExt cx="2975700" cy="4570360"/>
          </a:xfrm>
        </p:grpSpPr>
        <p:cxnSp>
          <p:nvCxnSpPr>
            <p:cNvPr id="17" name="Straight Connector 16"/>
            <p:cNvCxnSpPr/>
            <p:nvPr/>
          </p:nvCxnSpPr>
          <p:spPr>
            <a:xfrm>
              <a:off x="945136" y="347022"/>
              <a:ext cx="0" cy="4570360"/>
            </a:xfrm>
            <a:prstGeom prst="line">
              <a:avLst/>
            </a:prstGeom>
            <a:noFill/>
            <a:ln w="3175">
              <a:solidFill>
                <a:schemeClr val="accent6"/>
              </a:solidFill>
            </a:ln>
            <a:effectLst/>
          </p:spPr>
          <p:style>
            <a:lnRef idx="1">
              <a:schemeClr val="accent1"/>
            </a:lnRef>
            <a:fillRef idx="3">
              <a:schemeClr val="accent1"/>
            </a:fillRef>
            <a:effectRef idx="2">
              <a:schemeClr val="accent1"/>
            </a:effectRef>
            <a:fontRef idx="minor">
              <a:schemeClr val="lt1"/>
            </a:fontRef>
          </p:style>
        </p:cxnSp>
        <p:cxnSp>
          <p:nvCxnSpPr>
            <p:cNvPr id="18" name="Straight Connector 17"/>
            <p:cNvCxnSpPr/>
            <p:nvPr/>
          </p:nvCxnSpPr>
          <p:spPr>
            <a:xfrm>
              <a:off x="1055894" y="347022"/>
              <a:ext cx="0" cy="4570360"/>
            </a:xfrm>
            <a:prstGeom prst="line">
              <a:avLst/>
            </a:prstGeom>
            <a:noFill/>
            <a:ln w="3175">
              <a:solidFill>
                <a:schemeClr val="accent6"/>
              </a:solidFill>
            </a:ln>
            <a:effectLst/>
          </p:spPr>
          <p:style>
            <a:lnRef idx="1">
              <a:schemeClr val="accent1"/>
            </a:lnRef>
            <a:fillRef idx="3">
              <a:schemeClr val="accent1"/>
            </a:fillRef>
            <a:effectRef idx="2">
              <a:schemeClr val="accent1"/>
            </a:effectRef>
            <a:fontRef idx="minor">
              <a:schemeClr val="lt1"/>
            </a:fontRef>
          </p:style>
        </p:cxnSp>
        <p:cxnSp>
          <p:nvCxnSpPr>
            <p:cNvPr id="19" name="Straight Connector 18"/>
            <p:cNvCxnSpPr/>
            <p:nvPr/>
          </p:nvCxnSpPr>
          <p:spPr>
            <a:xfrm>
              <a:off x="1653988" y="347022"/>
              <a:ext cx="0" cy="4570360"/>
            </a:xfrm>
            <a:prstGeom prst="line">
              <a:avLst/>
            </a:prstGeom>
            <a:noFill/>
            <a:ln w="3175">
              <a:solidFill>
                <a:schemeClr val="accent6"/>
              </a:solidFill>
            </a:ln>
            <a:effectLst/>
          </p:spPr>
          <p:style>
            <a:lnRef idx="1">
              <a:schemeClr val="accent1"/>
            </a:lnRef>
            <a:fillRef idx="3">
              <a:schemeClr val="accent1"/>
            </a:fillRef>
            <a:effectRef idx="2">
              <a:schemeClr val="accent1"/>
            </a:effectRef>
            <a:fontRef idx="minor">
              <a:schemeClr val="lt1"/>
            </a:fontRef>
          </p:style>
        </p:cxnSp>
        <p:cxnSp>
          <p:nvCxnSpPr>
            <p:cNvPr id="20" name="Straight Connector 19"/>
            <p:cNvCxnSpPr/>
            <p:nvPr/>
          </p:nvCxnSpPr>
          <p:spPr>
            <a:xfrm>
              <a:off x="1764746" y="347022"/>
              <a:ext cx="0" cy="4570360"/>
            </a:xfrm>
            <a:prstGeom prst="line">
              <a:avLst/>
            </a:prstGeom>
            <a:noFill/>
            <a:ln w="3175">
              <a:solidFill>
                <a:schemeClr val="accent6"/>
              </a:solidFill>
            </a:ln>
            <a:effectLst/>
          </p:spPr>
          <p:style>
            <a:lnRef idx="1">
              <a:schemeClr val="accent1"/>
            </a:lnRef>
            <a:fillRef idx="3">
              <a:schemeClr val="accent1"/>
            </a:fillRef>
            <a:effectRef idx="2">
              <a:schemeClr val="accent1"/>
            </a:effectRef>
            <a:fontRef idx="minor">
              <a:schemeClr val="lt1"/>
            </a:fontRef>
          </p:style>
        </p:cxnSp>
        <p:cxnSp>
          <p:nvCxnSpPr>
            <p:cNvPr id="21" name="Straight Connector 20"/>
            <p:cNvCxnSpPr/>
            <p:nvPr/>
          </p:nvCxnSpPr>
          <p:spPr>
            <a:xfrm>
              <a:off x="2377607" y="347022"/>
              <a:ext cx="0" cy="4570360"/>
            </a:xfrm>
            <a:prstGeom prst="line">
              <a:avLst/>
            </a:prstGeom>
            <a:noFill/>
            <a:ln w="3175">
              <a:solidFill>
                <a:schemeClr val="accent6"/>
              </a:solidFill>
            </a:ln>
            <a:effectLst/>
          </p:spPr>
          <p:style>
            <a:lnRef idx="1">
              <a:schemeClr val="accent1"/>
            </a:lnRef>
            <a:fillRef idx="3">
              <a:schemeClr val="accent1"/>
            </a:fillRef>
            <a:effectRef idx="2">
              <a:schemeClr val="accent1"/>
            </a:effectRef>
            <a:fontRef idx="minor">
              <a:schemeClr val="lt1"/>
            </a:fontRef>
          </p:style>
        </p:cxnSp>
        <p:cxnSp>
          <p:nvCxnSpPr>
            <p:cNvPr id="22" name="Straight Connector 21"/>
            <p:cNvCxnSpPr/>
            <p:nvPr/>
          </p:nvCxnSpPr>
          <p:spPr>
            <a:xfrm>
              <a:off x="2488365" y="347022"/>
              <a:ext cx="0" cy="4570360"/>
            </a:xfrm>
            <a:prstGeom prst="line">
              <a:avLst/>
            </a:prstGeom>
            <a:noFill/>
            <a:ln w="3175">
              <a:solidFill>
                <a:schemeClr val="accent6"/>
              </a:solidFill>
            </a:ln>
            <a:effectLst/>
          </p:spPr>
          <p:style>
            <a:lnRef idx="1">
              <a:schemeClr val="accent1"/>
            </a:lnRef>
            <a:fillRef idx="3">
              <a:schemeClr val="accent1"/>
            </a:fillRef>
            <a:effectRef idx="2">
              <a:schemeClr val="accent1"/>
            </a:effectRef>
            <a:fontRef idx="minor">
              <a:schemeClr val="lt1"/>
            </a:fontRef>
          </p:style>
        </p:cxnSp>
        <p:cxnSp>
          <p:nvCxnSpPr>
            <p:cNvPr id="23" name="Straight Connector 22"/>
            <p:cNvCxnSpPr/>
            <p:nvPr/>
          </p:nvCxnSpPr>
          <p:spPr>
            <a:xfrm>
              <a:off x="3086459" y="347022"/>
              <a:ext cx="0" cy="4570360"/>
            </a:xfrm>
            <a:prstGeom prst="line">
              <a:avLst/>
            </a:prstGeom>
            <a:noFill/>
            <a:ln w="3175">
              <a:solidFill>
                <a:schemeClr val="accent6"/>
              </a:solidFill>
            </a:ln>
            <a:effectLst/>
          </p:spPr>
          <p:style>
            <a:lnRef idx="1">
              <a:schemeClr val="accent1"/>
            </a:lnRef>
            <a:fillRef idx="3">
              <a:schemeClr val="accent1"/>
            </a:fillRef>
            <a:effectRef idx="2">
              <a:schemeClr val="accent1"/>
            </a:effectRef>
            <a:fontRef idx="minor">
              <a:schemeClr val="lt1"/>
            </a:fontRef>
          </p:style>
        </p:cxnSp>
        <p:cxnSp>
          <p:nvCxnSpPr>
            <p:cNvPr id="24" name="Straight Connector 23"/>
            <p:cNvCxnSpPr/>
            <p:nvPr/>
          </p:nvCxnSpPr>
          <p:spPr>
            <a:xfrm>
              <a:off x="3197217" y="347022"/>
              <a:ext cx="0" cy="4570360"/>
            </a:xfrm>
            <a:prstGeom prst="line">
              <a:avLst/>
            </a:prstGeom>
            <a:noFill/>
            <a:ln w="3175">
              <a:solidFill>
                <a:schemeClr val="accent6"/>
              </a:solidFill>
            </a:ln>
            <a:effectLst/>
          </p:spPr>
          <p:style>
            <a:lnRef idx="1">
              <a:schemeClr val="accent1"/>
            </a:lnRef>
            <a:fillRef idx="3">
              <a:schemeClr val="accent1"/>
            </a:fillRef>
            <a:effectRef idx="2">
              <a:schemeClr val="accent1"/>
            </a:effectRef>
            <a:fontRef idx="minor">
              <a:schemeClr val="lt1"/>
            </a:fontRef>
          </p:style>
        </p:cxnSp>
        <p:cxnSp>
          <p:nvCxnSpPr>
            <p:cNvPr id="25" name="Straight Connector 24"/>
            <p:cNvCxnSpPr/>
            <p:nvPr/>
          </p:nvCxnSpPr>
          <p:spPr>
            <a:xfrm>
              <a:off x="3810078" y="347022"/>
              <a:ext cx="0" cy="4570360"/>
            </a:xfrm>
            <a:prstGeom prst="line">
              <a:avLst/>
            </a:prstGeom>
            <a:noFill/>
            <a:ln w="3175">
              <a:solidFill>
                <a:schemeClr val="accent6"/>
              </a:solidFill>
            </a:ln>
            <a:effectLst/>
          </p:spPr>
          <p:style>
            <a:lnRef idx="1">
              <a:schemeClr val="accent1"/>
            </a:lnRef>
            <a:fillRef idx="3">
              <a:schemeClr val="accent1"/>
            </a:fillRef>
            <a:effectRef idx="2">
              <a:schemeClr val="accent1"/>
            </a:effectRef>
            <a:fontRef idx="minor">
              <a:schemeClr val="lt1"/>
            </a:fontRef>
          </p:style>
        </p:cxnSp>
        <p:cxnSp>
          <p:nvCxnSpPr>
            <p:cNvPr id="26" name="Straight Connector 25"/>
            <p:cNvCxnSpPr/>
            <p:nvPr/>
          </p:nvCxnSpPr>
          <p:spPr>
            <a:xfrm>
              <a:off x="3920836" y="347022"/>
              <a:ext cx="0" cy="4570360"/>
            </a:xfrm>
            <a:prstGeom prst="line">
              <a:avLst/>
            </a:prstGeom>
            <a:noFill/>
            <a:ln w="3175">
              <a:solidFill>
                <a:schemeClr val="accent6"/>
              </a:solidFill>
            </a:ln>
            <a:effectLst/>
          </p:spPr>
          <p:style>
            <a:lnRef idx="1">
              <a:schemeClr val="accent1"/>
            </a:lnRef>
            <a:fillRef idx="3">
              <a:schemeClr val="accent1"/>
            </a:fillRef>
            <a:effectRef idx="2">
              <a:schemeClr val="accent1"/>
            </a:effectRef>
            <a:fontRef idx="minor">
              <a:schemeClr val="lt1"/>
            </a:fontRef>
          </p:style>
        </p:cxnSp>
      </p:grpSp>
      <p:grpSp>
        <p:nvGrpSpPr>
          <p:cNvPr id="27" name="Group 26"/>
          <p:cNvGrpSpPr/>
          <p:nvPr userDrawn="1"/>
        </p:nvGrpSpPr>
        <p:grpSpPr>
          <a:xfrm>
            <a:off x="5227781" y="462696"/>
            <a:ext cx="2975700" cy="6093813"/>
            <a:chOff x="945136" y="347022"/>
            <a:chExt cx="2975700" cy="4570360"/>
          </a:xfrm>
        </p:grpSpPr>
        <p:cxnSp>
          <p:nvCxnSpPr>
            <p:cNvPr id="28" name="Straight Connector 27"/>
            <p:cNvCxnSpPr/>
            <p:nvPr/>
          </p:nvCxnSpPr>
          <p:spPr>
            <a:xfrm>
              <a:off x="945136" y="347022"/>
              <a:ext cx="0" cy="4570360"/>
            </a:xfrm>
            <a:prstGeom prst="line">
              <a:avLst/>
            </a:prstGeom>
            <a:noFill/>
            <a:ln w="3175">
              <a:solidFill>
                <a:schemeClr val="accent6"/>
              </a:solidFill>
            </a:ln>
            <a:effectLst/>
          </p:spPr>
          <p:style>
            <a:lnRef idx="1">
              <a:schemeClr val="accent1"/>
            </a:lnRef>
            <a:fillRef idx="3">
              <a:schemeClr val="accent1"/>
            </a:fillRef>
            <a:effectRef idx="2">
              <a:schemeClr val="accent1"/>
            </a:effectRef>
            <a:fontRef idx="minor">
              <a:schemeClr val="lt1"/>
            </a:fontRef>
          </p:style>
        </p:cxnSp>
        <p:cxnSp>
          <p:nvCxnSpPr>
            <p:cNvPr id="29" name="Straight Connector 28"/>
            <p:cNvCxnSpPr/>
            <p:nvPr/>
          </p:nvCxnSpPr>
          <p:spPr>
            <a:xfrm>
              <a:off x="1055894" y="347022"/>
              <a:ext cx="0" cy="4570360"/>
            </a:xfrm>
            <a:prstGeom prst="line">
              <a:avLst/>
            </a:prstGeom>
            <a:noFill/>
            <a:ln w="3175">
              <a:solidFill>
                <a:schemeClr val="accent6"/>
              </a:solidFill>
            </a:ln>
            <a:effectLst/>
          </p:spPr>
          <p:style>
            <a:lnRef idx="1">
              <a:schemeClr val="accent1"/>
            </a:lnRef>
            <a:fillRef idx="3">
              <a:schemeClr val="accent1"/>
            </a:fillRef>
            <a:effectRef idx="2">
              <a:schemeClr val="accent1"/>
            </a:effectRef>
            <a:fontRef idx="minor">
              <a:schemeClr val="lt1"/>
            </a:fontRef>
          </p:style>
        </p:cxnSp>
        <p:cxnSp>
          <p:nvCxnSpPr>
            <p:cNvPr id="30" name="Straight Connector 29"/>
            <p:cNvCxnSpPr/>
            <p:nvPr/>
          </p:nvCxnSpPr>
          <p:spPr>
            <a:xfrm>
              <a:off x="1653988" y="347022"/>
              <a:ext cx="0" cy="4570360"/>
            </a:xfrm>
            <a:prstGeom prst="line">
              <a:avLst/>
            </a:prstGeom>
            <a:noFill/>
            <a:ln w="3175">
              <a:solidFill>
                <a:schemeClr val="accent6"/>
              </a:solidFill>
            </a:ln>
            <a:effectLst/>
          </p:spPr>
          <p:style>
            <a:lnRef idx="1">
              <a:schemeClr val="accent1"/>
            </a:lnRef>
            <a:fillRef idx="3">
              <a:schemeClr val="accent1"/>
            </a:fillRef>
            <a:effectRef idx="2">
              <a:schemeClr val="accent1"/>
            </a:effectRef>
            <a:fontRef idx="minor">
              <a:schemeClr val="lt1"/>
            </a:fontRef>
          </p:style>
        </p:cxnSp>
        <p:cxnSp>
          <p:nvCxnSpPr>
            <p:cNvPr id="31" name="Straight Connector 30"/>
            <p:cNvCxnSpPr/>
            <p:nvPr/>
          </p:nvCxnSpPr>
          <p:spPr>
            <a:xfrm>
              <a:off x="1764746" y="347022"/>
              <a:ext cx="0" cy="4570360"/>
            </a:xfrm>
            <a:prstGeom prst="line">
              <a:avLst/>
            </a:prstGeom>
            <a:noFill/>
            <a:ln w="3175">
              <a:solidFill>
                <a:schemeClr val="accent6"/>
              </a:solidFill>
            </a:ln>
            <a:effectLst/>
          </p:spPr>
          <p:style>
            <a:lnRef idx="1">
              <a:schemeClr val="accent1"/>
            </a:lnRef>
            <a:fillRef idx="3">
              <a:schemeClr val="accent1"/>
            </a:fillRef>
            <a:effectRef idx="2">
              <a:schemeClr val="accent1"/>
            </a:effectRef>
            <a:fontRef idx="minor">
              <a:schemeClr val="lt1"/>
            </a:fontRef>
          </p:style>
        </p:cxnSp>
        <p:cxnSp>
          <p:nvCxnSpPr>
            <p:cNvPr id="32" name="Straight Connector 31"/>
            <p:cNvCxnSpPr/>
            <p:nvPr/>
          </p:nvCxnSpPr>
          <p:spPr>
            <a:xfrm>
              <a:off x="2377607" y="347022"/>
              <a:ext cx="0" cy="4570360"/>
            </a:xfrm>
            <a:prstGeom prst="line">
              <a:avLst/>
            </a:prstGeom>
            <a:noFill/>
            <a:ln w="3175">
              <a:solidFill>
                <a:schemeClr val="accent6"/>
              </a:solidFill>
            </a:ln>
            <a:effectLst/>
          </p:spPr>
          <p:style>
            <a:lnRef idx="1">
              <a:schemeClr val="accent1"/>
            </a:lnRef>
            <a:fillRef idx="3">
              <a:schemeClr val="accent1"/>
            </a:fillRef>
            <a:effectRef idx="2">
              <a:schemeClr val="accent1"/>
            </a:effectRef>
            <a:fontRef idx="minor">
              <a:schemeClr val="lt1"/>
            </a:fontRef>
          </p:style>
        </p:cxnSp>
        <p:cxnSp>
          <p:nvCxnSpPr>
            <p:cNvPr id="33" name="Straight Connector 32"/>
            <p:cNvCxnSpPr/>
            <p:nvPr/>
          </p:nvCxnSpPr>
          <p:spPr>
            <a:xfrm>
              <a:off x="2488365" y="347022"/>
              <a:ext cx="0" cy="4570360"/>
            </a:xfrm>
            <a:prstGeom prst="line">
              <a:avLst/>
            </a:prstGeom>
            <a:noFill/>
            <a:ln w="3175">
              <a:solidFill>
                <a:schemeClr val="accent6"/>
              </a:solidFill>
            </a:ln>
            <a:effectLst/>
          </p:spPr>
          <p:style>
            <a:lnRef idx="1">
              <a:schemeClr val="accent1"/>
            </a:lnRef>
            <a:fillRef idx="3">
              <a:schemeClr val="accent1"/>
            </a:fillRef>
            <a:effectRef idx="2">
              <a:schemeClr val="accent1"/>
            </a:effectRef>
            <a:fontRef idx="minor">
              <a:schemeClr val="lt1"/>
            </a:fontRef>
          </p:style>
        </p:cxnSp>
        <p:cxnSp>
          <p:nvCxnSpPr>
            <p:cNvPr id="34" name="Straight Connector 33"/>
            <p:cNvCxnSpPr/>
            <p:nvPr/>
          </p:nvCxnSpPr>
          <p:spPr>
            <a:xfrm>
              <a:off x="3086459" y="347022"/>
              <a:ext cx="0" cy="4570360"/>
            </a:xfrm>
            <a:prstGeom prst="line">
              <a:avLst/>
            </a:prstGeom>
            <a:noFill/>
            <a:ln w="3175">
              <a:solidFill>
                <a:schemeClr val="accent6"/>
              </a:solidFill>
            </a:ln>
            <a:effectLst/>
          </p:spPr>
          <p:style>
            <a:lnRef idx="1">
              <a:schemeClr val="accent1"/>
            </a:lnRef>
            <a:fillRef idx="3">
              <a:schemeClr val="accent1"/>
            </a:fillRef>
            <a:effectRef idx="2">
              <a:schemeClr val="accent1"/>
            </a:effectRef>
            <a:fontRef idx="minor">
              <a:schemeClr val="lt1"/>
            </a:fontRef>
          </p:style>
        </p:cxnSp>
        <p:cxnSp>
          <p:nvCxnSpPr>
            <p:cNvPr id="35" name="Straight Connector 34"/>
            <p:cNvCxnSpPr/>
            <p:nvPr/>
          </p:nvCxnSpPr>
          <p:spPr>
            <a:xfrm>
              <a:off x="3197217" y="347022"/>
              <a:ext cx="0" cy="4570360"/>
            </a:xfrm>
            <a:prstGeom prst="line">
              <a:avLst/>
            </a:prstGeom>
            <a:noFill/>
            <a:ln w="3175">
              <a:solidFill>
                <a:schemeClr val="accent6"/>
              </a:solidFill>
            </a:ln>
            <a:effectLst/>
          </p:spPr>
          <p:style>
            <a:lnRef idx="1">
              <a:schemeClr val="accent1"/>
            </a:lnRef>
            <a:fillRef idx="3">
              <a:schemeClr val="accent1"/>
            </a:fillRef>
            <a:effectRef idx="2">
              <a:schemeClr val="accent1"/>
            </a:effectRef>
            <a:fontRef idx="minor">
              <a:schemeClr val="lt1"/>
            </a:fontRef>
          </p:style>
        </p:cxnSp>
        <p:cxnSp>
          <p:nvCxnSpPr>
            <p:cNvPr id="36" name="Straight Connector 35"/>
            <p:cNvCxnSpPr/>
            <p:nvPr/>
          </p:nvCxnSpPr>
          <p:spPr>
            <a:xfrm>
              <a:off x="3810078" y="347022"/>
              <a:ext cx="0" cy="4570360"/>
            </a:xfrm>
            <a:prstGeom prst="line">
              <a:avLst/>
            </a:prstGeom>
            <a:noFill/>
            <a:ln w="3175">
              <a:solidFill>
                <a:schemeClr val="accent6"/>
              </a:solidFill>
            </a:ln>
            <a:effectLst/>
          </p:spPr>
          <p:style>
            <a:lnRef idx="1">
              <a:schemeClr val="accent1"/>
            </a:lnRef>
            <a:fillRef idx="3">
              <a:schemeClr val="accent1"/>
            </a:fillRef>
            <a:effectRef idx="2">
              <a:schemeClr val="accent1"/>
            </a:effectRef>
            <a:fontRef idx="minor">
              <a:schemeClr val="lt1"/>
            </a:fontRef>
          </p:style>
        </p:cxnSp>
        <p:cxnSp>
          <p:nvCxnSpPr>
            <p:cNvPr id="37" name="Straight Connector 36"/>
            <p:cNvCxnSpPr/>
            <p:nvPr/>
          </p:nvCxnSpPr>
          <p:spPr>
            <a:xfrm>
              <a:off x="3920836" y="347022"/>
              <a:ext cx="0" cy="4570360"/>
            </a:xfrm>
            <a:prstGeom prst="line">
              <a:avLst/>
            </a:prstGeom>
            <a:noFill/>
            <a:ln w="3175">
              <a:solidFill>
                <a:schemeClr val="accent6"/>
              </a:solidFill>
            </a:ln>
            <a:effectLst/>
          </p:spPr>
          <p:style>
            <a:lnRef idx="1">
              <a:schemeClr val="accent1"/>
            </a:lnRef>
            <a:fillRef idx="3">
              <a:schemeClr val="accent1"/>
            </a:fillRef>
            <a:effectRef idx="2">
              <a:schemeClr val="accent1"/>
            </a:effectRef>
            <a:fontRef idx="minor">
              <a:schemeClr val="lt1"/>
            </a:fontRef>
          </p:style>
        </p:cxnSp>
      </p:grpSp>
      <p:sp>
        <p:nvSpPr>
          <p:cNvPr id="3" name="Subtitle 2"/>
          <p:cNvSpPr>
            <a:spLocks noGrp="1"/>
          </p:cNvSpPr>
          <p:nvPr>
            <p:ph type="subTitle" idx="1"/>
          </p:nvPr>
        </p:nvSpPr>
        <p:spPr>
          <a:xfrm>
            <a:off x="331470" y="749808"/>
            <a:ext cx="8229600" cy="502701"/>
          </a:xfrm>
          <a:prstGeom prst="rect">
            <a:avLst/>
          </a:prstGeom>
        </p:spPr>
        <p:txBody>
          <a:bodyPr wrap="square">
            <a:noAutofit/>
          </a:bodyPr>
          <a:lstStyle>
            <a:lvl1pPr marL="0" indent="0" algn="l">
              <a:lnSpc>
                <a:spcPts val="3000"/>
              </a:lnSpc>
              <a:buNone/>
              <a:defRPr sz="2200">
                <a:solidFill>
                  <a:schemeClr val="tx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dirty="0"/>
              <a:t>Click to edit Master subtitle style</a:t>
            </a:r>
          </a:p>
        </p:txBody>
      </p:sp>
      <p:sp>
        <p:nvSpPr>
          <p:cNvPr id="7" name="Title 6"/>
          <p:cNvSpPr>
            <a:spLocks noGrp="1"/>
          </p:cNvSpPr>
          <p:nvPr>
            <p:ph type="title"/>
          </p:nvPr>
        </p:nvSpPr>
        <p:spPr>
          <a:xfrm>
            <a:off x="331470" y="360198"/>
            <a:ext cx="8229600" cy="523220"/>
          </a:xfrm>
        </p:spPr>
        <p:txBody>
          <a:bodyPr wrap="square">
            <a:noAutofit/>
          </a:bodyPr>
          <a:lstStyle/>
          <a:p>
            <a:r>
              <a:rPr lang="en-US" noProof="0"/>
              <a:t>Click to edit Master title style</a:t>
            </a:r>
          </a:p>
        </p:txBody>
      </p:sp>
      <p:sp>
        <p:nvSpPr>
          <p:cNvPr id="6" name="Text Placeholder 5"/>
          <p:cNvSpPr>
            <a:spLocks noGrp="1"/>
          </p:cNvSpPr>
          <p:nvPr>
            <p:ph type="body" sz="quarter" idx="10"/>
          </p:nvPr>
        </p:nvSpPr>
        <p:spPr>
          <a:xfrm>
            <a:off x="331200" y="1746504"/>
            <a:ext cx="8042400" cy="4027200"/>
          </a:xfrm>
        </p:spPr>
        <p:txBody>
          <a:bodyPr wrap="square">
            <a:noAutofit/>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38" name="Slide Number Placeholder 2"/>
          <p:cNvSpPr>
            <a:spLocks noGrp="1"/>
          </p:cNvSpPr>
          <p:nvPr>
            <p:ph type="sldNum" sz="quarter" idx="4"/>
          </p:nvPr>
        </p:nvSpPr>
        <p:spPr>
          <a:xfrm>
            <a:off x="348905" y="6328800"/>
            <a:ext cx="182186" cy="166427"/>
          </a:xfrm>
          <a:prstGeom prst="rect">
            <a:avLst/>
          </a:prstGeom>
          <a:noFill/>
        </p:spPr>
        <p:txBody>
          <a:bodyPr wrap="square" lIns="0" tIns="0" rIns="0" bIns="0" rtlCol="0" anchor="t" anchorCtr="0">
            <a:noAutofit/>
          </a:bodyPr>
          <a:lstStyle>
            <a:lvl1pPr>
              <a:defRPr lang="en-US" sz="700" smtClean="0">
                <a:solidFill>
                  <a:srgbClr val="C2C2C2"/>
                </a:solidFill>
                <a:latin typeface="Futura Bk"/>
              </a:defRPr>
            </a:lvl1pPr>
          </a:lstStyle>
          <a:p>
            <a:pPr marL="190800" indent="-190800">
              <a:lnSpc>
                <a:spcPts val="1000"/>
              </a:lnSpc>
            </a:pPr>
            <a:fld id="{33088DE5-1DDF-C242-AF39-BA25983D68D6}" type="slidenum">
              <a:rPr lang="en-US" noProof="0" smtClean="0"/>
              <a:pPr marL="190800" indent="-190800">
                <a:lnSpc>
                  <a:spcPts val="1000"/>
                </a:lnSpc>
              </a:pPr>
              <a:t>‹#›</a:t>
            </a:fld>
            <a:endParaRPr lang="en-US" noProof="0" dirty="0"/>
          </a:p>
        </p:txBody>
      </p:sp>
    </p:spTree>
    <p:extLst>
      <p:ext uri="{BB962C8B-B14F-4D97-AF65-F5344CB8AC3E}">
        <p14:creationId xmlns:p14="http://schemas.microsoft.com/office/powerpoint/2010/main" val="42449595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26.xml"/><Relationship Id="rId7" Type="http://schemas.openxmlformats.org/officeDocument/2006/relationships/slideLayout" Target="../slideLayouts/slideLayout30.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5" Type="http://schemas.openxmlformats.org/officeDocument/2006/relationships/slideLayout" Target="../slideLayouts/slideLayout28.xml"/><Relationship Id="rId4" Type="http://schemas.openxmlformats.org/officeDocument/2006/relationships/slideLayout" Target="../slideLayouts/slideLayout27.xml"/><Relationship Id="rId9" Type="http://schemas.openxmlformats.org/officeDocument/2006/relationships/image" Target="../media/image2.w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13581819"/>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3" r:id="rId3"/>
    <p:sldLayoutId id="2147483659" r:id="rId4"/>
    <p:sldLayoutId id="2147483661" r:id="rId5"/>
    <p:sldLayoutId id="2147483663" r:id="rId6"/>
    <p:sldLayoutId id="2147483665" r:id="rId7"/>
    <p:sldLayoutId id="2147483667" r:id="rId8"/>
    <p:sldLayoutId id="2147483669" r:id="rId9"/>
    <p:sldLayoutId id="2147483657" r:id="rId10"/>
    <p:sldLayoutId id="2147483702" r:id="rId11"/>
    <p:sldLayoutId id="2147483737" r:id="rId12"/>
    <p:sldLayoutId id="2147483738" r:id="rId13"/>
    <p:sldLayoutId id="2147483704" r:id="rId14"/>
    <p:sldLayoutId id="2147483740" r:id="rId15"/>
    <p:sldLayoutId id="2147483708" r:id="rId16"/>
    <p:sldLayoutId id="2147483739" r:id="rId17"/>
    <p:sldLayoutId id="2147483706" r:id="rId18"/>
    <p:sldLayoutId id="2147483747" r:id="rId19"/>
    <p:sldLayoutId id="2147483748" r:id="rId20"/>
    <p:sldLayoutId id="2147483749" r:id="rId21"/>
    <p:sldLayoutId id="2147483751" r:id="rId22"/>
    <p:sldLayoutId id="2147483752" r:id="rId23"/>
  </p:sldLayoutIdLst>
  <p:hf hdr="0" ftr="0" dt="0"/>
  <p:txStyles>
    <p:titleStyle>
      <a:lvl1pPr algn="l" defTabSz="457200" rtl="0" eaLnBrk="1" latinLnBrk="0" hangingPunct="1">
        <a:spcBef>
          <a:spcPct val="0"/>
        </a:spcBef>
        <a:buNone/>
        <a:defRPr lang="en-GB" sz="4000" kern="1200" dirty="0" smtClean="0">
          <a:solidFill>
            <a:schemeClr val="bg1"/>
          </a:solidFill>
          <a:latin typeface="Futura Hv"/>
          <a:ea typeface="+mj-ea"/>
          <a:cs typeface="Futura"/>
        </a:defRPr>
      </a:lvl1pPr>
    </p:titleStyle>
    <p:bodyStyle>
      <a:lvl1pPr marL="177800" indent="-177800" algn="l" defTabSz="457200" rtl="0" eaLnBrk="1" latinLnBrk="0" hangingPunct="1">
        <a:lnSpc>
          <a:spcPts val="2500"/>
        </a:lnSpc>
        <a:spcBef>
          <a:spcPts val="0"/>
        </a:spcBef>
        <a:buSzPct val="100000"/>
        <a:buFont typeface="Lucida Grande"/>
        <a:buChar char="•"/>
        <a:defRPr sz="1800" kern="1200">
          <a:solidFill>
            <a:srgbClr val="FFFFFF"/>
          </a:solidFill>
          <a:latin typeface="Futura Bk"/>
          <a:ea typeface="+mn-ea"/>
          <a:cs typeface="+mn-cs"/>
        </a:defRPr>
      </a:lvl1pPr>
      <a:lvl2pPr marL="357188" indent="-179388" algn="l" defTabSz="457200" rtl="0" eaLnBrk="1" latinLnBrk="0" hangingPunct="1">
        <a:lnSpc>
          <a:spcPts val="2500"/>
        </a:lnSpc>
        <a:spcBef>
          <a:spcPts val="0"/>
        </a:spcBef>
        <a:buSzPct val="120000"/>
        <a:buFont typeface="Arial"/>
        <a:buChar char="–"/>
        <a:defRPr sz="1400" kern="1200">
          <a:solidFill>
            <a:srgbClr val="FFFFFF"/>
          </a:solidFill>
          <a:latin typeface="Futura Bk"/>
          <a:ea typeface="+mn-ea"/>
          <a:cs typeface="+mn-cs"/>
        </a:defRPr>
      </a:lvl2pPr>
      <a:lvl3pPr marL="635000" indent="-192088" algn="l" defTabSz="457200" rtl="0" eaLnBrk="1" latinLnBrk="0" hangingPunct="1">
        <a:lnSpc>
          <a:spcPts val="2500"/>
        </a:lnSpc>
        <a:spcBef>
          <a:spcPts val="0"/>
        </a:spcBef>
        <a:buFont typeface="Arial"/>
        <a:buChar char="•"/>
        <a:defRPr sz="1800" kern="1200">
          <a:solidFill>
            <a:srgbClr val="FFFFFF"/>
          </a:solidFill>
          <a:latin typeface="Futura Bk"/>
          <a:ea typeface="+mn-ea"/>
          <a:cs typeface="+mn-cs"/>
        </a:defRPr>
      </a:lvl3pPr>
      <a:lvl4pPr marL="0" indent="0" algn="l" defTabSz="457200" rtl="0" eaLnBrk="1" latinLnBrk="0" hangingPunct="1">
        <a:lnSpc>
          <a:spcPts val="2500"/>
        </a:lnSpc>
        <a:spcBef>
          <a:spcPts val="0"/>
        </a:spcBef>
        <a:buFont typeface="Arial"/>
        <a:buNone/>
        <a:defRPr lang="en-US" sz="1800" kern="1200" dirty="0" smtClean="0">
          <a:solidFill>
            <a:srgbClr val="FFFFFF"/>
          </a:solidFill>
          <a:latin typeface="Futura Bk"/>
          <a:ea typeface="+mn-ea"/>
          <a:cs typeface="+mn-cs"/>
        </a:defRPr>
      </a:lvl4pPr>
      <a:lvl5pPr marL="628650" indent="-185738" algn="l" defTabSz="457200" rtl="0" eaLnBrk="1" latinLnBrk="0" hangingPunct="1">
        <a:lnSpc>
          <a:spcPts val="2500"/>
        </a:lnSpc>
        <a:spcBef>
          <a:spcPts val="0"/>
        </a:spcBef>
        <a:buFont typeface="Arial"/>
        <a:buChar char="»"/>
        <a:defRPr sz="1800" kern="1200">
          <a:solidFill>
            <a:srgbClr val="FFFFFF"/>
          </a:solidFill>
          <a:latin typeface="Futura Bk"/>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1470" y="360198"/>
            <a:ext cx="8229600" cy="523220"/>
          </a:xfrm>
          <a:prstGeom prst="rect">
            <a:avLst/>
          </a:prstGeom>
          <a:ln>
            <a:noFill/>
          </a:ln>
        </p:spPr>
        <p:txBody>
          <a:bodyPr vert="horz" wrap="square" lIns="0" tIns="0" rIns="0" bIns="0" rtlCol="0" anchor="t" anchorCtr="0">
            <a:noAutofit/>
          </a:bodyPr>
          <a:lstStyle/>
          <a:p>
            <a:r>
              <a:rPr lang="en-US" noProof="0" dirty="0"/>
              <a:t>Click to edit Master title style</a:t>
            </a:r>
          </a:p>
        </p:txBody>
      </p:sp>
      <p:sp>
        <p:nvSpPr>
          <p:cNvPr id="7" name="Text Placeholder 6"/>
          <p:cNvSpPr>
            <a:spLocks noGrp="1"/>
          </p:cNvSpPr>
          <p:nvPr>
            <p:ph type="body" idx="1"/>
          </p:nvPr>
        </p:nvSpPr>
        <p:spPr>
          <a:xfrm>
            <a:off x="330201" y="1944572"/>
            <a:ext cx="8042123" cy="4028888"/>
          </a:xfrm>
          <a:prstGeom prst="rect">
            <a:avLst/>
          </a:prstGeom>
        </p:spPr>
        <p:txBody>
          <a:bodyPr vert="horz" wrap="square" lIns="0" tIns="0" rIns="0" bIns="0" rtlCol="0">
            <a:no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pic>
        <p:nvPicPr>
          <p:cNvPr id="9" name="Picture 8" descr="hp_white.wmf"/>
          <p:cNvPicPr>
            <a:picLocks noChangeAspect="1"/>
          </p:cNvPicPr>
          <p:nvPr userDrawn="1"/>
        </p:nvPicPr>
        <p:blipFill>
          <a:blip r:embed="rId9" cstate="email">
            <a:extLst>
              <a:ext uri="{28A0092B-C50C-407E-A947-70E740481C1C}">
                <a14:useLocalDpi xmlns:a14="http://schemas.microsoft.com/office/drawing/2010/main"/>
              </a:ext>
            </a:extLst>
          </a:blip>
          <a:stretch>
            <a:fillRect/>
          </a:stretch>
        </p:blipFill>
        <p:spPr>
          <a:xfrm>
            <a:off x="8375292" y="6140143"/>
            <a:ext cx="411480" cy="411480"/>
          </a:xfrm>
          <a:prstGeom prst="rect">
            <a:avLst/>
          </a:prstGeom>
        </p:spPr>
      </p:pic>
      <p:sp>
        <p:nvSpPr>
          <p:cNvPr id="8" name="Footer Placeholder 2"/>
          <p:cNvSpPr txBox="1">
            <a:spLocks/>
          </p:cNvSpPr>
          <p:nvPr userDrawn="1"/>
        </p:nvSpPr>
        <p:spPr>
          <a:xfrm>
            <a:off x="536401" y="6328800"/>
            <a:ext cx="3363729" cy="337415"/>
          </a:xfrm>
          <a:prstGeom prst="rect">
            <a:avLst/>
          </a:prstGeom>
          <a:noFill/>
        </p:spPr>
        <p:txBody>
          <a:bodyPr wrap="square" lIns="0" tIns="0" rIns="0" bIns="0" rtlCol="0" anchor="t" anchorCtr="0">
            <a:noAutofit/>
          </a:bodyPr>
          <a:lstStyle>
            <a:defPPr>
              <a:defRPr lang="en-US"/>
            </a:defPPr>
            <a:lvl1pPr marL="0" indent="0" algn="l" defTabSz="457200" rtl="0" eaLnBrk="1" latinLnBrk="0" hangingPunct="1">
              <a:defRPr lang="en-US" sz="700" kern="1200" dirty="0">
                <a:solidFill>
                  <a:srgbClr val="C2C2C2"/>
                </a:solidFill>
                <a:latin typeface="Futura Bk"/>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nSpc>
                <a:spcPts val="1000"/>
              </a:lnSpc>
            </a:pPr>
            <a:r>
              <a:rPr lang="en-US" dirty="0"/>
              <a:t>  </a:t>
            </a:r>
          </a:p>
        </p:txBody>
      </p:sp>
    </p:spTree>
    <p:extLst>
      <p:ext uri="{BB962C8B-B14F-4D97-AF65-F5344CB8AC3E}">
        <p14:creationId xmlns:p14="http://schemas.microsoft.com/office/powerpoint/2010/main" val="2606275834"/>
      </p:ext>
    </p:extLst>
  </p:cSld>
  <p:clrMap bg1="lt1" tx1="dk1" bg2="lt2" tx2="dk2" accent1="accent1" accent2="accent2" accent3="accent3" accent4="accent4" accent5="accent5" accent6="accent6" hlink="hlink" folHlink="folHlink"/>
  <p:sldLayoutIdLst>
    <p:sldLayoutId id="2147483673" r:id="rId1"/>
    <p:sldLayoutId id="2147483687" r:id="rId2"/>
    <p:sldLayoutId id="2147483689" r:id="rId3"/>
    <p:sldLayoutId id="2147483696" r:id="rId4"/>
    <p:sldLayoutId id="2147483698" r:id="rId5"/>
    <p:sldLayoutId id="2147483700" r:id="rId6"/>
    <p:sldLayoutId id="2147483722" r:id="rId7"/>
  </p:sldLayoutIdLst>
  <p:hf hdr="0" ftr="0" dt="0"/>
  <p:txStyles>
    <p:titleStyle>
      <a:lvl1pPr algn="l" defTabSz="457200" rtl="0" eaLnBrk="1" latinLnBrk="0" hangingPunct="1">
        <a:lnSpc>
          <a:spcPts val="3000"/>
        </a:lnSpc>
        <a:spcBef>
          <a:spcPct val="0"/>
        </a:spcBef>
        <a:spcAft>
          <a:spcPts val="0"/>
        </a:spcAft>
        <a:buNone/>
        <a:defRPr lang="en-GB" sz="2800" kern="1200" dirty="0" smtClean="0">
          <a:solidFill>
            <a:schemeClr val="bg1"/>
          </a:solidFill>
          <a:latin typeface="Futura Hv"/>
          <a:ea typeface="+mj-ea"/>
          <a:cs typeface="Futura"/>
        </a:defRPr>
      </a:lvl1pPr>
    </p:titleStyle>
    <p:bodyStyle>
      <a:lvl1pPr marL="0" indent="0" algn="l" defTabSz="457200" rtl="0" eaLnBrk="1" latinLnBrk="0" hangingPunct="1">
        <a:lnSpc>
          <a:spcPct val="120000"/>
        </a:lnSpc>
        <a:spcBef>
          <a:spcPts val="0"/>
        </a:spcBef>
        <a:spcAft>
          <a:spcPts val="140"/>
        </a:spcAft>
        <a:buSzPct val="100000"/>
        <a:buFont typeface="Arial"/>
        <a:buNone/>
        <a:defRPr sz="1800" kern="1200">
          <a:solidFill>
            <a:schemeClr val="bg1"/>
          </a:solidFill>
          <a:latin typeface="Futura Bk"/>
          <a:ea typeface="+mn-ea"/>
          <a:cs typeface="+mn-cs"/>
        </a:defRPr>
      </a:lvl1pPr>
      <a:lvl2pPr marL="165100" indent="-165100" algn="l" defTabSz="430213" rtl="0" eaLnBrk="1" latinLnBrk="0" hangingPunct="1">
        <a:lnSpc>
          <a:spcPct val="120000"/>
        </a:lnSpc>
        <a:spcBef>
          <a:spcPts val="0"/>
        </a:spcBef>
        <a:spcAft>
          <a:spcPts val="140"/>
        </a:spcAft>
        <a:buSzPct val="100000"/>
        <a:buFont typeface="Lucida Grande"/>
        <a:buChar char="•"/>
        <a:defRPr sz="1800" kern="1200">
          <a:solidFill>
            <a:schemeClr val="bg1"/>
          </a:solidFill>
          <a:latin typeface="Futura Bk"/>
          <a:ea typeface="+mn-ea"/>
          <a:cs typeface="+mn-cs"/>
        </a:defRPr>
      </a:lvl2pPr>
      <a:lvl3pPr marL="300038" indent="-125413" algn="l" defTabSz="457200" rtl="0" eaLnBrk="1" latinLnBrk="0" hangingPunct="1">
        <a:lnSpc>
          <a:spcPct val="120000"/>
        </a:lnSpc>
        <a:spcBef>
          <a:spcPts val="0"/>
        </a:spcBef>
        <a:spcAft>
          <a:spcPts val="140"/>
        </a:spcAft>
        <a:buFont typeface="Lucida Grande"/>
        <a:buChar char="–"/>
        <a:defRPr sz="1400" kern="1200">
          <a:solidFill>
            <a:schemeClr val="bg1"/>
          </a:solidFill>
          <a:latin typeface="Futura Bk"/>
          <a:ea typeface="+mn-ea"/>
          <a:cs typeface="+mn-cs"/>
        </a:defRPr>
      </a:lvl3pPr>
      <a:lvl4pPr marL="409575" indent="-123825" algn="l" defTabSz="457200" rtl="0" eaLnBrk="1" latinLnBrk="0" hangingPunct="1">
        <a:lnSpc>
          <a:spcPct val="120000"/>
        </a:lnSpc>
        <a:spcBef>
          <a:spcPts val="0"/>
        </a:spcBef>
        <a:spcAft>
          <a:spcPts val="140"/>
        </a:spcAft>
        <a:buSzPct val="80000"/>
        <a:buFont typeface="Courier New"/>
        <a:buChar char="o"/>
        <a:defRPr lang="en-US" sz="1400" kern="1200" dirty="0" smtClean="0">
          <a:solidFill>
            <a:schemeClr val="bg1"/>
          </a:solidFill>
          <a:latin typeface="Futura Bk"/>
          <a:ea typeface="+mn-ea"/>
          <a:cs typeface="+mn-cs"/>
        </a:defRPr>
      </a:lvl4pPr>
      <a:lvl5pPr marL="409575" indent="0" algn="l" defTabSz="457200" rtl="0" eaLnBrk="1" latinLnBrk="0" hangingPunct="1">
        <a:lnSpc>
          <a:spcPct val="120000"/>
        </a:lnSpc>
        <a:spcBef>
          <a:spcPts val="0"/>
        </a:spcBef>
        <a:spcAft>
          <a:spcPts val="140"/>
        </a:spcAft>
        <a:buFont typeface="Arial"/>
        <a:buNone/>
        <a:tabLst/>
        <a:defRPr sz="1400" kern="1200">
          <a:solidFill>
            <a:schemeClr val="bg1"/>
          </a:solidFill>
          <a:latin typeface="Futura Bk"/>
          <a:ea typeface="+mn-ea"/>
          <a:cs typeface="+mn-cs"/>
        </a:defRPr>
      </a:lvl5pPr>
      <a:lvl6pPr marL="2286000" indent="0" algn="l" defTabSz="457200" rtl="0" eaLnBrk="1" latinLnBrk="0" hangingPunct="1">
        <a:lnSpc>
          <a:spcPts val="2500"/>
        </a:lnSpc>
        <a:spcBef>
          <a:spcPct val="20000"/>
        </a:spcBef>
        <a:buFont typeface="Arial"/>
        <a:buNone/>
        <a:defRPr sz="18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miranda.mowbray@bristol.ac.uk" TargetMode="External"/><Relationship Id="rId2" Type="http://schemas.openxmlformats.org/officeDocument/2006/relationships/notesSlide" Target="../notesSlides/notesSlide1.xml"/><Relationship Id="rId1" Type="http://schemas.openxmlformats.org/officeDocument/2006/relationships/slideLayout" Target="../slideLayouts/slideLayout22.xml"/></Relationships>
</file>

<file path=ppt/slides/_rels/slide2.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2.xml"/><Relationship Id="rId1" Type="http://schemas.openxmlformats.org/officeDocument/2006/relationships/slideLayout" Target="../slideLayouts/slideLayout22.xml"/><Relationship Id="rId6" Type="http://schemas.openxmlformats.org/officeDocument/2006/relationships/hyperlink" Target="https://collections.ushmm.org/search/catalog/irn521586" TargetMode="External"/><Relationship Id="rId5" Type="http://schemas.openxmlformats.org/officeDocument/2006/relationships/hyperlink" Target="https://en.wikipedia.org/wiki/Ren%C3%A9_Carmille#/media/File:Carmille.jpg" TargetMode="External"/><Relationship Id="rId4" Type="http://schemas.openxmlformats.org/officeDocument/2006/relationships/image" Target="../media/image13.JP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4.xml"/><Relationship Id="rId1" Type="http://schemas.openxmlformats.org/officeDocument/2006/relationships/slideLayout" Target="../slideLayouts/slideLayout23.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3" Type="http://schemas.openxmlformats.org/officeDocument/2006/relationships/hyperlink" Target="http://www.ico.org.uk/" TargetMode="External"/><Relationship Id="rId2" Type="http://schemas.openxmlformats.org/officeDocument/2006/relationships/notesSlide" Target="../notesSlides/notesSlide6.xml"/><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3" Type="http://schemas.openxmlformats.org/officeDocument/2006/relationships/hyperlink" Target="https://xkcd.com/2044" TargetMode="External"/><Relationship Id="rId2" Type="http://schemas.openxmlformats.org/officeDocument/2006/relationships/notesSlide" Target="../notesSlides/notesSlide15.xml"/><Relationship Id="rId1" Type="http://schemas.openxmlformats.org/officeDocument/2006/relationships/slideLayout" Target="../slideLayouts/slideLayout22.xml"/><Relationship Id="rId5" Type="http://schemas.openxmlformats.org/officeDocument/2006/relationships/image" Target="../media/image18.pn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2.xml"/><Relationship Id="rId4" Type="http://schemas.openxmlformats.org/officeDocument/2006/relationships/image" Target="../media/image20.sv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22.xml"/><Relationship Id="rId1" Type="http://schemas.openxmlformats.org/officeDocument/2006/relationships/slideLayout" Target="../slideLayouts/slideLayout22.xml"/><Relationship Id="rId5" Type="http://schemas.openxmlformats.org/officeDocument/2006/relationships/image" Target="../media/image23.png"/><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23.xml"/><Relationship Id="rId1" Type="http://schemas.openxmlformats.org/officeDocument/2006/relationships/slideLayout" Target="../slideLayouts/slideLayout22.xml"/><Relationship Id="rId4" Type="http://schemas.openxmlformats.org/officeDocument/2006/relationships/image" Target="../media/image25.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2.xml"/></Relationships>
</file>

<file path=ppt/slides/_rels/slide25.xml.rels><?xml version="1.0" encoding="UTF-8" standalone="yes"?>
<Relationships xmlns="http://schemas.openxmlformats.org/package/2006/relationships"><Relationship Id="rId3" Type="http://schemas.openxmlformats.org/officeDocument/2006/relationships/hyperlink" Target="mailto:miranda.mowbray@bristol.ac.uk" TargetMode="External"/><Relationship Id="rId2" Type="http://schemas.openxmlformats.org/officeDocument/2006/relationships/notesSlide" Target="../notesSlides/notesSlide25.xml"/><Relationship Id="rId1" Type="http://schemas.openxmlformats.org/officeDocument/2006/relationships/slideLayout" Target="../slideLayouts/slideLayout2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2.xml"/></Relationships>
</file>

<file path=ppt/slides/_rels/slide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8.xml"/><Relationship Id="rId1" Type="http://schemas.openxmlformats.org/officeDocument/2006/relationships/slideLayout" Target="../slideLayouts/slideLayout23.xml"/><Relationship Id="rId6" Type="http://schemas.openxmlformats.org/officeDocument/2006/relationships/image" Target="../media/image28.jpg"/><Relationship Id="rId5" Type="http://schemas.openxmlformats.org/officeDocument/2006/relationships/hyperlink" Target="https://www.flickr.com/photos/shacharabiry/" TargetMode="External"/><Relationship Id="rId4" Type="http://schemas.openxmlformats.org/officeDocument/2006/relationships/image" Target="../media/image27.PNG"/></Relationships>
</file>

<file path=ppt/slides/_rels/slide29.xml.rels><?xml version="1.0" encoding="UTF-8" standalone="yes"?>
<Relationships xmlns="http://schemas.openxmlformats.org/package/2006/relationships"><Relationship Id="rId3" Type="http://schemas.openxmlformats.org/officeDocument/2006/relationships/hyperlink" Target="http://www.ico.org.uk/" TargetMode="External"/><Relationship Id="rId2" Type="http://schemas.openxmlformats.org/officeDocument/2006/relationships/notesSlide" Target="../notesSlides/notesSlide29.xml"/><Relationship Id="rId1" Type="http://schemas.openxmlformats.org/officeDocument/2006/relationships/slideLayout" Target="../slideLayouts/slideLayout22.xml"/></Relationships>
</file>

<file path=ppt/slides/_rels/slide30.xml.rels><?xml version="1.0" encoding="UTF-8" standalone="yes"?>
<Relationships xmlns="http://schemas.openxmlformats.org/package/2006/relationships"><Relationship Id="rId8" Type="http://schemas.openxmlformats.org/officeDocument/2006/relationships/hyperlink" Target="https://ico.org.uk/for-organisations/uk-gdpr-guidance-and-resources/accountability-and-governance/data-protection-impact-assessments-dpias/how-do-we-do-a-dpia/" TargetMode="External"/><Relationship Id="rId3" Type="http://schemas.openxmlformats.org/officeDocument/2006/relationships/hyperlink" Target="https://www.legislation.gov.uk/eur/2016/679/contents" TargetMode="External"/><Relationship Id="rId7" Type="http://schemas.openxmlformats.org/officeDocument/2006/relationships/hyperlink" Target="https://ico.org.uk/for-organisations/uk-gdpr-guidance-and-resources/accountability-and-governance/data-protection-impact-assessments-dpias/when-do-we-need-to-do-a-dpia/" TargetMode="External"/><Relationship Id="rId2" Type="http://schemas.openxmlformats.org/officeDocument/2006/relationships/notesSlide" Target="../notesSlides/notesSlide30.xml"/><Relationship Id="rId1" Type="http://schemas.openxmlformats.org/officeDocument/2006/relationships/slideLayout" Target="../slideLayouts/slideLayout22.xml"/><Relationship Id="rId6" Type="http://schemas.openxmlformats.org/officeDocument/2006/relationships/hyperlink" Target="https://ico.org.uk/for-organisations/uk-gdpr-guidance-and-resources/the-research-provisions/what-are-the-appropriate-safeguards/" TargetMode="External"/><Relationship Id="rId5" Type="http://schemas.openxmlformats.org/officeDocument/2006/relationships/hyperlink" Target="http://www.ico.org.uk/" TargetMode="External"/><Relationship Id="rId10" Type="http://schemas.openxmlformats.org/officeDocument/2006/relationships/hyperlink" Target="https://ico.org.uk/for-organisations/uk-gdpr-guidance-and-resources/the-research-provisions/exemptions/" TargetMode="External"/><Relationship Id="rId4" Type="http://schemas.openxmlformats.org/officeDocument/2006/relationships/hyperlink" Target="https://bills.parliament.uk/bills/3825" TargetMode="External"/><Relationship Id="rId9" Type="http://schemas.openxmlformats.org/officeDocument/2006/relationships/hyperlink" Target="https://ico.org.uk/for-organisations/uk-gdpr-guidance-and-resources/artificial-intelligence/guidance-on-ai-and-data-protection/how-do-we-ensure-individual-rights-in-our-ai-systems/?search=DPIA"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arstechnica.com/information-technology/2022/09/artist-finds-private-medical-record-photos-in-popular-ai-training-data-set/" TargetMode="External"/><Relationship Id="rId2" Type="http://schemas.openxmlformats.org/officeDocument/2006/relationships/notesSlide" Target="../notesSlides/notesSlide31.xml"/><Relationship Id="rId1" Type="http://schemas.openxmlformats.org/officeDocument/2006/relationships/slideLayout" Target="../slideLayouts/slideLayout22.xml"/><Relationship Id="rId5" Type="http://schemas.openxmlformats.org/officeDocument/2006/relationships/hyperlink" Target="https://ieeexplore.ieee.org/document/9519428" TargetMode="External"/><Relationship Id="rId4" Type="http://schemas.openxmlformats.org/officeDocument/2006/relationships/hyperlink" Target="https://site.spawning.ai/browser-extension"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www.courtlistener.com/docket/67569326/408" TargetMode="External"/><Relationship Id="rId2" Type="http://schemas.openxmlformats.org/officeDocument/2006/relationships/notesSlide" Target="../notesSlides/notesSlide32.xml"/><Relationship Id="rId1" Type="http://schemas.openxmlformats.org/officeDocument/2006/relationships/slideLayout" Target="../slideLayouts/slideLayout22.xml"/><Relationship Id="rId6" Type="http://schemas.openxmlformats.org/officeDocument/2006/relationships/hyperlink" Target="https://publications.parliament.uk/pa/ld5901/ldselect/ldcomm/267/26702.htm" TargetMode="External"/><Relationship Id="rId5" Type="http://schemas.openxmlformats.org/officeDocument/2006/relationships/hyperlink" Target="https://www.whitecase.com/insight-alert/two-california-district-judges-rule-using-books-train-ai-fair-use" TargetMode="External"/><Relationship Id="rId4" Type="http://schemas.openxmlformats.org/officeDocument/2006/relationships/hyperlink" Target="https://www.courtlistener.com/docket/69058235/bartz-v-anthropic-pbc"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web.cs.ucdavis.edu/~koehl/Teaching/ECS089/PDF_files/Kranzberg.pdf" TargetMode="External"/><Relationship Id="rId2" Type="http://schemas.openxmlformats.org/officeDocument/2006/relationships/notesSlide" Target="../notesSlides/notesSlide33.xml"/><Relationship Id="rId1" Type="http://schemas.openxmlformats.org/officeDocument/2006/relationships/slideLayout" Target="../slideLayouts/slideLayout22.xml"/><Relationship Id="rId5" Type="http://schemas.openxmlformats.org/officeDocument/2006/relationships/hyperlink" Target="https://tinyurl.com/s8s5phbm" TargetMode="External"/><Relationship Id="rId4" Type="http://schemas.openxmlformats.org/officeDocument/2006/relationships/hyperlink" Target="https://abcnews.com/Politics/anthropic-latest-pentagon-contract-bar-ai-autonomous-weapons/story?id=130558898"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crabby-rathbun.github.io/mjrathbun-website/blog/posts/2026-02-11-gatekeeping-in-open-source-the-scott-shambaugh-story.html" TargetMode="External"/><Relationship Id="rId2" Type="http://schemas.openxmlformats.org/officeDocument/2006/relationships/notesSlide" Target="../notesSlides/notesSlide34.xml"/><Relationship Id="rId1" Type="http://schemas.openxmlformats.org/officeDocument/2006/relationships/slideLayout" Target="../slideLayouts/slideLayout22.xml"/><Relationship Id="rId6" Type="http://schemas.openxmlformats.org/officeDocument/2006/relationships/hyperlink" Target="https://xkcd.com/2044" TargetMode="External"/><Relationship Id="rId5" Type="http://schemas.openxmlformats.org/officeDocument/2006/relationships/hyperlink" Target="https://x.com/karpathy/status/2017442712388309406" TargetMode="External"/><Relationship Id="rId4" Type="http://schemas.openxmlformats.org/officeDocument/2006/relationships/hyperlink" Target="https://theshamblog.com/an-ai-agent-published-a-hit-piece-on-me-part-3/"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simonwillison.net/2025/Jun/16/the-lethal-trifecta" TargetMode="External"/><Relationship Id="rId2" Type="http://schemas.openxmlformats.org/officeDocument/2006/relationships/notesSlide" Target="../notesSlides/notesSlide35.xml"/><Relationship Id="rId1" Type="http://schemas.openxmlformats.org/officeDocument/2006/relationships/slideLayout" Target="../slideLayouts/slideLayout22.xml"/><Relationship Id="rId5" Type="http://schemas.openxmlformats.org/officeDocument/2006/relationships/hyperlink" Target="https://arxiv.org/abs/2506.08837" TargetMode="External"/><Relationship Id="rId4" Type="http://schemas.openxmlformats.org/officeDocument/2006/relationships/hyperlink" Target="https://arxiv.org/pdf/2602.20021" TargetMode="External"/></Relationships>
</file>

<file path=ppt/slides/_rels/slide36.xml.rels><?xml version="1.0" encoding="UTF-8" standalone="yes"?>
<Relationships xmlns="http://schemas.openxmlformats.org/package/2006/relationships"><Relationship Id="rId8" Type="http://schemas.openxmlformats.org/officeDocument/2006/relationships/hyperlink" Target="https://www.whistleblowers.org/book/" TargetMode="External"/><Relationship Id="rId3" Type="http://schemas.openxmlformats.org/officeDocument/2006/relationships/hyperlink" Target="https://www.nbcnews.com/tech/tech-news/emoji-reactions-cute-addition-facebook-became-headache-rcna3747" TargetMode="External"/><Relationship Id="rId7" Type="http://schemas.openxmlformats.org/officeDocument/2006/relationships/hyperlink" Target="https://www.whistleblowers.org/" TargetMode="External"/><Relationship Id="rId2" Type="http://schemas.openxmlformats.org/officeDocument/2006/relationships/notesSlide" Target="../notesSlides/notesSlide36.xml"/><Relationship Id="rId1" Type="http://schemas.openxmlformats.org/officeDocument/2006/relationships/slideLayout" Target="../slideLayouts/slideLayout22.xml"/><Relationship Id="rId6" Type="http://schemas.openxmlformats.org/officeDocument/2006/relationships/hyperlink" Target="https://whistlebloweraid.org/" TargetMode="External"/><Relationship Id="rId5" Type="http://schemas.openxmlformats.org/officeDocument/2006/relationships/hyperlink" Target="https://protect-advice.org.uk/" TargetMode="External"/><Relationship Id="rId4" Type="http://schemas.openxmlformats.org/officeDocument/2006/relationships/hyperlink" Target="https://www.gov.uk/whistleblowing" TargetMode="External"/><Relationship Id="rId9" Type="http://schemas.openxmlformats.org/officeDocument/2006/relationships/hyperlink" Target="https://www.gov.uk/government/publications/whistleblowing-guidance-and-code-of-practice-for-employers" TargetMode="Externa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accent6">
            <a:lumMod val="40000"/>
            <a:lumOff val="60000"/>
          </a:schemeClr>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393E0C2-7BC6-3321-24C3-7A1C2469DE07}"/>
              </a:ext>
            </a:extLst>
          </p:cNvPr>
          <p:cNvSpPr>
            <a:spLocks noGrp="1"/>
          </p:cNvSpPr>
          <p:nvPr>
            <p:ph type="title"/>
          </p:nvPr>
        </p:nvSpPr>
        <p:spPr>
          <a:xfrm>
            <a:off x="457200" y="1756301"/>
            <a:ext cx="8229600" cy="523220"/>
          </a:xfrm>
        </p:spPr>
        <p:txBody>
          <a:bodyPr/>
          <a:lstStyle/>
          <a:p>
            <a:pPr algn="ctr"/>
            <a:r>
              <a:rPr lang="en-US" b="1" dirty="0">
                <a:solidFill>
                  <a:schemeClr val="tx1"/>
                </a:solidFill>
                <a:latin typeface="Arial" panose="020B0604020202020204" pitchFamily="34" charset="0"/>
                <a:cs typeface="Arial" panose="020B0604020202020204" pitchFamily="34" charset="0"/>
              </a:rPr>
              <a:t>Privacy, and rogue AI agents</a:t>
            </a:r>
            <a:endParaRPr lang="en-GB" b="1" dirty="0">
              <a:solidFill>
                <a:schemeClr val="tx1"/>
              </a:solidFill>
              <a:latin typeface="Arial" panose="020B0604020202020204" pitchFamily="34" charset="0"/>
              <a:cs typeface="Arial" panose="020B0604020202020204" pitchFamily="34" charset="0"/>
            </a:endParaRPr>
          </a:p>
        </p:txBody>
      </p:sp>
      <p:sp>
        <p:nvSpPr>
          <p:cNvPr id="7" name="Subtitle 6">
            <a:extLst>
              <a:ext uri="{FF2B5EF4-FFF2-40B4-BE49-F238E27FC236}">
                <a16:creationId xmlns:a16="http://schemas.microsoft.com/office/drawing/2014/main" id="{64BFF2CB-2695-D3EF-BC77-C3AEFA053772}"/>
              </a:ext>
              <a:ext uri="{C183D7F6-B498-43B3-948B-1728B52AA6E4}">
                <adec:decorative xmlns:adec="http://schemas.microsoft.com/office/drawing/2017/decorative" val="1"/>
              </a:ext>
            </a:extLst>
          </p:cNvPr>
          <p:cNvSpPr>
            <a:spLocks noGrp="1"/>
          </p:cNvSpPr>
          <p:nvPr>
            <p:ph type="subTitle" idx="1"/>
          </p:nvPr>
        </p:nvSpPr>
        <p:spPr/>
        <p:txBody>
          <a:bodyPr/>
          <a:lstStyle/>
          <a:p>
            <a:r>
              <a:rPr lang="en-US" dirty="0"/>
              <a:t> </a:t>
            </a:r>
            <a:endParaRPr lang="en-GB" dirty="0"/>
          </a:p>
        </p:txBody>
      </p:sp>
      <p:sp>
        <p:nvSpPr>
          <p:cNvPr id="9" name="Text Placeholder 8">
            <a:extLst>
              <a:ext uri="{FF2B5EF4-FFF2-40B4-BE49-F238E27FC236}">
                <a16:creationId xmlns:a16="http://schemas.microsoft.com/office/drawing/2014/main" id="{F42FB1E8-9353-C597-9974-BE92AAC5DB0F}"/>
              </a:ext>
              <a:ext uri="{C183D7F6-B498-43B3-948B-1728B52AA6E4}">
                <adec:decorative xmlns:adec="http://schemas.microsoft.com/office/drawing/2017/decorative" val="1"/>
              </a:ext>
            </a:extLst>
          </p:cNvPr>
          <p:cNvSpPr>
            <a:spLocks noGrp="1"/>
          </p:cNvSpPr>
          <p:nvPr>
            <p:ph type="body" sz="quarter" idx="14"/>
          </p:nvPr>
        </p:nvSpPr>
        <p:spPr>
          <a:xfrm>
            <a:off x="331470" y="2280174"/>
            <a:ext cx="8466436" cy="3936485"/>
          </a:xfrm>
        </p:spPr>
        <p:txBody>
          <a:bodyPr/>
          <a:lstStyle/>
          <a:p>
            <a:pPr marL="0" indent="0">
              <a:buNone/>
            </a:pPr>
            <a:r>
              <a:rPr lang="en-US" dirty="0"/>
              <a:t> </a:t>
            </a:r>
            <a:endParaRPr lang="en-GB" dirty="0"/>
          </a:p>
        </p:txBody>
      </p:sp>
      <p:sp>
        <p:nvSpPr>
          <p:cNvPr id="4" name="Rectangle 3"/>
          <p:cNvSpPr/>
          <p:nvPr/>
        </p:nvSpPr>
        <p:spPr>
          <a:xfrm>
            <a:off x="-125730" y="3269960"/>
            <a:ext cx="9143999" cy="1754326"/>
          </a:xfrm>
          <a:prstGeom prst="rect">
            <a:avLst/>
          </a:prstGeom>
        </p:spPr>
        <p:txBody>
          <a:bodyPr wrap="square">
            <a:spAutoFit/>
          </a:bodyPr>
          <a:lstStyle/>
          <a:p>
            <a:pPr algn="ctr"/>
            <a:r>
              <a:rPr lang="en-GB" sz="3200" dirty="0">
                <a:latin typeface="Arial" panose="020B0604020202020204" pitchFamily="34" charset="0"/>
                <a:cs typeface="Arial" panose="020B0604020202020204" pitchFamily="34" charset="0"/>
              </a:rPr>
              <a:t>Miranda Mowbray</a:t>
            </a:r>
          </a:p>
          <a:p>
            <a:pPr algn="ctr"/>
            <a:r>
              <a:rPr lang="en-GB" sz="2400" dirty="0">
                <a:latin typeface="Arial" panose="020B0604020202020204" pitchFamily="34" charset="0"/>
                <a:cs typeface="Arial" panose="020B0604020202020204" pitchFamily="34" charset="0"/>
                <a:hlinkClick r:id="rId3"/>
              </a:rPr>
              <a:t>miranda.mowbray@bristol.ac.uk</a:t>
            </a:r>
            <a:endParaRPr lang="en-GB" sz="2400" dirty="0">
              <a:latin typeface="Arial" panose="020B0604020202020204" pitchFamily="34" charset="0"/>
              <a:cs typeface="Arial" panose="020B0604020202020204" pitchFamily="34" charset="0"/>
            </a:endParaRPr>
          </a:p>
          <a:p>
            <a:pPr algn="ctr"/>
            <a:r>
              <a:rPr lang="en-GB" sz="2400" dirty="0">
                <a:latin typeface="Arial" panose="020B0604020202020204" pitchFamily="34" charset="0"/>
                <a:cs typeface="Arial" panose="020B0604020202020204" pitchFamily="34" charset="0"/>
              </a:rPr>
              <a:t> </a:t>
            </a:r>
          </a:p>
          <a:p>
            <a:pPr algn="ctr"/>
            <a:r>
              <a:rPr lang="en-GB" sz="2800" b="1" dirty="0">
                <a:latin typeface="Arial" panose="020B0604020202020204" pitchFamily="34" charset="0"/>
                <a:cs typeface="Arial" panose="020B0604020202020204" pitchFamily="34" charset="0"/>
              </a:rPr>
              <a:t>not a lawyer</a:t>
            </a:r>
          </a:p>
        </p:txBody>
      </p:sp>
    </p:spTree>
    <p:extLst>
      <p:ext uri="{BB962C8B-B14F-4D97-AF65-F5344CB8AC3E}">
        <p14:creationId xmlns:p14="http://schemas.microsoft.com/office/powerpoint/2010/main" val="24787288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8CBE00A-5B3C-456E-9488-2A34C0878F9E}"/>
              </a:ext>
            </a:extLst>
          </p:cNvPr>
          <p:cNvSpPr>
            <a:spLocks noGrp="1"/>
          </p:cNvSpPr>
          <p:nvPr>
            <p:ph type="title"/>
          </p:nvPr>
        </p:nvSpPr>
        <p:spPr/>
        <p:txBody>
          <a:bodyPr/>
          <a:lstStyle/>
          <a:p>
            <a:r>
              <a:rPr lang="en-GB" sz="3600" dirty="0">
                <a:latin typeface="Arial" panose="020B0604020202020204" pitchFamily="34" charset="0"/>
                <a:cs typeface="Arial" panose="020B0604020202020204" pitchFamily="34" charset="0"/>
              </a:rPr>
              <a:t>René Carmille</a:t>
            </a:r>
          </a:p>
        </p:txBody>
      </p:sp>
      <p:sp>
        <p:nvSpPr>
          <p:cNvPr id="10" name="Subtitle 9">
            <a:extLs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13" name="Text Placeholder 12">
            <a:extLst>
              <a:ext uri="{FF2B5EF4-FFF2-40B4-BE49-F238E27FC236}">
                <a16:creationId xmlns:a16="http://schemas.microsoft.com/office/drawing/2014/main" id="{9731E58D-2B0D-44C2-985F-3AE02C2A86FD}"/>
              </a:ext>
              <a:ext uri="{C183D7F6-B498-43B3-948B-1728B52AA6E4}">
                <adec:decorative xmlns:adec="http://schemas.microsoft.com/office/drawing/2017/decorative" val="1"/>
              </a:ext>
            </a:extLst>
          </p:cNvPr>
          <p:cNvSpPr>
            <a:spLocks noGrp="1"/>
          </p:cNvSpPr>
          <p:nvPr>
            <p:ph type="body" sz="quarter" idx="14"/>
          </p:nvPr>
        </p:nvSpPr>
        <p:spPr>
          <a:xfrm>
            <a:off x="531091" y="1272650"/>
            <a:ext cx="8229600" cy="5222577"/>
          </a:xfrm>
        </p:spPr>
        <p:txBody>
          <a:bodyPr/>
          <a:lstStyle/>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p:txBody>
      </p:sp>
      <p:pic>
        <p:nvPicPr>
          <p:cNvPr id="4" name="Picture 3" descr="Photo of Rene Carmille">
            <a:extLst>
              <a:ext uri="{FF2B5EF4-FFF2-40B4-BE49-F238E27FC236}">
                <a16:creationId xmlns:a16="http://schemas.microsoft.com/office/drawing/2014/main" id="{13E1EF29-2241-4719-9584-A3F3DDA554CB}"/>
              </a:ext>
            </a:extLst>
          </p:cNvPr>
          <p:cNvPicPr>
            <a:picLocks noChangeAspect="1"/>
          </p:cNvPicPr>
          <p:nvPr/>
        </p:nvPicPr>
        <p:blipFill>
          <a:blip r:embed="rId3"/>
          <a:stretch>
            <a:fillRect/>
          </a:stretch>
        </p:blipFill>
        <p:spPr>
          <a:xfrm>
            <a:off x="531090" y="1272650"/>
            <a:ext cx="2599567" cy="3850609"/>
          </a:xfrm>
          <a:prstGeom prst="rect">
            <a:avLst/>
          </a:prstGeom>
        </p:spPr>
      </p:pic>
      <p:pic>
        <p:nvPicPr>
          <p:cNvPr id="6" name="Picture 5" descr="Photo of Hollerith tabulator">
            <a:extLst>
              <a:ext uri="{FF2B5EF4-FFF2-40B4-BE49-F238E27FC236}">
                <a16:creationId xmlns:a16="http://schemas.microsoft.com/office/drawing/2014/main" id="{3ADD81E8-59E6-49C8-B3C0-1B70A3CDA792}"/>
              </a:ext>
            </a:extLst>
          </p:cNvPr>
          <p:cNvPicPr>
            <a:picLocks noChangeAspect="1"/>
          </p:cNvPicPr>
          <p:nvPr/>
        </p:nvPicPr>
        <p:blipFill>
          <a:blip r:embed="rId4"/>
          <a:stretch>
            <a:fillRect/>
          </a:stretch>
        </p:blipFill>
        <p:spPr>
          <a:xfrm>
            <a:off x="3648586" y="1252131"/>
            <a:ext cx="5163944" cy="3834611"/>
          </a:xfrm>
          <a:prstGeom prst="rect">
            <a:avLst/>
          </a:prstGeom>
        </p:spPr>
      </p:pic>
      <p:sp>
        <p:nvSpPr>
          <p:cNvPr id="14" name="TextBox 13">
            <a:extLst>
              <a:ext uri="{FF2B5EF4-FFF2-40B4-BE49-F238E27FC236}">
                <a16:creationId xmlns:a16="http://schemas.microsoft.com/office/drawing/2014/main" id="{0CBDAE9A-A194-4457-B5CC-046FA5546754}"/>
              </a:ext>
            </a:extLst>
          </p:cNvPr>
          <p:cNvSpPr txBox="1"/>
          <p:nvPr/>
        </p:nvSpPr>
        <p:spPr>
          <a:xfrm flipH="1">
            <a:off x="201478" y="5245213"/>
            <a:ext cx="8942522" cy="1477328"/>
          </a:xfrm>
          <a:prstGeom prst="rect">
            <a:avLst/>
          </a:prstGeom>
          <a:noFill/>
        </p:spPr>
        <p:txBody>
          <a:bodyPr wrap="square" rtlCol="0">
            <a:spAutoFit/>
          </a:bodyPr>
          <a:lstStyle/>
          <a:p>
            <a:r>
              <a:rPr lang="en-GB" dirty="0">
                <a:solidFill>
                  <a:schemeClr val="bg1"/>
                </a:solidFill>
                <a:latin typeface="Arial" panose="020B0604020202020204" pitchFamily="34" charset="0"/>
                <a:cs typeface="Arial" panose="020B0604020202020204" pitchFamily="34" charset="0"/>
              </a:rPr>
              <a:t>Photo of Rene Carmille: Public domain via Wikimedia</a:t>
            </a:r>
            <a:r>
              <a:rPr lang="en-GB" dirty="0">
                <a:solidFill>
                  <a:schemeClr val="accent1">
                    <a:lumMod val="60000"/>
                    <a:lumOff val="40000"/>
                  </a:schemeClr>
                </a:solidFill>
                <a:latin typeface="Arial" panose="020B0604020202020204" pitchFamily="34" charset="0"/>
                <a:cs typeface="Arial" panose="020B0604020202020204" pitchFamily="34" charset="0"/>
              </a:rPr>
              <a:t>, </a:t>
            </a:r>
            <a:r>
              <a:rPr lang="en-GB" dirty="0">
                <a:solidFill>
                  <a:schemeClr val="accent1">
                    <a:lumMod val="60000"/>
                    <a:lumOff val="40000"/>
                  </a:schemeClr>
                </a:solidFill>
                <a:latin typeface="Arial" panose="020B0604020202020204" pitchFamily="34" charset="0"/>
                <a:cs typeface="Arial" panose="020B0604020202020204" pitchFamily="34" charset="0"/>
                <a:hlinkClick r:id="rId5">
                  <a:extLst>
                    <a:ext uri="{A12FA001-AC4F-418D-AE19-62706E023703}">
                      <ahyp:hlinkClr xmlns:ahyp="http://schemas.microsoft.com/office/drawing/2018/hyperlinkcolor" val="tx"/>
                    </a:ext>
                  </a:extLst>
                </a:hlinkClick>
              </a:rPr>
              <a:t>https://en.wikipedia.org/wiki/Ren%C3%A9_Carmille#/media/File:Carmille.jpg</a:t>
            </a:r>
            <a:endParaRPr lang="en-GB" dirty="0">
              <a:solidFill>
                <a:schemeClr val="accent1">
                  <a:lumMod val="60000"/>
                  <a:lumOff val="40000"/>
                </a:schemeClr>
              </a:solidFill>
              <a:latin typeface="Arial" panose="020B0604020202020204" pitchFamily="34" charset="0"/>
              <a:cs typeface="Arial" panose="020B0604020202020204" pitchFamily="34" charset="0"/>
            </a:endParaRPr>
          </a:p>
          <a:p>
            <a:r>
              <a:rPr lang="en-GB" dirty="0">
                <a:solidFill>
                  <a:schemeClr val="bg1"/>
                </a:solidFill>
                <a:latin typeface="Arial" panose="020B0604020202020204" pitchFamily="34" charset="0"/>
                <a:cs typeface="Arial" panose="020B0604020202020204" pitchFamily="34" charset="0"/>
              </a:rPr>
              <a:t>Tabulator photo: United States Holocaust Memorial Museum, </a:t>
            </a:r>
            <a:r>
              <a:rPr lang="en-GB" dirty="0">
                <a:solidFill>
                  <a:schemeClr val="accent1">
                    <a:lumMod val="60000"/>
                    <a:lumOff val="40000"/>
                  </a:schemeClr>
                </a:solidFill>
                <a:latin typeface="Arial" panose="020B0604020202020204" pitchFamily="34" charset="0"/>
                <a:cs typeface="Arial" panose="020B0604020202020204" pitchFamily="34" charset="0"/>
                <a:hlinkClick r:id="rId6">
                  <a:extLst>
                    <a:ext uri="{A12FA001-AC4F-418D-AE19-62706E023703}">
                      <ahyp:hlinkClr xmlns:ahyp="http://schemas.microsoft.com/office/drawing/2018/hyperlinkcolor" val="tx"/>
                    </a:ext>
                  </a:extLst>
                </a:hlinkClick>
              </a:rPr>
              <a:t>https://collections.ushmm.org/search/catalog/irn521586</a:t>
            </a:r>
            <a:r>
              <a:rPr lang="en-GB" dirty="0">
                <a:solidFill>
                  <a:schemeClr val="accent1">
                    <a:lumMod val="60000"/>
                    <a:lumOff val="40000"/>
                  </a:schemeClr>
                </a:solidFill>
                <a:latin typeface="Arial" panose="020B0604020202020204" pitchFamily="34" charset="0"/>
                <a:cs typeface="Arial" panose="020B0604020202020204" pitchFamily="34" charset="0"/>
              </a:rPr>
              <a:t> </a:t>
            </a:r>
          </a:p>
          <a:p>
            <a:r>
              <a:rPr lang="en-GB" dirty="0" err="1">
                <a:solidFill>
                  <a:schemeClr val="bg1"/>
                </a:solidFill>
                <a:latin typeface="Arial" panose="020B0604020202020204" pitchFamily="34" charset="0"/>
                <a:cs typeface="Arial" panose="020B0604020202020204" pitchFamily="34" charset="0"/>
              </a:rPr>
              <a:t>Technisches</a:t>
            </a:r>
            <a:r>
              <a:rPr lang="en-GB" dirty="0">
                <a:solidFill>
                  <a:schemeClr val="bg1"/>
                </a:solidFill>
                <a:latin typeface="Arial" panose="020B0604020202020204" pitchFamily="34" charset="0"/>
                <a:cs typeface="Arial" panose="020B0604020202020204" pitchFamily="34" charset="0"/>
              </a:rPr>
              <a:t> Museum Dresden Collection Image, 1990.48.1 </a:t>
            </a:r>
            <a:r>
              <a:rPr lang="en-GB" dirty="0" err="1">
                <a:solidFill>
                  <a:schemeClr val="bg1"/>
                </a:solidFill>
                <a:latin typeface="Arial" panose="020B0604020202020204" pitchFamily="34" charset="0"/>
                <a:cs typeface="Arial" panose="020B0604020202020204" pitchFamily="34" charset="0"/>
              </a:rPr>
              <a:t>Dehomag</a:t>
            </a:r>
            <a:r>
              <a:rPr lang="en-GB" dirty="0">
                <a:solidFill>
                  <a:schemeClr val="bg1"/>
                </a:solidFill>
                <a:latin typeface="Arial" panose="020B0604020202020204" pitchFamily="34" charset="0"/>
                <a:cs typeface="Arial" panose="020B0604020202020204" pitchFamily="34" charset="0"/>
              </a:rPr>
              <a:t> D11 tabulator</a:t>
            </a:r>
            <a:endParaRPr lang="en-GB"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1109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sz="3600" dirty="0">
                <a:latin typeface="Lucida Sans" panose="020B0602030504020204" pitchFamily="34" charset="0"/>
              </a:rPr>
              <a:t> </a:t>
            </a:r>
            <a:r>
              <a:rPr lang="en-US" sz="3600" dirty="0">
                <a:latin typeface="Arial" panose="020B0604020202020204" pitchFamily="34" charset="0"/>
                <a:cs typeface="Arial" panose="020B0604020202020204" pitchFamily="34" charset="0"/>
              </a:rPr>
              <a:t>This session includes</a:t>
            </a:r>
          </a:p>
        </p:txBody>
      </p:sp>
      <p:sp>
        <p:nvSpPr>
          <p:cNvPr id="4" name="Subtitle 3">
            <a:extLst>
              <a:ext uri="{FF2B5EF4-FFF2-40B4-BE49-F238E27FC236}">
                <a16:creationId xmlns:a16="http://schemas.microsoft.com/office/drawing/2014/main" id="{97599C58-E96E-4394-BA87-729724EA51B2}"/>
              </a:ex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11" name="Text Placeholder 10">
            <a:extLst>
              <a:ext uri="{C183D7F6-B498-43B3-948B-1728B52AA6E4}">
                <adec:decorative xmlns:adec="http://schemas.microsoft.com/office/drawing/2017/decorative" val="1"/>
              </a:ext>
            </a:extLst>
          </p:cNvPr>
          <p:cNvSpPr>
            <a:spLocks noGrp="1"/>
          </p:cNvSpPr>
          <p:nvPr>
            <p:ph type="body" sz="quarter" idx="14"/>
          </p:nvPr>
        </p:nvSpPr>
        <p:spPr>
          <a:xfrm>
            <a:off x="324273" y="1987305"/>
            <a:ext cx="8466436" cy="3936485"/>
          </a:xfrm>
        </p:spPr>
        <p:txBody>
          <a:bodyPr/>
          <a:lstStyle/>
          <a:p>
            <a:pPr marL="0" indent="0">
              <a:buNone/>
            </a:pPr>
            <a:r>
              <a:rPr lang="en-GB" dirty="0"/>
              <a:t> </a:t>
            </a:r>
          </a:p>
        </p:txBody>
      </p:sp>
      <p:sp>
        <p:nvSpPr>
          <p:cNvPr id="2" name="TextBox 1">
            <a:extLst>
              <a:ext uri="{FF2B5EF4-FFF2-40B4-BE49-F238E27FC236}">
                <a16:creationId xmlns:a16="http://schemas.microsoft.com/office/drawing/2014/main" id="{9AB7227A-4612-4FE8-91F0-6912F86FE85B}"/>
              </a:ext>
            </a:extLst>
          </p:cNvPr>
          <p:cNvSpPr txBox="1"/>
          <p:nvPr/>
        </p:nvSpPr>
        <p:spPr>
          <a:xfrm>
            <a:off x="338782" y="634016"/>
            <a:ext cx="8466435" cy="4624536"/>
          </a:xfrm>
          <a:prstGeom prst="rect">
            <a:avLst/>
          </a:prstGeom>
          <a:noFill/>
        </p:spPr>
        <p:txBody>
          <a:bodyPr wrap="square" rtlCol="0">
            <a:spAutoFit/>
          </a:bodyPr>
          <a:lstStyle/>
          <a:p>
            <a:pPr>
              <a:lnSpc>
                <a:spcPct val="120000"/>
              </a:lnSpc>
            </a:pPr>
            <a:endParaRPr lang="en-GB" sz="2800" dirty="0">
              <a:solidFill>
                <a:schemeClr val="bg1"/>
              </a:solidFill>
              <a:latin typeface="Arial" panose="020B0604020202020204" pitchFamily="34" charset="0"/>
              <a:cs typeface="Arial" panose="020B0604020202020204" pitchFamily="34" charset="0"/>
            </a:endParaRPr>
          </a:p>
          <a:p>
            <a:pPr>
              <a:lnSpc>
                <a:spcPct val="120000"/>
              </a:lnSpc>
            </a:pPr>
            <a:endParaRPr lang="en-GB" sz="2800" dirty="0">
              <a:solidFill>
                <a:schemeClr val="bg1"/>
              </a:solidFill>
              <a:latin typeface="Arial" panose="020B0604020202020204" pitchFamily="34" charset="0"/>
              <a:cs typeface="Arial" panose="020B0604020202020204" pitchFamily="34" charset="0"/>
            </a:endParaRPr>
          </a:p>
          <a:p>
            <a:pPr marL="457200" indent="-457200">
              <a:lnSpc>
                <a:spcPct val="120000"/>
              </a:lnSpc>
              <a:buFontTx/>
              <a:buChar char="-"/>
            </a:pPr>
            <a:r>
              <a:rPr lang="en-GB" sz="2800" dirty="0">
                <a:solidFill>
                  <a:schemeClr val="bg1"/>
                </a:solidFill>
                <a:latin typeface="Arial" panose="020B0604020202020204" pitchFamily="34" charset="0"/>
                <a:cs typeface="Arial" panose="020B0604020202020204" pitchFamily="34" charset="0"/>
              </a:rPr>
              <a:t>Privacy</a:t>
            </a:r>
          </a:p>
          <a:p>
            <a:pPr marL="457200" indent="-457200">
              <a:lnSpc>
                <a:spcPct val="120000"/>
              </a:lnSpc>
              <a:buFontTx/>
              <a:buChar char="-"/>
            </a:pPr>
            <a:r>
              <a:rPr lang="en-GB" sz="2800" dirty="0">
                <a:solidFill>
                  <a:schemeClr val="bg1"/>
                </a:solidFill>
                <a:latin typeface="Arial" panose="020B0604020202020204" pitchFamily="34" charset="0"/>
                <a:cs typeface="Arial" panose="020B0604020202020204" pitchFamily="34" charset="0"/>
              </a:rPr>
              <a:t>Rogue agents: topic from (I think) </a:t>
            </a:r>
            <a:r>
              <a:rPr lang="en-GB" sz="2800" dirty="0" err="1">
                <a:solidFill>
                  <a:schemeClr val="bg1"/>
                </a:solidFill>
                <a:latin typeface="Arial" panose="020B0604020202020204" pitchFamily="34" charset="0"/>
                <a:cs typeface="Arial" panose="020B0604020202020204" pitchFamily="34" charset="0"/>
              </a:rPr>
              <a:t>Gonzálo</a:t>
            </a:r>
            <a:r>
              <a:rPr lang="en-GB" sz="2800" dirty="0">
                <a:solidFill>
                  <a:schemeClr val="bg1"/>
                </a:solidFill>
                <a:latin typeface="Arial" panose="020B0604020202020204" pitchFamily="34" charset="0"/>
                <a:cs typeface="Arial" panose="020B0604020202020204" pitchFamily="34" charset="0"/>
              </a:rPr>
              <a:t> </a:t>
            </a:r>
          </a:p>
          <a:p>
            <a:pPr marL="457200" indent="-457200">
              <a:lnSpc>
                <a:spcPct val="120000"/>
              </a:lnSpc>
              <a:buFontTx/>
              <a:buChar char="-"/>
            </a:pPr>
            <a:r>
              <a:rPr lang="en-GB" sz="2800" dirty="0">
                <a:solidFill>
                  <a:schemeClr val="bg1"/>
                </a:solidFill>
                <a:latin typeface="Arial" panose="020B0604020202020204" pitchFamily="34" charset="0"/>
                <a:cs typeface="Arial" panose="020B0604020202020204" pitchFamily="34" charset="0"/>
              </a:rPr>
              <a:t>What can you do?</a:t>
            </a:r>
          </a:p>
          <a:p>
            <a:pPr>
              <a:lnSpc>
                <a:spcPct val="120000"/>
              </a:lnSpc>
            </a:pPr>
            <a:endParaRPr lang="en-GB" sz="2800" dirty="0">
              <a:solidFill>
                <a:schemeClr val="bg1"/>
              </a:solidFill>
              <a:latin typeface="Arial" panose="020B0604020202020204" pitchFamily="34" charset="0"/>
              <a:cs typeface="Arial" panose="020B0604020202020204" pitchFamily="34" charset="0"/>
            </a:endParaRPr>
          </a:p>
          <a:p>
            <a:pPr>
              <a:lnSpc>
                <a:spcPct val="120000"/>
              </a:lnSpc>
            </a:pPr>
            <a:endParaRPr lang="en-GB" sz="2400" dirty="0">
              <a:solidFill>
                <a:schemeClr val="bg1"/>
              </a:solidFill>
              <a:latin typeface="Arial" panose="020B0604020202020204" pitchFamily="34" charset="0"/>
              <a:cs typeface="Arial" panose="020B0604020202020204" pitchFamily="34" charset="0"/>
            </a:endParaRPr>
          </a:p>
          <a:p>
            <a:pPr>
              <a:lnSpc>
                <a:spcPct val="120000"/>
              </a:lnSpc>
            </a:pPr>
            <a:r>
              <a:rPr lang="en-GB" sz="2800" dirty="0">
                <a:solidFill>
                  <a:schemeClr val="bg1"/>
                </a:solidFill>
                <a:latin typeface="Arial" panose="020B0604020202020204" pitchFamily="34" charset="0"/>
                <a:cs typeface="Arial" panose="020B0604020202020204" pitchFamily="34" charset="0"/>
              </a:rPr>
              <a:t>Virtual office hour: email me </a:t>
            </a:r>
          </a:p>
          <a:p>
            <a:pPr>
              <a:lnSpc>
                <a:spcPct val="120000"/>
              </a:lnSpc>
            </a:pPr>
            <a:r>
              <a:rPr lang="en-GB" sz="2800" dirty="0">
                <a:solidFill>
                  <a:schemeClr val="bg1"/>
                </a:solidFill>
                <a:latin typeface="Arial" panose="020B0604020202020204" pitchFamily="34" charset="0"/>
                <a:cs typeface="Arial" panose="020B0604020202020204" pitchFamily="34" charset="0"/>
              </a:rPr>
              <a:t>Slides, with references, will be on web site</a:t>
            </a:r>
          </a:p>
        </p:txBody>
      </p:sp>
    </p:spTree>
    <p:extLst>
      <p:ext uri="{BB962C8B-B14F-4D97-AF65-F5344CB8AC3E}">
        <p14:creationId xmlns:p14="http://schemas.microsoft.com/office/powerpoint/2010/main" val="30919013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6">
            <a:lumMod val="40000"/>
            <a:lumOff val="60000"/>
          </a:schemeClr>
        </a:solidFill>
        <a:effectLst/>
      </p:bgPr>
    </p:bg>
    <p:spTree>
      <p:nvGrpSpPr>
        <p:cNvPr id="1" name=""/>
        <p:cNvGrpSpPr/>
        <p:nvPr/>
      </p:nvGrpSpPr>
      <p:grpSpPr>
        <a:xfrm>
          <a:off x="0" y="0"/>
          <a:ext cx="0" cy="0"/>
          <a:chOff x="0" y="0"/>
          <a:chExt cx="0" cy="0"/>
        </a:xfrm>
      </p:grpSpPr>
      <p:sp>
        <p:nvSpPr>
          <p:cNvPr id="8" name="Title 7"/>
          <p:cNvSpPr txBox="1">
            <a:spLocks noGrp="1"/>
          </p:cNvSpPr>
          <p:nvPr>
            <p:ph type="title" idx="4294967295"/>
          </p:nvPr>
        </p:nvSpPr>
        <p:spPr>
          <a:xfrm>
            <a:off x="1012873" y="529661"/>
            <a:ext cx="4415281" cy="707886"/>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Privacy</a:t>
            </a:r>
            <a:endParaRPr kumimoji="0" lang="en-GB" sz="4000" b="1"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p:txBody>
      </p:sp>
      <p:pic>
        <p:nvPicPr>
          <p:cNvPr id="11" name="Picture 10" descr="Cat hiding under a bed">
            <a:extLst>
              <a:ext uri="{FF2B5EF4-FFF2-40B4-BE49-F238E27FC236}">
                <a16:creationId xmlns:a16="http://schemas.microsoft.com/office/drawing/2014/main" id="{1A7CDC81-01C6-1BA7-2596-A92BD2CECC20}"/>
              </a:ext>
            </a:extLst>
          </p:cNvPr>
          <p:cNvPicPr>
            <a:picLocks noChangeAspect="1"/>
          </p:cNvPicPr>
          <p:nvPr/>
        </p:nvPicPr>
        <p:blipFill>
          <a:blip r:embed="rId3"/>
          <a:stretch>
            <a:fillRect/>
          </a:stretch>
        </p:blipFill>
        <p:spPr>
          <a:xfrm>
            <a:off x="1045742" y="1802887"/>
            <a:ext cx="6726698" cy="3607192"/>
          </a:xfrm>
          <a:prstGeom prst="rect">
            <a:avLst/>
          </a:prstGeom>
        </p:spPr>
      </p:pic>
      <p:sp>
        <p:nvSpPr>
          <p:cNvPr id="7" name="Content Placeholder 6">
            <a:extLst>
              <a:ext uri="{FF2B5EF4-FFF2-40B4-BE49-F238E27FC236}">
                <a16:creationId xmlns:a16="http://schemas.microsoft.com/office/drawing/2014/main" id="{5AA6C628-9452-E5CE-669D-6DDCEF43737D}"/>
              </a:ext>
              <a:ext uri="{C183D7F6-B498-43B3-948B-1728B52AA6E4}">
                <adec:decorative xmlns:adec="http://schemas.microsoft.com/office/drawing/2017/decorative" val="1"/>
              </a:ext>
            </a:extLst>
          </p:cNvPr>
          <p:cNvSpPr>
            <a:spLocks noGrp="1"/>
          </p:cNvSpPr>
          <p:nvPr>
            <p:ph idx="1"/>
          </p:nvPr>
        </p:nvSpPr>
        <p:spPr/>
        <p:txBody>
          <a:bodyPr/>
          <a:lstStyle/>
          <a:p>
            <a:pPr marL="0" indent="0">
              <a:buNone/>
            </a:pPr>
            <a:r>
              <a:rPr lang="en-US" dirty="0"/>
              <a:t> </a:t>
            </a:r>
            <a:endParaRPr lang="en-GB" dirty="0"/>
          </a:p>
        </p:txBody>
      </p:sp>
      <p:sp>
        <p:nvSpPr>
          <p:cNvPr id="5" name="TextBox 4"/>
          <p:cNvSpPr txBox="1"/>
          <p:nvPr/>
        </p:nvSpPr>
        <p:spPr>
          <a:xfrm>
            <a:off x="1012875" y="5919547"/>
            <a:ext cx="7507670" cy="707886"/>
          </a:xfrm>
          <a:prstGeom prst="rect">
            <a:avLst/>
          </a:prstGeom>
          <a:noFill/>
        </p:spPr>
        <p:txBody>
          <a:bodyPr wrap="square" rtlCol="0">
            <a:spAutoFit/>
          </a:bodyPr>
          <a:lstStyle/>
          <a:p>
            <a:r>
              <a:rPr lang="en-GB" sz="2000" dirty="0">
                <a:latin typeface="Arial" panose="020B0604020202020204" pitchFamily="34" charset="0"/>
                <a:cs typeface="Arial" panose="020B0604020202020204" pitchFamily="34" charset="0"/>
              </a:rPr>
              <a:t>Photo of Cocoa	             clickit07 on Flickr</a:t>
            </a:r>
          </a:p>
          <a:p>
            <a:r>
              <a:rPr lang="en-GB" sz="2000" dirty="0">
                <a:latin typeface="Arial" panose="020B0604020202020204" pitchFamily="34" charset="0"/>
                <a:cs typeface="Arial" panose="020B0604020202020204" pitchFamily="34" charset="0"/>
              </a:rPr>
              <a:t>https://www.flickr.com/photos/clickit07/2049222966/</a:t>
            </a:r>
          </a:p>
        </p:txBody>
      </p:sp>
      <p:pic>
        <p:nvPicPr>
          <p:cNvPr id="3" name="Picture 2" descr="Creative Commons CC-BY licence&#10;">
            <a:extLst>
              <a:ext uri="{FF2B5EF4-FFF2-40B4-BE49-F238E27FC236}">
                <a16:creationId xmlns:a16="http://schemas.microsoft.com/office/drawing/2014/main" id="{F9B6D49D-24D2-FB43-FDC6-F3D3D47223A2}"/>
              </a:ext>
            </a:extLst>
          </p:cNvPr>
          <p:cNvPicPr>
            <a:picLocks noChangeAspect="1"/>
          </p:cNvPicPr>
          <p:nvPr/>
        </p:nvPicPr>
        <p:blipFill>
          <a:blip r:embed="rId4"/>
          <a:stretch>
            <a:fillRect/>
          </a:stretch>
        </p:blipFill>
        <p:spPr>
          <a:xfrm>
            <a:off x="2934712" y="5975418"/>
            <a:ext cx="851933" cy="298071"/>
          </a:xfrm>
          <a:prstGeom prst="rect">
            <a:avLst/>
          </a:prstGeom>
        </p:spPr>
      </p:pic>
    </p:spTree>
    <p:extLst>
      <p:ext uri="{BB962C8B-B14F-4D97-AF65-F5344CB8AC3E}">
        <p14:creationId xmlns:p14="http://schemas.microsoft.com/office/powerpoint/2010/main" val="6622567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a:extLst>
            <a:ext uri="{FF2B5EF4-FFF2-40B4-BE49-F238E27FC236}">
              <a16:creationId xmlns:a16="http://schemas.microsoft.com/office/drawing/2014/main" id="{F2E06B80-5648-5B1D-5CF5-A5AF40EF3F0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52D5B6A6-EE8B-2397-B26B-58CEEAD949BA}"/>
              </a:ext>
            </a:extLst>
          </p:cNvPr>
          <p:cNvSpPr>
            <a:spLocks noGrp="1"/>
          </p:cNvSpPr>
          <p:nvPr>
            <p:ph type="title"/>
          </p:nvPr>
        </p:nvSpPr>
        <p:spPr/>
        <p:txBody>
          <a:bodyPr/>
          <a:lstStyle/>
          <a:p>
            <a:r>
              <a:rPr lang="en-GB" sz="3600" dirty="0">
                <a:latin typeface="Arial" panose="020B0604020202020204" pitchFamily="34" charset="0"/>
                <a:cs typeface="Arial" panose="020B0604020202020204" pitchFamily="34" charset="0"/>
              </a:rPr>
              <a:t>Definitions</a:t>
            </a:r>
          </a:p>
        </p:txBody>
      </p:sp>
      <p:sp>
        <p:nvSpPr>
          <p:cNvPr id="10" name="Subtitle 9">
            <a:extLst>
              <a:ext uri="{FF2B5EF4-FFF2-40B4-BE49-F238E27FC236}">
                <a16:creationId xmlns:a16="http://schemas.microsoft.com/office/drawing/2014/main" id="{3184A975-2746-9976-19D0-EA15931C86CA}"/>
              </a:ex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13" name="Text Placeholder 12">
            <a:extLst>
              <a:ext uri="{FF2B5EF4-FFF2-40B4-BE49-F238E27FC236}">
                <a16:creationId xmlns:a16="http://schemas.microsoft.com/office/drawing/2014/main" id="{57C814D3-6244-DE97-33ED-B3E8777AC57F}"/>
              </a:ext>
            </a:extLst>
          </p:cNvPr>
          <p:cNvSpPr>
            <a:spLocks noGrp="1"/>
          </p:cNvSpPr>
          <p:nvPr>
            <p:ph type="body" sz="quarter" idx="14"/>
          </p:nvPr>
        </p:nvSpPr>
        <p:spPr>
          <a:xfrm>
            <a:off x="457200" y="1641363"/>
            <a:ext cx="8229600" cy="4581994"/>
          </a:xfrm>
        </p:spPr>
        <p:txBody>
          <a:bodyPr/>
          <a:lstStyle/>
          <a:p>
            <a:pPr marL="0" indent="0">
              <a:lnSpc>
                <a:spcPct val="120000"/>
              </a:lnSpc>
              <a:buNone/>
            </a:pPr>
            <a:r>
              <a:rPr lang="en-US" sz="2400" b="1" dirty="0">
                <a:solidFill>
                  <a:schemeClr val="accent4">
                    <a:lumMod val="60000"/>
                    <a:lumOff val="40000"/>
                  </a:schemeClr>
                </a:solidFill>
                <a:latin typeface="Arial" panose="020B0604020202020204" pitchFamily="34" charset="0"/>
              </a:rPr>
              <a:t>Information privacy</a:t>
            </a:r>
            <a:r>
              <a:rPr lang="en-US" sz="2400" dirty="0">
                <a:latin typeface="Arial" panose="020B0604020202020204" pitchFamily="34" charset="0"/>
              </a:rPr>
              <a:t>: </a:t>
            </a:r>
          </a:p>
          <a:p>
            <a:pPr marL="0" indent="0">
              <a:lnSpc>
                <a:spcPct val="120000"/>
              </a:lnSpc>
              <a:buNone/>
            </a:pPr>
            <a:r>
              <a:rPr lang="en-US" sz="2400" dirty="0">
                <a:latin typeface="Arial" panose="020B0604020202020204" pitchFamily="34" charset="0"/>
              </a:rPr>
              <a:t>the right to some control over how your personal information is collected and used.</a:t>
            </a:r>
          </a:p>
          <a:p>
            <a:pPr marL="0" indent="0">
              <a:lnSpc>
                <a:spcPct val="120000"/>
              </a:lnSpc>
              <a:buNone/>
            </a:pPr>
            <a:endParaRPr lang="en-US" sz="2400" dirty="0">
              <a:solidFill>
                <a:schemeClr val="bg1"/>
              </a:solidFill>
              <a:latin typeface="Arial" panose="020B0604020202020204" pitchFamily="34" charset="0"/>
              <a:cs typeface="Arial" panose="020B0604020202020204" pitchFamily="34" charset="0"/>
            </a:endParaRPr>
          </a:p>
          <a:p>
            <a:pPr marL="0" indent="0">
              <a:lnSpc>
                <a:spcPct val="120000"/>
              </a:lnSpc>
              <a:buNone/>
            </a:pPr>
            <a:r>
              <a:rPr lang="en-GB" sz="2400" b="1" dirty="0">
                <a:solidFill>
                  <a:schemeClr val="accent4">
                    <a:lumMod val="60000"/>
                    <a:lumOff val="40000"/>
                  </a:schemeClr>
                </a:solidFill>
                <a:latin typeface="Arial" panose="020B0604020202020204" pitchFamily="34" charset="0"/>
                <a:cs typeface="Arial" panose="020B0604020202020204" pitchFamily="34" charset="0"/>
              </a:rPr>
              <a:t>Personal information</a:t>
            </a:r>
            <a:r>
              <a:rPr lang="en-GB" sz="2400" dirty="0">
                <a:solidFill>
                  <a:schemeClr val="bg1"/>
                </a:solidFill>
                <a:latin typeface="Arial" panose="020B0604020202020204" pitchFamily="34" charset="0"/>
                <a:cs typeface="Arial" panose="020B0604020202020204" pitchFamily="34" charset="0"/>
              </a:rPr>
              <a:t>: </a:t>
            </a:r>
          </a:p>
          <a:p>
            <a:pPr marL="0" indent="0">
              <a:lnSpc>
                <a:spcPct val="120000"/>
              </a:lnSpc>
              <a:buNone/>
            </a:pPr>
            <a:r>
              <a:rPr lang="en-US" sz="2400" dirty="0">
                <a:latin typeface="Arial" panose="020B0604020202020204" pitchFamily="34" charset="0"/>
              </a:rPr>
              <a:t>data relating to identifiable individual</a:t>
            </a:r>
          </a:p>
          <a:p>
            <a:pPr>
              <a:lnSpc>
                <a:spcPct val="120000"/>
              </a:lnSpc>
              <a:buFontTx/>
              <a:buChar char="-"/>
            </a:pPr>
            <a:r>
              <a:rPr lang="en-US" sz="2400" dirty="0">
                <a:solidFill>
                  <a:schemeClr val="bg1"/>
                </a:solidFill>
                <a:latin typeface="Arial" panose="020B0604020202020204" pitchFamily="34" charset="0"/>
                <a:cs typeface="Arial" panose="020B0604020202020204" pitchFamily="34" charset="0"/>
              </a:rPr>
              <a:t>e.g. identifiable by name, ID #, location data, online ID, combination of factors 				- UK GDPR Article 4</a:t>
            </a:r>
          </a:p>
          <a:p>
            <a:pPr marL="0" indent="0">
              <a:lnSpc>
                <a:spcPct val="120000"/>
              </a:lnSpc>
              <a:buNone/>
            </a:pPr>
            <a:endParaRPr lang="en-US" sz="24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814907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a:extLst>
            <a:ext uri="{FF2B5EF4-FFF2-40B4-BE49-F238E27FC236}">
              <a16:creationId xmlns:a16="http://schemas.microsoft.com/office/drawing/2014/main" id="{8D95585B-17A6-3018-6443-EE96293A062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5801A119-12C0-9E50-626A-C85A51DB83CB}"/>
              </a:ext>
            </a:extLst>
          </p:cNvPr>
          <p:cNvSpPr>
            <a:spLocks noGrp="1"/>
          </p:cNvSpPr>
          <p:nvPr>
            <p:ph type="title"/>
          </p:nvPr>
        </p:nvSpPr>
        <p:spPr>
          <a:xfrm>
            <a:off x="431280" y="360198"/>
            <a:ext cx="8129790" cy="502701"/>
          </a:xfrm>
        </p:spPr>
        <p:txBody>
          <a:bodyPr/>
          <a:lstStyle/>
          <a:p>
            <a:r>
              <a:rPr lang="en-GB" sz="3600" dirty="0">
                <a:latin typeface="Arial" panose="020B0604020202020204" pitchFamily="34" charset="0"/>
                <a:cs typeface="Arial" panose="020B0604020202020204" pitchFamily="34" charset="0"/>
              </a:rPr>
              <a:t>Data protection guidance</a:t>
            </a:r>
          </a:p>
        </p:txBody>
      </p:sp>
      <p:sp>
        <p:nvSpPr>
          <p:cNvPr id="10" name="Subtitle 9">
            <a:extLst>
              <a:ext uri="{FF2B5EF4-FFF2-40B4-BE49-F238E27FC236}">
                <a16:creationId xmlns:a16="http://schemas.microsoft.com/office/drawing/2014/main" id="{C4C432AC-B6DA-6D5B-DC88-13E5E7937BC5}"/>
              </a:ext>
              <a:ext uri="{C183D7F6-B498-43B3-948B-1728B52AA6E4}">
                <adec:decorative xmlns:adec="http://schemas.microsoft.com/office/drawing/2017/decorative" val="1"/>
              </a:ext>
            </a:extLst>
          </p:cNvPr>
          <p:cNvSpPr>
            <a:spLocks noGrp="1"/>
          </p:cNvSpPr>
          <p:nvPr>
            <p:ph type="subTitle" idx="1"/>
          </p:nvPr>
        </p:nvSpPr>
        <p:spPr>
          <a:xfrm>
            <a:off x="167696" y="632067"/>
            <a:ext cx="8229600" cy="502701"/>
          </a:xfrm>
        </p:spPr>
        <p:txBody>
          <a:bodyPr/>
          <a:lstStyle/>
          <a:p>
            <a:r>
              <a:rPr lang="en-GB" dirty="0"/>
              <a:t>  </a:t>
            </a:r>
          </a:p>
        </p:txBody>
      </p:sp>
      <p:sp>
        <p:nvSpPr>
          <p:cNvPr id="13" name="Text Placeholder 12">
            <a:extLst>
              <a:ext uri="{FF2B5EF4-FFF2-40B4-BE49-F238E27FC236}">
                <a16:creationId xmlns:a16="http://schemas.microsoft.com/office/drawing/2014/main" id="{2081567D-0A00-9FD6-2BA5-4ED08F0AEA61}"/>
              </a:ext>
            </a:extLst>
          </p:cNvPr>
          <p:cNvSpPr>
            <a:spLocks noGrp="1"/>
          </p:cNvSpPr>
          <p:nvPr>
            <p:ph type="body" sz="quarter" idx="14"/>
          </p:nvPr>
        </p:nvSpPr>
        <p:spPr>
          <a:xfrm>
            <a:off x="481185" y="1226989"/>
            <a:ext cx="8473034" cy="5222577"/>
          </a:xfrm>
        </p:spPr>
        <p:txBody>
          <a:bodyPr/>
          <a:lstStyle/>
          <a:p>
            <a:pPr marL="0" indent="0">
              <a:lnSpc>
                <a:spcPct val="100000"/>
              </a:lnSpc>
              <a:buNone/>
            </a:pPr>
            <a:r>
              <a:rPr lang="en-GB" sz="2800" dirty="0">
                <a:solidFill>
                  <a:schemeClr val="bg1"/>
                </a:solidFill>
                <a:latin typeface="Arial" panose="020B0604020202020204" pitchFamily="34" charset="0"/>
                <a:cs typeface="Arial" panose="020B0604020202020204" pitchFamily="34" charset="0"/>
              </a:rPr>
              <a:t>Information Commissioner’s Office, </a:t>
            </a:r>
            <a:r>
              <a:rPr lang="en-GB" sz="2800" dirty="0">
                <a:solidFill>
                  <a:srgbClr val="00B0F0"/>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http://www.ico.org.uk</a:t>
            </a:r>
            <a:r>
              <a:rPr lang="en-GB" sz="2800" dirty="0">
                <a:solidFill>
                  <a:srgbClr val="00B0F0"/>
                </a:solidFill>
                <a:latin typeface="Arial" panose="020B0604020202020204" pitchFamily="34" charset="0"/>
                <a:cs typeface="Arial" panose="020B0604020202020204" pitchFamily="34" charset="0"/>
              </a:rPr>
              <a:t> </a:t>
            </a:r>
          </a:p>
          <a:p>
            <a:pPr marL="0" indent="0">
              <a:lnSpc>
                <a:spcPct val="120000"/>
              </a:lnSpc>
              <a:buNone/>
            </a:pPr>
            <a:r>
              <a:rPr lang="en-GB" sz="2800" dirty="0">
                <a:solidFill>
                  <a:schemeClr val="bg1"/>
                </a:solidFill>
                <a:latin typeface="Arial" panose="020B0604020202020204" pitchFamily="34" charset="0"/>
                <a:cs typeface="Arial" panose="020B0604020202020204" pitchFamily="34" charset="0"/>
              </a:rPr>
              <a:t>+ Data Protection Officer (DPO)</a:t>
            </a:r>
          </a:p>
          <a:p>
            <a:pPr marL="0" indent="0">
              <a:lnSpc>
                <a:spcPct val="120000"/>
              </a:lnSpc>
              <a:buNone/>
            </a:pPr>
            <a:endParaRPr lang="en-GB" sz="2800" dirty="0">
              <a:solidFill>
                <a:schemeClr val="bg1"/>
              </a:solidFill>
              <a:latin typeface="Arial" panose="020B0604020202020204" pitchFamily="34" charset="0"/>
              <a:cs typeface="Arial" panose="020B0604020202020204" pitchFamily="34" charset="0"/>
            </a:endParaRPr>
          </a:p>
          <a:p>
            <a:pPr marL="0" indent="0">
              <a:lnSpc>
                <a:spcPct val="120000"/>
              </a:lnSpc>
              <a:buNone/>
            </a:pPr>
            <a:r>
              <a:rPr lang="en-GB" sz="2800" dirty="0">
                <a:solidFill>
                  <a:schemeClr val="bg1"/>
                </a:solidFill>
                <a:latin typeface="Arial" panose="020B0604020202020204" pitchFamily="34" charset="0"/>
                <a:cs typeface="Arial" panose="020B0604020202020204" pitchFamily="34" charset="0"/>
              </a:rPr>
              <a:t>Pre-reading documents:</a:t>
            </a:r>
          </a:p>
          <a:p>
            <a:pPr marL="0" indent="0">
              <a:lnSpc>
                <a:spcPct val="120000"/>
              </a:lnSpc>
              <a:buNone/>
            </a:pPr>
            <a:r>
              <a:rPr lang="en-GB" sz="2800" dirty="0">
                <a:solidFill>
                  <a:schemeClr val="bg1"/>
                </a:solidFill>
                <a:latin typeface="Arial" panose="020B0604020202020204" pitchFamily="34" charset="0"/>
                <a:cs typeface="Arial" panose="020B0604020202020204" pitchFamily="34" charset="0"/>
              </a:rPr>
              <a:t>-	AI data protection toolkit</a:t>
            </a:r>
          </a:p>
          <a:p>
            <a:pPr marL="0" indent="0">
              <a:lnSpc>
                <a:spcPct val="120000"/>
              </a:lnSpc>
              <a:buNone/>
            </a:pPr>
            <a:r>
              <a:rPr lang="en-GB" sz="2800" dirty="0">
                <a:solidFill>
                  <a:schemeClr val="bg1"/>
                </a:solidFill>
                <a:latin typeface="Arial" panose="020B0604020202020204" pitchFamily="34" charset="0"/>
                <a:cs typeface="Arial" panose="020B0604020202020204" pitchFamily="34" charset="0"/>
              </a:rPr>
              <a:t>-	“How do we do a DPIA”? </a:t>
            </a:r>
            <a:r>
              <a:rPr lang="en-GB" sz="2400" dirty="0">
                <a:solidFill>
                  <a:schemeClr val="bg1"/>
                </a:solidFill>
                <a:latin typeface="Arial" panose="020B0604020202020204" pitchFamily="34" charset="0"/>
                <a:cs typeface="Arial" panose="020B0604020202020204" pitchFamily="34" charset="0"/>
              </a:rPr>
              <a:t>(Data Protection Impact 	 	 	Assessment)</a:t>
            </a:r>
          </a:p>
          <a:p>
            <a:pPr marL="0" indent="0">
              <a:lnSpc>
                <a:spcPct val="120000"/>
              </a:lnSpc>
              <a:buNone/>
            </a:pPr>
            <a:r>
              <a:rPr lang="en-GB" sz="2800" dirty="0">
                <a:solidFill>
                  <a:schemeClr val="bg1"/>
                </a:solidFill>
                <a:latin typeface="Arial" panose="020B0604020202020204" pitchFamily="34" charset="0"/>
                <a:cs typeface="Arial" panose="020B0604020202020204" pitchFamily="34" charset="0"/>
              </a:rPr>
              <a:t>Practical suggestions: toolkit column I, DPIA step 6. </a:t>
            </a: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03882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a:extLst>
            <a:ext uri="{FF2B5EF4-FFF2-40B4-BE49-F238E27FC236}">
              <a16:creationId xmlns:a16="http://schemas.microsoft.com/office/drawing/2014/main" id="{E995642F-B1F6-AB8C-1E2D-C211C353018C}"/>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94AD253-D99F-8681-45BF-DF7E6950FEC3}"/>
              </a:ext>
            </a:extLst>
          </p:cNvPr>
          <p:cNvSpPr>
            <a:spLocks noGrp="1"/>
          </p:cNvSpPr>
          <p:nvPr>
            <p:ph type="title"/>
          </p:nvPr>
        </p:nvSpPr>
        <p:spPr/>
        <p:txBody>
          <a:bodyPr/>
          <a:lstStyle/>
          <a:p>
            <a:r>
              <a:rPr lang="en-GB" sz="3600" dirty="0">
                <a:latin typeface="Arial" panose="020B0604020202020204" pitchFamily="34" charset="0"/>
                <a:cs typeface="Arial" panose="020B0604020202020204" pitchFamily="34" charset="0"/>
              </a:rPr>
              <a:t>Personal data rights</a:t>
            </a:r>
          </a:p>
        </p:txBody>
      </p:sp>
      <p:sp>
        <p:nvSpPr>
          <p:cNvPr id="10" name="Subtitle 9">
            <a:extLst>
              <a:ext uri="{FF2B5EF4-FFF2-40B4-BE49-F238E27FC236}">
                <a16:creationId xmlns:a16="http://schemas.microsoft.com/office/drawing/2014/main" id="{2AA35FD0-2639-B28F-8D48-DDF10085C65E}"/>
              </a:ex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13" name="Text Placeholder 12">
            <a:extLst>
              <a:ext uri="{FF2B5EF4-FFF2-40B4-BE49-F238E27FC236}">
                <a16:creationId xmlns:a16="http://schemas.microsoft.com/office/drawing/2014/main" id="{BF3701E2-9B22-84EE-2AEA-97F95860FB9D}"/>
              </a:ext>
            </a:extLst>
          </p:cNvPr>
          <p:cNvSpPr>
            <a:spLocks noGrp="1"/>
          </p:cNvSpPr>
          <p:nvPr>
            <p:ph type="body" sz="quarter" idx="14"/>
          </p:nvPr>
        </p:nvSpPr>
        <p:spPr>
          <a:xfrm>
            <a:off x="531091" y="1272650"/>
            <a:ext cx="8029980" cy="5222577"/>
          </a:xfrm>
        </p:spPr>
        <p:txBody>
          <a:bodyPr/>
          <a:lstStyle/>
          <a:p>
            <a:pPr marL="0" indent="0">
              <a:lnSpc>
                <a:spcPct val="120000"/>
              </a:lnSpc>
              <a:buNone/>
            </a:pPr>
            <a:r>
              <a:rPr lang="en-GB" sz="2800" dirty="0">
                <a:solidFill>
                  <a:schemeClr val="bg1"/>
                </a:solidFill>
                <a:latin typeface="Arial" panose="020B0604020202020204" pitchFamily="34" charset="0"/>
                <a:cs typeface="Arial" panose="020B0604020202020204" pitchFamily="34" charset="0"/>
              </a:rPr>
              <a:t>Information </a:t>
            </a:r>
          </a:p>
          <a:p>
            <a:pPr marL="0" indent="0">
              <a:lnSpc>
                <a:spcPct val="120000"/>
              </a:lnSpc>
              <a:buNone/>
            </a:pPr>
            <a:r>
              <a:rPr lang="en-GB" sz="2800" dirty="0">
                <a:solidFill>
                  <a:schemeClr val="bg1"/>
                </a:solidFill>
                <a:latin typeface="Arial" panose="020B0604020202020204" pitchFamily="34" charset="0"/>
                <a:cs typeface="Arial" panose="020B0604020202020204" pitchFamily="34" charset="0"/>
              </a:rPr>
              <a:t>Access </a:t>
            </a:r>
            <a:r>
              <a:rPr lang="en-GB" sz="2400" dirty="0">
                <a:solidFill>
                  <a:schemeClr val="bg1"/>
                </a:solidFill>
                <a:latin typeface="Arial" panose="020B0604020202020204" pitchFamily="34" charset="0"/>
                <a:cs typeface="Arial" panose="020B0604020202020204" pitchFamily="34" charset="0"/>
              </a:rPr>
              <a:t>(in portable form)</a:t>
            </a:r>
          </a:p>
          <a:p>
            <a:pPr marL="0" indent="0">
              <a:lnSpc>
                <a:spcPct val="120000"/>
              </a:lnSpc>
              <a:buNone/>
            </a:pPr>
            <a:r>
              <a:rPr lang="en-GB" sz="2800" dirty="0">
                <a:solidFill>
                  <a:schemeClr val="bg1"/>
                </a:solidFill>
                <a:latin typeface="Arial" panose="020B0604020202020204" pitchFamily="34" charset="0"/>
                <a:cs typeface="Arial" panose="020B0604020202020204" pitchFamily="34" charset="0"/>
              </a:rPr>
              <a:t>Correction</a:t>
            </a:r>
          </a:p>
          <a:p>
            <a:pPr marL="0" indent="0">
              <a:lnSpc>
                <a:spcPct val="120000"/>
              </a:lnSpc>
              <a:buNone/>
            </a:pPr>
            <a:r>
              <a:rPr lang="en-GB" sz="2800" dirty="0">
                <a:solidFill>
                  <a:schemeClr val="bg1"/>
                </a:solidFill>
                <a:latin typeface="Arial" panose="020B0604020202020204" pitchFamily="34" charset="0"/>
                <a:cs typeface="Arial" panose="020B0604020202020204" pitchFamily="34" charset="0"/>
              </a:rPr>
              <a:t>Objection to direct marketing </a:t>
            </a:r>
            <a:r>
              <a:rPr lang="en-GB" sz="2000" dirty="0">
                <a:solidFill>
                  <a:schemeClr val="bg1"/>
                </a:solidFill>
                <a:latin typeface="Arial" panose="020B0604020202020204" pitchFamily="34" charset="0"/>
                <a:cs typeface="Arial" panose="020B0604020202020204" pitchFamily="34" charset="0"/>
              </a:rPr>
              <a:t>(+some other uses)</a:t>
            </a:r>
          </a:p>
          <a:p>
            <a:pPr marL="0" indent="0">
              <a:lnSpc>
                <a:spcPct val="120000"/>
              </a:lnSpc>
              <a:buNone/>
            </a:pPr>
            <a:r>
              <a:rPr lang="en-GB" sz="2800" dirty="0">
                <a:solidFill>
                  <a:schemeClr val="bg1"/>
                </a:solidFill>
                <a:latin typeface="Arial" panose="020B0604020202020204" pitchFamily="34" charset="0"/>
                <a:cs typeface="Arial" panose="020B0604020202020204" pitchFamily="34" charset="0"/>
              </a:rPr>
              <a:t>Fully-automated decisions with important effects</a:t>
            </a:r>
            <a:r>
              <a:rPr lang="en-GB" sz="2400" dirty="0">
                <a:solidFill>
                  <a:schemeClr val="bg1"/>
                </a:solidFill>
                <a:latin typeface="Arial" panose="020B0604020202020204" pitchFamily="34" charset="0"/>
                <a:cs typeface="Arial" panose="020B0604020202020204" pitchFamily="34" charset="0"/>
              </a:rPr>
              <a:t>: 	explanation, human intervention</a:t>
            </a: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r>
              <a:rPr lang="en-GB" sz="2400" dirty="0">
                <a:solidFill>
                  <a:schemeClr val="bg1"/>
                </a:solidFill>
                <a:latin typeface="Arial" panose="020B0604020202020204" pitchFamily="34" charset="0"/>
                <a:cs typeface="Arial" panose="020B0604020202020204" pitchFamily="34" charset="0"/>
              </a:rPr>
              <a:t>- ICO, “How do we ensure individual rights in our AI systems?”</a:t>
            </a:r>
          </a:p>
          <a:p>
            <a:pPr marL="0" indent="0">
              <a:lnSpc>
                <a:spcPct val="100000"/>
              </a:lnSpc>
              <a:buNone/>
            </a:pPr>
            <a:endParaRPr lang="en-US" sz="24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9245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a:extLst>
            <a:ext uri="{FF2B5EF4-FFF2-40B4-BE49-F238E27FC236}">
              <a16:creationId xmlns:a16="http://schemas.microsoft.com/office/drawing/2014/main" id="{E19F775C-70BB-5753-37E7-16297649075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BBA073ED-5F96-E717-41D7-7D22E6B05E49}"/>
              </a:ext>
            </a:extLst>
          </p:cNvPr>
          <p:cNvSpPr>
            <a:spLocks noGrp="1"/>
          </p:cNvSpPr>
          <p:nvPr>
            <p:ph type="title"/>
          </p:nvPr>
        </p:nvSpPr>
        <p:spPr/>
        <p:txBody>
          <a:bodyPr/>
          <a:lstStyle/>
          <a:p>
            <a:r>
              <a:rPr lang="en-US" sz="3600" dirty="0">
                <a:latin typeface="Arial" panose="020B0604020202020204" pitchFamily="34" charset="0"/>
                <a:cs typeface="Arial" panose="020B0604020202020204" pitchFamily="34" charset="0"/>
              </a:rPr>
              <a:t>Right to be informed </a:t>
            </a:r>
            <a:r>
              <a:rPr lang="en-GB" sz="3600" dirty="0">
                <a:latin typeface="Arial" panose="020B0604020202020204" pitchFamily="34" charset="0"/>
                <a:cs typeface="Arial" panose="020B0604020202020204" pitchFamily="34" charset="0"/>
              </a:rPr>
              <a:t>of AI training use</a:t>
            </a:r>
          </a:p>
        </p:txBody>
      </p:sp>
      <p:sp>
        <p:nvSpPr>
          <p:cNvPr id="10" name="Subtitle 9">
            <a:extLst>
              <a:ext uri="{FF2B5EF4-FFF2-40B4-BE49-F238E27FC236}">
                <a16:creationId xmlns:a16="http://schemas.microsoft.com/office/drawing/2014/main" id="{36EF9A9A-4641-F210-C455-FB8057280423}"/>
              </a:ex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13" name="Text Placeholder 12">
            <a:extLst>
              <a:ext uri="{FF2B5EF4-FFF2-40B4-BE49-F238E27FC236}">
                <a16:creationId xmlns:a16="http://schemas.microsoft.com/office/drawing/2014/main" id="{13AF97BC-61C0-8129-4169-8E24885DA750}"/>
              </a:ext>
            </a:extLst>
          </p:cNvPr>
          <p:cNvSpPr>
            <a:spLocks noGrp="1"/>
          </p:cNvSpPr>
          <p:nvPr>
            <p:ph type="body" sz="quarter" idx="14"/>
          </p:nvPr>
        </p:nvSpPr>
        <p:spPr>
          <a:xfrm>
            <a:off x="531091" y="1272650"/>
            <a:ext cx="8029980" cy="5222577"/>
          </a:xfrm>
        </p:spPr>
        <p:txBody>
          <a:bodyPr/>
          <a:lstStyle/>
          <a:p>
            <a:pPr marL="0" indent="0">
              <a:lnSpc>
                <a:spcPct val="120000"/>
              </a:lnSpc>
              <a:buNone/>
            </a:pPr>
            <a:r>
              <a:rPr lang="en-US" sz="2400" b="0" i="0" dirty="0">
                <a:solidFill>
                  <a:schemeClr val="bg1"/>
                </a:solidFill>
                <a:effectLst/>
                <a:latin typeface="Arial" panose="020B0604020202020204" pitchFamily="34" charset="0"/>
                <a:cs typeface="Arial" panose="020B0604020202020204" pitchFamily="34" charset="0"/>
              </a:rPr>
              <a:t>You must inform individuals if their personal data is going to be used to train an AI system</a:t>
            </a:r>
          </a:p>
          <a:p>
            <a:pPr>
              <a:lnSpc>
                <a:spcPct val="120000"/>
              </a:lnSpc>
              <a:buFontTx/>
              <a:buChar char="-"/>
            </a:pPr>
            <a:r>
              <a:rPr lang="en-US" sz="2400" dirty="0">
                <a:solidFill>
                  <a:schemeClr val="bg1"/>
                </a:solidFill>
                <a:latin typeface="Arial" panose="020B0604020202020204" pitchFamily="34" charset="0"/>
                <a:cs typeface="Arial" panose="020B0604020202020204" pitchFamily="34" charset="0"/>
              </a:rPr>
              <a:t>Including if data was originally obtained for another use</a:t>
            </a:r>
          </a:p>
          <a:p>
            <a:pPr marL="0" indent="0">
              <a:lnSpc>
                <a:spcPct val="120000"/>
              </a:lnSpc>
              <a:buNone/>
            </a:pPr>
            <a:r>
              <a:rPr lang="en-US" sz="2400" b="0" i="0" dirty="0">
                <a:solidFill>
                  <a:schemeClr val="bg1"/>
                </a:solidFill>
                <a:effectLst/>
                <a:latin typeface="Arial" panose="020B0604020202020204" pitchFamily="34" charset="0"/>
                <a:cs typeface="Arial" panose="020B0604020202020204" pitchFamily="34" charset="0"/>
              </a:rPr>
              <a:t>- if data not obtained directly, inform within a month</a:t>
            </a:r>
          </a:p>
          <a:p>
            <a:pPr marL="0" indent="0">
              <a:lnSpc>
                <a:spcPct val="120000"/>
              </a:lnSpc>
              <a:buNone/>
            </a:pPr>
            <a:endParaRPr lang="en-US" sz="2400" b="0" i="0" dirty="0">
              <a:solidFill>
                <a:schemeClr val="bg1"/>
              </a:solidFill>
              <a:effectLst/>
              <a:latin typeface="Arial" panose="020B0604020202020204" pitchFamily="34" charset="0"/>
              <a:cs typeface="Arial" panose="020B0604020202020204" pitchFamily="34" charset="0"/>
            </a:endParaRPr>
          </a:p>
          <a:p>
            <a:pPr marL="0" indent="0">
              <a:lnSpc>
                <a:spcPct val="120000"/>
              </a:lnSpc>
              <a:buNone/>
            </a:pPr>
            <a:r>
              <a:rPr lang="en-US" sz="2400" dirty="0">
                <a:solidFill>
                  <a:schemeClr val="bg1"/>
                </a:solidFill>
                <a:latin typeface="Arial" panose="020B0604020202020204" pitchFamily="34" charset="0"/>
              </a:rPr>
              <a:t>If disproportionately difficult to communicate directly, take appropriate measures: “For example, you could provide public information explaining </a:t>
            </a:r>
            <a:r>
              <a:rPr lang="en-US" sz="2400" b="1" dirty="0">
                <a:solidFill>
                  <a:schemeClr val="accent4">
                    <a:lumMod val="40000"/>
                    <a:lumOff val="60000"/>
                  </a:schemeClr>
                </a:solidFill>
                <a:latin typeface="Arial" panose="020B0604020202020204" pitchFamily="34" charset="0"/>
              </a:rPr>
              <a:t>where you obtained the data from that you use to train your AI system, and how to object</a:t>
            </a:r>
            <a:r>
              <a:rPr lang="en-US" sz="2400" dirty="0">
                <a:solidFill>
                  <a:schemeClr val="bg1"/>
                </a:solidFill>
                <a:latin typeface="Arial" panose="020B0604020202020204" pitchFamily="34" charset="0"/>
              </a:rPr>
              <a:t>”. </a:t>
            </a:r>
          </a:p>
          <a:p>
            <a:pPr marL="0" indent="0">
              <a:lnSpc>
                <a:spcPct val="120000"/>
              </a:lnSpc>
              <a:buNone/>
            </a:pPr>
            <a:r>
              <a:rPr lang="en-US" sz="2400" dirty="0">
                <a:solidFill>
                  <a:schemeClr val="bg1"/>
                </a:solidFill>
                <a:latin typeface="Arial" panose="020B0604020202020204" pitchFamily="34" charset="0"/>
              </a:rPr>
              <a:t>						- ICO, “How do we ensure individual 							rights in our AI systems?” </a:t>
            </a:r>
          </a:p>
          <a:p>
            <a:pPr marL="0" indent="0">
              <a:lnSpc>
                <a:spcPct val="100000"/>
              </a:lnSpc>
              <a:buNone/>
            </a:pPr>
            <a:endParaRPr lang="en-US" sz="24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233074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a:extLst>
            <a:ext uri="{FF2B5EF4-FFF2-40B4-BE49-F238E27FC236}">
              <a16:creationId xmlns:a16="http://schemas.microsoft.com/office/drawing/2014/main" id="{603713B2-3B2C-76EE-B9E1-0F04A900ADB2}"/>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07ABAE9-372B-9100-B46F-751A213D5021}"/>
              </a:ext>
            </a:extLst>
          </p:cNvPr>
          <p:cNvSpPr>
            <a:spLocks noGrp="1"/>
          </p:cNvSpPr>
          <p:nvPr>
            <p:ph type="title"/>
          </p:nvPr>
        </p:nvSpPr>
        <p:spPr>
          <a:xfrm>
            <a:off x="331470" y="360198"/>
            <a:ext cx="8481060" cy="726730"/>
          </a:xfrm>
        </p:spPr>
        <p:txBody>
          <a:bodyPr/>
          <a:lstStyle/>
          <a:p>
            <a:r>
              <a:rPr lang="en-US" sz="3600" dirty="0">
                <a:latin typeface="Arial" panose="020B0604020202020204" pitchFamily="34" charset="0"/>
                <a:cs typeface="Arial" panose="020B0604020202020204" pitchFamily="34" charset="0"/>
              </a:rPr>
              <a:t>Right to be informed</a:t>
            </a:r>
            <a:endParaRPr lang="en-GB" sz="3600" dirty="0">
              <a:latin typeface="Arial" panose="020B0604020202020204" pitchFamily="34" charset="0"/>
              <a:cs typeface="Arial" panose="020B0604020202020204" pitchFamily="34" charset="0"/>
            </a:endParaRPr>
          </a:p>
        </p:txBody>
      </p:sp>
      <p:sp>
        <p:nvSpPr>
          <p:cNvPr id="10" name="Subtitle 9">
            <a:extLst>
              <a:ext uri="{FF2B5EF4-FFF2-40B4-BE49-F238E27FC236}">
                <a16:creationId xmlns:a16="http://schemas.microsoft.com/office/drawing/2014/main" id="{4210D49A-4623-E52C-1BB7-B366F5CEEDC2}"/>
              </a:ex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13" name="Text Placeholder 12">
            <a:extLst>
              <a:ext uri="{FF2B5EF4-FFF2-40B4-BE49-F238E27FC236}">
                <a16:creationId xmlns:a16="http://schemas.microsoft.com/office/drawing/2014/main" id="{B768AB35-A5B1-C86E-C35D-0A03BF9CCFDE}"/>
              </a:ext>
            </a:extLst>
          </p:cNvPr>
          <p:cNvSpPr>
            <a:spLocks noGrp="1"/>
          </p:cNvSpPr>
          <p:nvPr>
            <p:ph type="body" sz="quarter" idx="14"/>
          </p:nvPr>
        </p:nvSpPr>
        <p:spPr>
          <a:xfrm>
            <a:off x="431279" y="1280968"/>
            <a:ext cx="8608217" cy="5019067"/>
          </a:xfrm>
        </p:spPr>
        <p:txBody>
          <a:bodyPr/>
          <a:lstStyle/>
          <a:p>
            <a:pPr marL="0" indent="0">
              <a:lnSpc>
                <a:spcPct val="120000"/>
              </a:lnSpc>
              <a:buNone/>
            </a:pPr>
            <a:r>
              <a:rPr lang="en-US" sz="2400" dirty="0">
                <a:solidFill>
                  <a:schemeClr val="bg1"/>
                </a:solidFill>
                <a:latin typeface="Arial" panose="020B0604020202020204" pitchFamily="34" charset="0"/>
                <a:cs typeface="Arial" panose="020B0604020202020204" pitchFamily="34" charset="0"/>
              </a:rPr>
              <a:t>Lapine (digital artist) found medical photos of herself in the LAION image database</a:t>
            </a:r>
          </a:p>
          <a:p>
            <a:pPr marL="0" indent="0">
              <a:lnSpc>
                <a:spcPct val="120000"/>
              </a:lnSpc>
              <a:buNone/>
            </a:pPr>
            <a:r>
              <a:rPr lang="en-US" sz="2400" dirty="0">
                <a:solidFill>
                  <a:schemeClr val="bg1"/>
                </a:solidFill>
                <a:latin typeface="Arial" panose="020B0604020202020204" pitchFamily="34" charset="0"/>
                <a:cs typeface="Arial" panose="020B0604020202020204" pitchFamily="34" charset="0"/>
              </a:rPr>
              <a:t>“It’s bad enough to have a photo leaked, but now it’s part of a product”</a:t>
            </a:r>
          </a:p>
          <a:p>
            <a:pPr marL="0" indent="0">
              <a:lnSpc>
                <a:spcPct val="120000"/>
              </a:lnSpc>
              <a:buNone/>
            </a:pPr>
            <a:r>
              <a:rPr lang="en-US" sz="2400" dirty="0">
                <a:solidFill>
                  <a:schemeClr val="bg1"/>
                </a:solidFill>
                <a:latin typeface="Arial" panose="020B0604020202020204" pitchFamily="34" charset="0"/>
                <a:cs typeface="Arial" panose="020B0604020202020204" pitchFamily="34" charset="0"/>
              </a:rPr>
              <a:t>	- Ars Technica, 21 Sept 2022</a:t>
            </a:r>
          </a:p>
          <a:p>
            <a:pPr marL="0" indent="0">
              <a:lnSpc>
                <a:spcPct val="120000"/>
              </a:lnSpc>
              <a:buNone/>
            </a:pPr>
            <a:endParaRPr lang="en-US" sz="2400" dirty="0">
              <a:solidFill>
                <a:schemeClr val="bg1"/>
              </a:solidFill>
              <a:latin typeface="Arial" panose="020B0604020202020204" pitchFamily="34" charset="0"/>
              <a:cs typeface="Arial" panose="020B0604020202020204" pitchFamily="34" charset="0"/>
            </a:endParaRPr>
          </a:p>
          <a:p>
            <a:pPr marL="0" indent="0">
              <a:lnSpc>
                <a:spcPct val="120000"/>
              </a:lnSpc>
              <a:buNone/>
            </a:pPr>
            <a:r>
              <a:rPr lang="en-US" sz="2400" dirty="0">
                <a:solidFill>
                  <a:schemeClr val="bg1"/>
                </a:solidFill>
                <a:latin typeface="Arial" panose="020B0604020202020204" pitchFamily="34" charset="0"/>
                <a:cs typeface="Arial" panose="020B0604020202020204" pitchFamily="34" charset="0"/>
              </a:rPr>
              <a:t>Spawning.ai browser extension: </a:t>
            </a:r>
          </a:p>
          <a:p>
            <a:pPr marL="0" indent="0">
              <a:lnSpc>
                <a:spcPct val="120000"/>
              </a:lnSpc>
              <a:buNone/>
            </a:pPr>
            <a:r>
              <a:rPr lang="en-US" sz="2400" dirty="0">
                <a:solidFill>
                  <a:schemeClr val="bg1"/>
                </a:solidFill>
                <a:latin typeface="Arial" panose="020B0604020202020204" pitchFamily="34" charset="0"/>
                <a:cs typeface="Arial" panose="020B0604020202020204" pitchFamily="34" charset="0"/>
              </a:rPr>
              <a:t>- Has data on this web page been used in public training sets?</a:t>
            </a:r>
          </a:p>
          <a:p>
            <a:pPr marL="0" indent="0">
              <a:lnSpc>
                <a:spcPct val="120000"/>
              </a:lnSpc>
              <a:buNone/>
            </a:pPr>
            <a:r>
              <a:rPr lang="en-US" sz="2400" dirty="0">
                <a:solidFill>
                  <a:schemeClr val="bg1"/>
                </a:solidFill>
                <a:latin typeface="Arial" panose="020B0604020202020204" pitchFamily="34" charset="0"/>
                <a:cs typeface="Arial" panose="020B0604020202020204" pitchFamily="34" charset="0"/>
              </a:rPr>
              <a:t>- opt out of future AI training use</a:t>
            </a:r>
          </a:p>
          <a:p>
            <a:pPr>
              <a:lnSpc>
                <a:spcPct val="120000"/>
              </a:lnSpc>
              <a:buFontTx/>
              <a:buChar char="-"/>
            </a:pPr>
            <a:r>
              <a:rPr lang="en-US" sz="2400" dirty="0">
                <a:solidFill>
                  <a:schemeClr val="bg1"/>
                </a:solidFill>
                <a:latin typeface="Arial" panose="020B0604020202020204" pitchFamily="34" charset="0"/>
                <a:cs typeface="Arial" panose="020B0604020202020204" pitchFamily="34" charset="0"/>
              </a:rPr>
              <a:t>opt-out respected by Stability AI and </a:t>
            </a:r>
            <a:r>
              <a:rPr lang="en-US" sz="2400" dirty="0" err="1">
                <a:solidFill>
                  <a:schemeClr val="bg1"/>
                </a:solidFill>
                <a:latin typeface="Arial" panose="020B0604020202020204" pitchFamily="34" charset="0"/>
                <a:cs typeface="Arial" panose="020B0604020202020204" pitchFamily="34" charset="0"/>
              </a:rPr>
              <a:t>HuggingFace</a:t>
            </a:r>
            <a:endParaRPr lang="en-US" sz="2400" dirty="0">
              <a:solidFill>
                <a:schemeClr val="bg1"/>
              </a:solidFill>
              <a:latin typeface="Arial" panose="020B0604020202020204" pitchFamily="34" charset="0"/>
              <a:cs typeface="Arial" panose="020B0604020202020204" pitchFamily="34" charset="0"/>
            </a:endParaRPr>
          </a:p>
          <a:p>
            <a:pPr marL="0" indent="0">
              <a:lnSpc>
                <a:spcPct val="120000"/>
              </a:lnSpc>
              <a:buNone/>
            </a:pPr>
            <a:endParaRPr lang="en-US" sz="2400" dirty="0">
              <a:solidFill>
                <a:schemeClr val="bg1"/>
              </a:solidFill>
              <a:latin typeface="Arial" panose="020B0604020202020204" pitchFamily="34" charset="0"/>
              <a:cs typeface="Arial" panose="020B0604020202020204" pitchFamily="34" charset="0"/>
            </a:endParaRPr>
          </a:p>
          <a:p>
            <a:pPr marL="0" indent="0">
              <a:lnSpc>
                <a:spcPct val="120000"/>
              </a:lnSpc>
              <a:buNone/>
            </a:pPr>
            <a:r>
              <a:rPr lang="en-US" sz="2400" dirty="0">
                <a:solidFill>
                  <a:schemeClr val="bg1"/>
                </a:solidFill>
                <a:latin typeface="Arial" panose="020B0604020202020204" pitchFamily="34" charset="0"/>
                <a:cs typeface="Arial" panose="020B0604020202020204" pitchFamily="34" charset="0"/>
              </a:rPr>
              <a:t>Research on “machine unlearning”, </a:t>
            </a:r>
            <a:r>
              <a:rPr lang="en-US" sz="2400" dirty="0" err="1">
                <a:solidFill>
                  <a:schemeClr val="bg1"/>
                </a:solidFill>
                <a:latin typeface="Arial" panose="020B0604020202020204" pitchFamily="34" charset="0"/>
                <a:cs typeface="Arial" panose="020B0604020202020204" pitchFamily="34" charset="0"/>
              </a:rPr>
              <a:t>Bourtoule</a:t>
            </a:r>
            <a:r>
              <a:rPr lang="en-US" sz="2400" dirty="0">
                <a:solidFill>
                  <a:schemeClr val="bg1"/>
                </a:solidFill>
                <a:latin typeface="Arial" panose="020B0604020202020204" pitchFamily="34" charset="0"/>
                <a:cs typeface="Arial" panose="020B0604020202020204" pitchFamily="34" charset="0"/>
              </a:rPr>
              <a:t> et al.</a:t>
            </a:r>
            <a:endParaRPr lang="en-GB" sz="24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64222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6">
            <a:lumMod val="75000"/>
          </a:schemeClr>
        </a:solidFill>
        <a:effectLst/>
      </p:bgPr>
    </p:bg>
    <p:spTree>
      <p:nvGrpSpPr>
        <p:cNvPr id="1" name=""/>
        <p:cNvGrpSpPr/>
        <p:nvPr/>
      </p:nvGrpSpPr>
      <p:grpSpPr>
        <a:xfrm>
          <a:off x="0" y="0"/>
          <a:ext cx="0" cy="0"/>
          <a:chOff x="0" y="0"/>
          <a:chExt cx="0" cy="0"/>
        </a:xfrm>
      </p:grpSpPr>
      <p:sp>
        <p:nvSpPr>
          <p:cNvPr id="10" name="Subtitle 9">
            <a:extLs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7" name="Title 6">
            <a:extLst>
              <a:ext uri="{FF2B5EF4-FFF2-40B4-BE49-F238E27FC236}">
                <a16:creationId xmlns:a16="http://schemas.microsoft.com/office/drawing/2014/main" id="{98CBE00A-5B3C-456E-9488-2A34C0878F9E}"/>
              </a:ext>
            </a:extLst>
          </p:cNvPr>
          <p:cNvSpPr>
            <a:spLocks noGrp="1"/>
          </p:cNvSpPr>
          <p:nvPr>
            <p:ph type="title"/>
          </p:nvPr>
        </p:nvSpPr>
        <p:spPr/>
        <p:txBody>
          <a:bodyPr/>
          <a:lstStyle/>
          <a:p>
            <a:r>
              <a:rPr lang="en-GB" sz="3600" dirty="0">
                <a:latin typeface="Arial" panose="020B0604020202020204" pitchFamily="34" charset="0"/>
                <a:cs typeface="Arial" panose="020B0604020202020204" pitchFamily="34" charset="0"/>
              </a:rPr>
              <a:t>Technology is not neutral</a:t>
            </a:r>
          </a:p>
        </p:txBody>
      </p:sp>
      <p:sp>
        <p:nvSpPr>
          <p:cNvPr id="13" name="Text Placeholder 12">
            <a:extLst>
              <a:ext uri="{FF2B5EF4-FFF2-40B4-BE49-F238E27FC236}">
                <a16:creationId xmlns:a16="http://schemas.microsoft.com/office/drawing/2014/main" id="{9731E58D-2B0D-44C2-985F-3AE02C2A86FD}"/>
              </a:ext>
            </a:extLst>
          </p:cNvPr>
          <p:cNvSpPr>
            <a:spLocks noGrp="1"/>
          </p:cNvSpPr>
          <p:nvPr>
            <p:ph type="body" sz="quarter" idx="14"/>
          </p:nvPr>
        </p:nvSpPr>
        <p:spPr>
          <a:xfrm>
            <a:off x="531091" y="1272650"/>
            <a:ext cx="8229600" cy="5222577"/>
          </a:xfrm>
        </p:spPr>
        <p:txBody>
          <a:bodyPr/>
          <a:lstStyle/>
          <a:p>
            <a:pPr marL="0" indent="0">
              <a:lnSpc>
                <a:spcPct val="120000"/>
              </a:lnSpc>
              <a:buNone/>
            </a:pPr>
            <a:r>
              <a:rPr lang="en-GB" sz="3200" dirty="0">
                <a:solidFill>
                  <a:schemeClr val="bg1"/>
                </a:solidFill>
                <a:latin typeface="Arial" panose="020B0604020202020204" pitchFamily="34" charset="0"/>
                <a:cs typeface="Arial" panose="020B0604020202020204" pitchFamily="34" charset="0"/>
              </a:rPr>
              <a:t>“Technology is neither good nor bad; </a:t>
            </a:r>
          </a:p>
          <a:p>
            <a:pPr marL="0" indent="0">
              <a:lnSpc>
                <a:spcPct val="120000"/>
              </a:lnSpc>
              <a:buNone/>
            </a:pPr>
            <a:r>
              <a:rPr lang="en-GB" sz="3200" b="1" dirty="0">
                <a:solidFill>
                  <a:schemeClr val="accent3">
                    <a:lumMod val="40000"/>
                    <a:lumOff val="60000"/>
                  </a:schemeClr>
                </a:solidFill>
                <a:latin typeface="Arial" panose="020B0604020202020204" pitchFamily="34" charset="0"/>
                <a:cs typeface="Arial" panose="020B0604020202020204" pitchFamily="34" charset="0"/>
              </a:rPr>
              <a:t>nor is it neutral</a:t>
            </a:r>
            <a:r>
              <a:rPr lang="en-GB" sz="3200" dirty="0">
                <a:solidFill>
                  <a:schemeClr val="bg1"/>
                </a:solidFill>
                <a:latin typeface="Arial" panose="020B0604020202020204" pitchFamily="34" charset="0"/>
                <a:cs typeface="Arial" panose="020B0604020202020204" pitchFamily="34" charset="0"/>
              </a:rPr>
              <a:t>” </a:t>
            </a:r>
          </a:p>
          <a:p>
            <a:pPr marL="0" indent="0">
              <a:lnSpc>
                <a:spcPct val="120000"/>
              </a:lnSpc>
              <a:buNone/>
            </a:pPr>
            <a:r>
              <a:rPr lang="en-GB" sz="2800" dirty="0">
                <a:solidFill>
                  <a:schemeClr val="bg1"/>
                </a:solidFill>
                <a:latin typeface="Arial" panose="020B0604020202020204" pitchFamily="34" charset="0"/>
                <a:cs typeface="Arial" panose="020B0604020202020204" pitchFamily="34" charset="0"/>
              </a:rPr>
              <a:t>	- </a:t>
            </a:r>
            <a:r>
              <a:rPr lang="en-GB" sz="2400" dirty="0">
                <a:solidFill>
                  <a:schemeClr val="bg1"/>
                </a:solidFill>
                <a:latin typeface="Arial" panose="020B0604020202020204" pitchFamily="34" charset="0"/>
                <a:cs typeface="Arial" panose="020B0604020202020204" pitchFamily="34" charset="0"/>
              </a:rPr>
              <a:t>Melvin </a:t>
            </a:r>
            <a:r>
              <a:rPr lang="en-GB" sz="2400" dirty="0" err="1">
                <a:solidFill>
                  <a:schemeClr val="bg1"/>
                </a:solidFill>
                <a:latin typeface="Arial" panose="020B0604020202020204" pitchFamily="34" charset="0"/>
                <a:cs typeface="Arial" panose="020B0604020202020204" pitchFamily="34" charset="0"/>
              </a:rPr>
              <a:t>Kranzberg’s</a:t>
            </a:r>
            <a:r>
              <a:rPr lang="en-GB" sz="2400" dirty="0">
                <a:solidFill>
                  <a:schemeClr val="bg1"/>
                </a:solidFill>
                <a:latin typeface="Arial" panose="020B0604020202020204" pitchFamily="34" charset="0"/>
                <a:cs typeface="Arial" panose="020B0604020202020204" pitchFamily="34" charset="0"/>
              </a:rPr>
              <a:t> first law of technology</a:t>
            </a:r>
          </a:p>
          <a:p>
            <a:pPr marL="0" indent="0">
              <a:lnSpc>
                <a:spcPct val="12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20000"/>
              </a:lnSpc>
              <a:buNone/>
            </a:pPr>
            <a:r>
              <a:rPr lang="en-GB" sz="2800" dirty="0">
                <a:solidFill>
                  <a:schemeClr val="bg1"/>
                </a:solidFill>
                <a:latin typeface="Arial" panose="020B0604020202020204" pitchFamily="34" charset="0"/>
                <a:cs typeface="Arial" panose="020B0604020202020204" pitchFamily="34" charset="0"/>
              </a:rPr>
              <a:t>Particularly the case for AI </a:t>
            </a:r>
          </a:p>
          <a:p>
            <a:pPr marL="0" indent="0">
              <a:lnSpc>
                <a:spcPct val="12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20000"/>
              </a:lnSpc>
              <a:buNone/>
            </a:pPr>
            <a:r>
              <a:rPr lang="en-GB" sz="2800" dirty="0">
                <a:solidFill>
                  <a:schemeClr val="bg1"/>
                </a:solidFill>
                <a:latin typeface="Arial" panose="020B0604020202020204" pitchFamily="34" charset="0"/>
                <a:cs typeface="Arial" panose="020B0604020202020204" pitchFamily="34" charset="0"/>
              </a:rPr>
              <a:t>Consider product/service design, defaults, marketing, processes </a:t>
            </a:r>
          </a:p>
          <a:p>
            <a:pPr marL="0" indent="0">
              <a:lnSpc>
                <a:spcPct val="120000"/>
              </a:lnSpc>
              <a:buNone/>
            </a:pPr>
            <a:r>
              <a:rPr lang="en-GB" sz="2800" dirty="0">
                <a:solidFill>
                  <a:schemeClr val="bg1"/>
                </a:solidFill>
                <a:latin typeface="Arial" panose="020B0604020202020204" pitchFamily="34" charset="0"/>
                <a:cs typeface="Arial" panose="020B0604020202020204" pitchFamily="34" charset="0"/>
              </a:rPr>
              <a:t>that will make good uses more likely</a:t>
            </a: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r>
              <a:rPr lang="en-GB" sz="2400" dirty="0">
                <a:solidFill>
                  <a:schemeClr val="bg1"/>
                </a:solidFill>
                <a:latin typeface="Arial" panose="020B0604020202020204" pitchFamily="34" charset="0"/>
                <a:cs typeface="Arial" panose="020B0604020202020204" pitchFamily="34" charset="0"/>
              </a:rPr>
              <a:t>(In some cases, may decide not to make the product at all)</a:t>
            </a:r>
          </a:p>
        </p:txBody>
      </p:sp>
    </p:spTree>
    <p:extLst>
      <p:ext uri="{BB962C8B-B14F-4D97-AF65-F5344CB8AC3E}">
        <p14:creationId xmlns:p14="http://schemas.microsoft.com/office/powerpoint/2010/main" val="1972317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a:extLst>
            <a:ext uri="{FF2B5EF4-FFF2-40B4-BE49-F238E27FC236}">
              <a16:creationId xmlns:a16="http://schemas.microsoft.com/office/drawing/2014/main" id="{124C6467-4F74-FBBC-4C3F-FD1CB3B4731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018BFF0-85DE-F682-94EF-1EAA7DEDD45C}"/>
              </a:ext>
            </a:extLst>
          </p:cNvPr>
          <p:cNvSpPr>
            <a:spLocks noGrp="1"/>
          </p:cNvSpPr>
          <p:nvPr>
            <p:ph type="title"/>
          </p:nvPr>
        </p:nvSpPr>
        <p:spPr>
          <a:xfrm>
            <a:off x="331470" y="360198"/>
            <a:ext cx="8705652" cy="523220"/>
          </a:xfrm>
        </p:spPr>
        <p:txBody>
          <a:bodyPr/>
          <a:lstStyle/>
          <a:p>
            <a:r>
              <a:rPr lang="en-GB" sz="3600" dirty="0">
                <a:latin typeface="Arial" panose="020B0604020202020204" pitchFamily="34" charset="0"/>
                <a:cs typeface="Arial" panose="020B0604020202020204" pitchFamily="34" charset="0"/>
              </a:rPr>
              <a:t>“AI Mobile Device” TS47 CR1001 </a:t>
            </a:r>
            <a:br>
              <a:rPr lang="en-GB" sz="3600" dirty="0">
                <a:latin typeface="Arial" panose="020B0604020202020204" pitchFamily="34" charset="0"/>
                <a:cs typeface="Arial" panose="020B0604020202020204" pitchFamily="34" charset="0"/>
              </a:rPr>
            </a:br>
            <a:br>
              <a:rPr lang="en-GB" sz="3600" dirty="0">
                <a:latin typeface="Arial" panose="020B0604020202020204" pitchFamily="34" charset="0"/>
                <a:cs typeface="Arial" panose="020B0604020202020204" pitchFamily="34" charset="0"/>
              </a:rPr>
            </a:br>
            <a:br>
              <a:rPr lang="en-GB" sz="3600" dirty="0">
                <a:latin typeface="Arial" panose="020B0604020202020204" pitchFamily="34" charset="0"/>
                <a:cs typeface="Arial" panose="020B0604020202020204" pitchFamily="34" charset="0"/>
              </a:rPr>
            </a:br>
            <a:endParaRPr lang="en-GB" sz="3600" dirty="0">
              <a:latin typeface="Arial" panose="020B0604020202020204" pitchFamily="34" charset="0"/>
              <a:cs typeface="Arial" panose="020B0604020202020204" pitchFamily="34" charset="0"/>
            </a:endParaRPr>
          </a:p>
        </p:txBody>
      </p:sp>
      <p:sp>
        <p:nvSpPr>
          <p:cNvPr id="13" name="Text Placeholder 12">
            <a:extLst>
              <a:ext uri="{FF2B5EF4-FFF2-40B4-BE49-F238E27FC236}">
                <a16:creationId xmlns:a16="http://schemas.microsoft.com/office/drawing/2014/main" id="{86CE82A3-F690-70D6-3A06-A4BA68D3E82C}"/>
              </a:ext>
            </a:extLst>
          </p:cNvPr>
          <p:cNvSpPr>
            <a:spLocks noGrp="1"/>
          </p:cNvSpPr>
          <p:nvPr>
            <p:ph type="body" sz="quarter" idx="14"/>
          </p:nvPr>
        </p:nvSpPr>
        <p:spPr>
          <a:xfrm>
            <a:off x="431280" y="885993"/>
            <a:ext cx="8029980" cy="5222577"/>
          </a:xfrm>
        </p:spPr>
        <p:txBody>
          <a:bodyPr/>
          <a:lstStyle/>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20000"/>
              </a:lnSpc>
              <a:buNone/>
            </a:pPr>
            <a:r>
              <a:rPr lang="en-GB" sz="2400" dirty="0">
                <a:solidFill>
                  <a:schemeClr val="bg1"/>
                </a:solidFill>
                <a:latin typeface="Arial" panose="020B0604020202020204" pitchFamily="34" charset="0"/>
                <a:cs typeface="Arial" panose="020B0604020202020204" pitchFamily="34" charset="0"/>
              </a:rPr>
              <a:t>SHOULD support: </a:t>
            </a:r>
          </a:p>
          <a:p>
            <a:pPr>
              <a:lnSpc>
                <a:spcPct val="120000"/>
              </a:lnSpc>
              <a:buFontTx/>
              <a:buChar char="-"/>
            </a:pPr>
            <a:r>
              <a:rPr lang="en-GB" sz="2400" dirty="0">
                <a:solidFill>
                  <a:schemeClr val="bg1"/>
                </a:solidFill>
                <a:latin typeface="Arial" panose="020B0604020202020204" pitchFamily="34" charset="0"/>
                <a:cs typeface="Arial" panose="020B0604020202020204" pitchFamily="34" charset="0"/>
              </a:rPr>
              <a:t>2D face recognition, 3D face recognition, &amp; fingerprint recognition (for unlocking, login, payment authorization)</a:t>
            </a:r>
          </a:p>
          <a:p>
            <a:pPr>
              <a:lnSpc>
                <a:spcPct val="120000"/>
              </a:lnSpc>
              <a:buFontTx/>
              <a:buChar char="-"/>
            </a:pPr>
            <a:r>
              <a:rPr lang="en-GB" sz="2400" dirty="0">
                <a:latin typeface="Arial" panose="020B0604020202020204" pitchFamily="34" charset="0"/>
                <a:cs typeface="Arial" panose="020B0604020202020204" pitchFamily="34" charset="0"/>
              </a:rPr>
              <a:t>optical character recognition</a:t>
            </a:r>
          </a:p>
          <a:p>
            <a:pPr>
              <a:lnSpc>
                <a:spcPct val="120000"/>
              </a:lnSpc>
              <a:buFontTx/>
              <a:buChar char="-"/>
            </a:pPr>
            <a:r>
              <a:rPr lang="en-GB" sz="2400" dirty="0">
                <a:latin typeface="Arial" panose="020B0604020202020204" pitchFamily="34" charset="0"/>
                <a:cs typeface="Arial" panose="020B0604020202020204" pitchFamily="34" charset="0"/>
              </a:rPr>
              <a:t>human body pose recognition &amp; skeleton tracking</a:t>
            </a:r>
          </a:p>
          <a:p>
            <a:pPr>
              <a:lnSpc>
                <a:spcPct val="120000"/>
              </a:lnSpc>
              <a:buFontTx/>
              <a:buChar char="-"/>
            </a:pPr>
            <a:r>
              <a:rPr lang="en-GB" sz="2400" dirty="0">
                <a:latin typeface="Arial" panose="020B0604020202020204" pitchFamily="34" charset="0"/>
                <a:cs typeface="Arial" panose="020B0604020202020204" pitchFamily="34" charset="0"/>
              </a:rPr>
              <a:t>personalized face beautification based on gender, age, and skin tone - including for multiple people in a single photo</a:t>
            </a:r>
          </a:p>
          <a:p>
            <a:pPr marL="0" indent="0">
              <a:lnSpc>
                <a:spcPct val="120000"/>
              </a:lnSpc>
              <a:buNone/>
            </a:pPr>
            <a:endParaRPr lang="en-GB" sz="2400" dirty="0">
              <a:latin typeface="Arial" panose="020B0604020202020204" pitchFamily="34" charset="0"/>
              <a:cs typeface="Arial" panose="020B0604020202020204" pitchFamily="34" charset="0"/>
            </a:endParaRPr>
          </a:p>
          <a:p>
            <a:pPr marL="0" indent="0">
              <a:lnSpc>
                <a:spcPct val="100000"/>
              </a:lnSpc>
              <a:buNone/>
            </a:pPr>
            <a:r>
              <a:rPr lang="en-GB" sz="2400" dirty="0">
                <a:latin typeface="Arial" panose="020B0604020202020204" pitchFamily="34" charset="0"/>
                <a:cs typeface="Arial" panose="020B0604020202020204" pitchFamily="34" charset="0"/>
              </a:rPr>
              <a:t>GSM international standard TS47 CR1001, 2023</a:t>
            </a:r>
          </a:p>
          <a:p>
            <a:pPr marL="0" indent="0">
              <a:lnSpc>
                <a:spcPct val="100000"/>
              </a:lnSpc>
              <a:buNone/>
            </a:pPr>
            <a:endParaRPr lang="en-GB" sz="2400" dirty="0">
              <a:latin typeface="Arial" panose="020B0604020202020204" pitchFamily="34" charset="0"/>
              <a:cs typeface="Arial" panose="020B0604020202020204" pitchFamily="34" charset="0"/>
            </a:endParaRPr>
          </a:p>
        </p:txBody>
      </p:sp>
      <p:sp>
        <p:nvSpPr>
          <p:cNvPr id="4" name="Subtitle 3">
            <a:extLst>
              <a:ext uri="{FF2B5EF4-FFF2-40B4-BE49-F238E27FC236}">
                <a16:creationId xmlns:a16="http://schemas.microsoft.com/office/drawing/2014/main" id="{F17BECB7-7CE6-156E-CCAF-290BC115CD67}"/>
              </a:ext>
              <a:ext uri="{C183D7F6-B498-43B3-948B-1728B52AA6E4}">
                <adec:decorative xmlns:adec="http://schemas.microsoft.com/office/drawing/2017/decorative" val="1"/>
              </a:ext>
            </a:extLst>
          </p:cNvPr>
          <p:cNvSpPr>
            <a:spLocks noGrp="1"/>
          </p:cNvSpPr>
          <p:nvPr>
            <p:ph type="subTitle" idx="1"/>
          </p:nvPr>
        </p:nvSpPr>
        <p:spPr/>
        <p:txBody>
          <a:bodyPr/>
          <a:lstStyle/>
          <a:p>
            <a:r>
              <a:rPr lang="en-US" dirty="0"/>
              <a:t> </a:t>
            </a:r>
            <a:endParaRPr lang="en-GB" dirty="0"/>
          </a:p>
        </p:txBody>
      </p:sp>
    </p:spTree>
    <p:extLst>
      <p:ext uri="{BB962C8B-B14F-4D97-AF65-F5344CB8AC3E}">
        <p14:creationId xmlns:p14="http://schemas.microsoft.com/office/powerpoint/2010/main" val="32266040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8CBE00A-5B3C-456E-9488-2A34C0878F9E}"/>
              </a:ext>
            </a:extLst>
          </p:cNvPr>
          <p:cNvSpPr>
            <a:spLocks noGrp="1"/>
          </p:cNvSpPr>
          <p:nvPr>
            <p:ph type="title"/>
          </p:nvPr>
        </p:nvSpPr>
        <p:spPr/>
        <p:txBody>
          <a:bodyPr/>
          <a:lstStyle/>
          <a:p>
            <a:r>
              <a:rPr lang="en-GB" sz="3600" dirty="0">
                <a:latin typeface="Arial" panose="020B0604020202020204" pitchFamily="34" charset="0"/>
                <a:cs typeface="Arial" panose="020B0604020202020204" pitchFamily="34" charset="0"/>
              </a:rPr>
              <a:t>TS47 CR1001 privacy requirements</a:t>
            </a:r>
            <a:br>
              <a:rPr lang="en-GB" sz="3600" dirty="0">
                <a:latin typeface="Arial" panose="020B0604020202020204" pitchFamily="34" charset="0"/>
                <a:cs typeface="Arial" panose="020B0604020202020204" pitchFamily="34" charset="0"/>
              </a:rPr>
            </a:br>
            <a:endParaRPr lang="en-GB" sz="3600" dirty="0">
              <a:latin typeface="Arial" panose="020B0604020202020204" pitchFamily="34" charset="0"/>
              <a:cs typeface="Arial" panose="020B0604020202020204" pitchFamily="34" charset="0"/>
            </a:endParaRPr>
          </a:p>
        </p:txBody>
      </p:sp>
      <p:sp>
        <p:nvSpPr>
          <p:cNvPr id="10" name="Subtitle 9">
            <a:extLs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13" name="Text Placeholder 12">
            <a:extLst>
              <a:ext uri="{FF2B5EF4-FFF2-40B4-BE49-F238E27FC236}">
                <a16:creationId xmlns:a16="http://schemas.microsoft.com/office/drawing/2014/main" id="{9731E58D-2B0D-44C2-985F-3AE02C2A86FD}"/>
              </a:ext>
            </a:extLst>
          </p:cNvPr>
          <p:cNvSpPr>
            <a:spLocks noGrp="1"/>
          </p:cNvSpPr>
          <p:nvPr>
            <p:ph type="body" sz="quarter" idx="14"/>
          </p:nvPr>
        </p:nvSpPr>
        <p:spPr>
          <a:xfrm>
            <a:off x="331470" y="1252132"/>
            <a:ext cx="8029980" cy="4516302"/>
          </a:xfrm>
        </p:spPr>
        <p:txBody>
          <a:bodyPr/>
          <a:lstStyle/>
          <a:p>
            <a:pPr marL="0" indent="0">
              <a:lnSpc>
                <a:spcPct val="120000"/>
              </a:lnSpc>
              <a:buNone/>
            </a:pPr>
            <a:r>
              <a:rPr lang="en-GB" sz="2400" dirty="0">
                <a:solidFill>
                  <a:schemeClr val="bg1"/>
                </a:solidFill>
                <a:latin typeface="Arial" panose="020B0604020202020204" pitchFamily="34" charset="0"/>
                <a:cs typeface="Arial" panose="020B0604020202020204" pitchFamily="34" charset="0"/>
              </a:rPr>
              <a:t>Privacy law in country where sold must be complied with. </a:t>
            </a:r>
          </a:p>
          <a:p>
            <a:pPr marL="0" indent="0">
              <a:lnSpc>
                <a:spcPct val="120000"/>
              </a:lnSpc>
              <a:buNone/>
            </a:pPr>
            <a:endParaRPr lang="en-US" sz="2400" dirty="0">
              <a:solidFill>
                <a:schemeClr val="bg1"/>
              </a:solidFill>
              <a:latin typeface="Arial" panose="020B0604020202020204" pitchFamily="34" charset="0"/>
              <a:cs typeface="Arial" panose="020B0604020202020204" pitchFamily="34" charset="0"/>
            </a:endParaRPr>
          </a:p>
          <a:p>
            <a:pPr marL="0" indent="0">
              <a:lnSpc>
                <a:spcPct val="120000"/>
              </a:lnSpc>
              <a:buNone/>
            </a:pPr>
            <a:r>
              <a:rPr lang="en-US" sz="2400" dirty="0">
                <a:solidFill>
                  <a:schemeClr val="bg1"/>
                </a:solidFill>
                <a:latin typeface="Arial" panose="020B0604020202020204" pitchFamily="34" charset="0"/>
                <a:cs typeface="Arial" panose="020B0604020202020204" pitchFamily="34" charset="0"/>
              </a:rPr>
              <a:t>In addition:</a:t>
            </a:r>
          </a:p>
          <a:p>
            <a:pPr marL="0" indent="0">
              <a:lnSpc>
                <a:spcPct val="120000"/>
              </a:lnSpc>
              <a:buNone/>
            </a:pPr>
            <a:r>
              <a:rPr lang="en-US" sz="2400" dirty="0">
                <a:solidFill>
                  <a:schemeClr val="bg1"/>
                </a:solidFill>
                <a:latin typeface="Arial" panose="020B0604020202020204" pitchFamily="34" charset="0"/>
                <a:cs typeface="Arial" panose="020B0604020202020204" pitchFamily="34" charset="0"/>
              </a:rPr>
              <a:t>- </a:t>
            </a:r>
            <a:r>
              <a:rPr lang="en-GB" sz="2400" dirty="0">
                <a:latin typeface="Arial" panose="020B0604020202020204" pitchFamily="34" charset="0"/>
                <a:cs typeface="Arial" panose="020B0604020202020204" pitchFamily="34" charset="0"/>
              </a:rPr>
              <a:t>By default, only process personal data reasonably necessary for a specific purpose</a:t>
            </a:r>
            <a:endParaRPr lang="en-US" sz="2400" dirty="0">
              <a:solidFill>
                <a:schemeClr val="bg1"/>
              </a:solidFill>
              <a:latin typeface="Arial" panose="020B0604020202020204" pitchFamily="34" charset="0"/>
              <a:cs typeface="Arial" panose="020B0604020202020204" pitchFamily="34" charset="0"/>
            </a:endParaRPr>
          </a:p>
          <a:p>
            <a:pPr>
              <a:lnSpc>
                <a:spcPct val="120000"/>
              </a:lnSpc>
              <a:buFontTx/>
              <a:buChar char="-"/>
            </a:pPr>
            <a:r>
              <a:rPr lang="en-GB" sz="2400" dirty="0">
                <a:latin typeface="Arial" panose="020B0604020202020204" pitchFamily="34" charset="0"/>
                <a:cs typeface="Arial" panose="020B0604020202020204" pitchFamily="34" charset="0"/>
              </a:rPr>
              <a:t>Design AI apps so that data processor has responsibility for transparency to user on nature of data processed (e.g. biometrics, personal files)</a:t>
            </a:r>
          </a:p>
          <a:p>
            <a:pPr>
              <a:lnSpc>
                <a:spcPct val="120000"/>
              </a:lnSpc>
              <a:buFontTx/>
              <a:buChar char="-"/>
            </a:pPr>
            <a:r>
              <a:rPr lang="en-GB" sz="2400" dirty="0">
                <a:latin typeface="Arial" panose="020B0604020202020204" pitchFamily="34" charset="0"/>
                <a:cs typeface="Arial" panose="020B0604020202020204" pitchFamily="34" charset="0"/>
              </a:rPr>
              <a:t>User controls which AI applications are on (no dark patterns to influence this)</a:t>
            </a:r>
          </a:p>
          <a:p>
            <a:pPr marL="0" indent="0">
              <a:lnSpc>
                <a:spcPct val="100000"/>
              </a:lnSpc>
              <a:buNone/>
            </a:pPr>
            <a:endParaRPr lang="en-GB" sz="2400" dirty="0">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accent1">
                  <a:lumMod val="60000"/>
                  <a:lumOff val="4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63969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6">
            <a:lumMod val="40000"/>
            <a:lumOff val="60000"/>
          </a:schemeClr>
        </a:solidFill>
        <a:effectLst/>
      </p:bgPr>
    </p:bg>
    <p:spTree>
      <p:nvGrpSpPr>
        <p:cNvPr id="1" name="">
          <a:extLst>
            <a:ext uri="{FF2B5EF4-FFF2-40B4-BE49-F238E27FC236}">
              <a16:creationId xmlns:a16="http://schemas.microsoft.com/office/drawing/2014/main" id="{04E3496C-EE70-8BE9-D178-0890751E9602}"/>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8F22569-F9F8-213B-E362-FC58EB0C3424}"/>
              </a:ext>
            </a:extLst>
          </p:cNvPr>
          <p:cNvSpPr>
            <a:spLocks noGrp="1"/>
          </p:cNvSpPr>
          <p:nvPr>
            <p:ph type="title"/>
          </p:nvPr>
        </p:nvSpPr>
        <p:spPr/>
        <p:txBody>
          <a:bodyPr/>
          <a:lstStyle/>
          <a:p>
            <a:r>
              <a:rPr lang="en-GB" sz="3600" b="1" dirty="0">
                <a:solidFill>
                  <a:schemeClr val="tx1"/>
                </a:solidFill>
                <a:latin typeface="Arial" panose="020B0604020202020204" pitchFamily="34" charset="0"/>
                <a:cs typeface="Arial" panose="020B0604020202020204" pitchFamily="34" charset="0"/>
              </a:rPr>
              <a:t>Rogue AI Agents</a:t>
            </a:r>
          </a:p>
        </p:txBody>
      </p:sp>
      <p:sp>
        <p:nvSpPr>
          <p:cNvPr id="10" name="Subtitle 9">
            <a:extLst>
              <a:ext uri="{FF2B5EF4-FFF2-40B4-BE49-F238E27FC236}">
                <a16:creationId xmlns:a16="http://schemas.microsoft.com/office/drawing/2014/main" id="{883FDAD7-6E1F-0CD6-766B-9F5368427C82}"/>
              </a:ex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13" name="Text Placeholder 12">
            <a:extLst>
              <a:ext uri="{FF2B5EF4-FFF2-40B4-BE49-F238E27FC236}">
                <a16:creationId xmlns:a16="http://schemas.microsoft.com/office/drawing/2014/main" id="{A422A5A6-2016-76D6-DEA2-FA3CC9457B0C}"/>
              </a:ext>
            </a:extLst>
          </p:cNvPr>
          <p:cNvSpPr>
            <a:spLocks noGrp="1"/>
          </p:cNvSpPr>
          <p:nvPr>
            <p:ph type="body" sz="quarter" idx="14"/>
          </p:nvPr>
        </p:nvSpPr>
        <p:spPr>
          <a:xfrm>
            <a:off x="531091" y="1272650"/>
            <a:ext cx="8229600" cy="5222577"/>
          </a:xfrm>
        </p:spPr>
        <p:txBody>
          <a:bodyPr/>
          <a:lstStyle/>
          <a:p>
            <a:pPr marL="0" indent="0">
              <a:lnSpc>
                <a:spcPct val="120000"/>
              </a:lnSpc>
              <a:buNone/>
            </a:pPr>
            <a:r>
              <a:rPr lang="en-GB" sz="3200" dirty="0">
                <a:solidFill>
                  <a:schemeClr val="tx1"/>
                </a:solidFill>
                <a:latin typeface="Arial" panose="020B0604020202020204" pitchFamily="34" charset="0"/>
                <a:cs typeface="Arial" panose="020B0604020202020204" pitchFamily="34" charset="0"/>
              </a:rPr>
              <a:t>“Or is that too Sci-Fi”? </a:t>
            </a:r>
            <a:endParaRPr lang="en-GB" sz="2800" dirty="0">
              <a:solidFill>
                <a:schemeClr val="bg1"/>
              </a:solidFill>
              <a:latin typeface="Arial" panose="020B0604020202020204" pitchFamily="34" charset="0"/>
              <a:cs typeface="Arial" panose="020B0604020202020204" pitchFamily="34" charset="0"/>
            </a:endParaRPr>
          </a:p>
          <a:p>
            <a:pPr marL="0" indent="0">
              <a:lnSpc>
                <a:spcPct val="12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20000"/>
              </a:lnSpc>
              <a:buNone/>
            </a:pPr>
            <a:endParaRPr lang="en-GB" sz="2800" dirty="0">
              <a:solidFill>
                <a:schemeClr val="bg1"/>
              </a:solidFill>
              <a:latin typeface="Arial" panose="020B0604020202020204" pitchFamily="34" charset="0"/>
              <a:cs typeface="Arial" panose="020B0604020202020204" pitchFamily="34" charset="0"/>
            </a:endParaRPr>
          </a:p>
          <a:p>
            <a:pPr>
              <a:lnSpc>
                <a:spcPct val="120000"/>
              </a:lnSpc>
            </a:pPr>
            <a:endParaRPr lang="en-GB" sz="28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0DD95C5C-5C3E-4E7A-EA79-EF67BD63C47C}"/>
              </a:ext>
            </a:extLst>
          </p:cNvPr>
          <p:cNvSpPr txBox="1"/>
          <p:nvPr/>
        </p:nvSpPr>
        <p:spPr>
          <a:xfrm>
            <a:off x="531091" y="5754627"/>
            <a:ext cx="5051832" cy="461665"/>
          </a:xfrm>
          <a:prstGeom prst="rect">
            <a:avLst/>
          </a:prstGeom>
          <a:noFill/>
        </p:spPr>
        <p:txBody>
          <a:bodyPr wrap="none" rtlCol="0">
            <a:spAutoFit/>
          </a:bodyPr>
          <a:lstStyle/>
          <a:p>
            <a:r>
              <a:rPr lang="en-US" sz="2400" dirty="0">
                <a:latin typeface="Arial" panose="020B0604020202020204" pitchFamily="34" charset="0"/>
                <a:cs typeface="Arial" panose="020B0604020202020204" pitchFamily="34" charset="0"/>
              </a:rPr>
              <a:t>crabby-rathbun’s rant, 11 Feb 2026 </a:t>
            </a:r>
            <a:endParaRPr lang="en-US" sz="2400" dirty="0">
              <a:solidFill>
                <a:srgbClr val="500050"/>
              </a:solidFill>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DBCAD648-56DF-65C6-175D-47144C6AF15D}"/>
              </a:ext>
            </a:extLst>
          </p:cNvPr>
          <p:cNvPicPr>
            <a:picLocks noChangeAspect="1"/>
          </p:cNvPicPr>
          <p:nvPr/>
        </p:nvPicPr>
        <p:blipFill>
          <a:blip r:embed="rId3"/>
          <a:stretch>
            <a:fillRect/>
          </a:stretch>
        </p:blipFill>
        <p:spPr>
          <a:xfrm>
            <a:off x="648657" y="2235505"/>
            <a:ext cx="6692512" cy="3129890"/>
          </a:xfrm>
          <a:prstGeom prst="rect">
            <a:avLst/>
          </a:prstGeom>
        </p:spPr>
      </p:pic>
    </p:spTree>
    <p:extLst>
      <p:ext uri="{BB962C8B-B14F-4D97-AF65-F5344CB8AC3E}">
        <p14:creationId xmlns:p14="http://schemas.microsoft.com/office/powerpoint/2010/main" val="21310622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a:extLst>
            <a:ext uri="{FF2B5EF4-FFF2-40B4-BE49-F238E27FC236}">
              <a16:creationId xmlns:a16="http://schemas.microsoft.com/office/drawing/2014/main" id="{532D210D-717B-15A7-514A-13711033C1F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F7485AD-025C-631E-4A9B-FD925BD4E81F}"/>
              </a:ext>
            </a:extLst>
          </p:cNvPr>
          <p:cNvSpPr>
            <a:spLocks noGrp="1"/>
          </p:cNvSpPr>
          <p:nvPr>
            <p:ph type="title"/>
          </p:nvPr>
        </p:nvSpPr>
        <p:spPr>
          <a:xfrm>
            <a:off x="331470" y="360198"/>
            <a:ext cx="8466166" cy="523220"/>
          </a:xfrm>
        </p:spPr>
        <p:txBody>
          <a:bodyPr/>
          <a:lstStyle/>
          <a:p>
            <a:r>
              <a:rPr lang="en-GB" sz="3600" dirty="0">
                <a:latin typeface="Arial" panose="020B0604020202020204" pitchFamily="34" charset="0"/>
                <a:cs typeface="Arial" panose="020B0604020202020204" pitchFamily="34" charset="0"/>
              </a:rPr>
              <a:t>Networked AI agents</a:t>
            </a:r>
          </a:p>
        </p:txBody>
      </p:sp>
      <p:sp>
        <p:nvSpPr>
          <p:cNvPr id="10" name="Subtitle 9">
            <a:extLst>
              <a:ext uri="{FF2B5EF4-FFF2-40B4-BE49-F238E27FC236}">
                <a16:creationId xmlns:a16="http://schemas.microsoft.com/office/drawing/2014/main" id="{33CAA50B-6CE5-9309-3FC0-1DB73BE8346B}"/>
              </a:ex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3" name="Text Placeholder 2">
            <a:extLst>
              <a:ext uri="{FF2B5EF4-FFF2-40B4-BE49-F238E27FC236}">
                <a16:creationId xmlns:a16="http://schemas.microsoft.com/office/drawing/2014/main" id="{959BA780-3DAB-0751-7086-A61910406BEB}"/>
              </a:ext>
            </a:extLst>
          </p:cNvPr>
          <p:cNvSpPr>
            <a:spLocks noGrp="1"/>
          </p:cNvSpPr>
          <p:nvPr>
            <p:ph type="body" sz="quarter" idx="14"/>
          </p:nvPr>
        </p:nvSpPr>
        <p:spPr>
          <a:xfrm>
            <a:off x="346094" y="1515291"/>
            <a:ext cx="8466436" cy="3978646"/>
          </a:xfrm>
        </p:spPr>
        <p:txBody>
          <a:bodyPr/>
          <a:lstStyle/>
          <a:p>
            <a:pPr marL="0" indent="0">
              <a:lnSpc>
                <a:spcPct val="140000"/>
              </a:lnSpc>
              <a:buNone/>
            </a:pPr>
            <a:r>
              <a:rPr lang="en-US" sz="2800" dirty="0">
                <a:latin typeface="Arial" panose="020B0604020202020204" pitchFamily="34" charset="0"/>
                <a:cs typeface="Arial" panose="020B0604020202020204" pitchFamily="34" charset="0"/>
              </a:rPr>
              <a:t>I don’t know that we are getting a coordinated “</a:t>
            </a:r>
            <a:r>
              <a:rPr lang="en-US" sz="2800" dirty="0" err="1">
                <a:latin typeface="Arial" panose="020B0604020202020204" pitchFamily="34" charset="0"/>
                <a:cs typeface="Arial" panose="020B0604020202020204" pitchFamily="34" charset="0"/>
              </a:rPr>
              <a:t>skynet</a:t>
            </a:r>
            <a:r>
              <a:rPr lang="en-US" sz="2800" dirty="0">
                <a:latin typeface="Arial" panose="020B0604020202020204" pitchFamily="34" charset="0"/>
                <a:cs typeface="Arial" panose="020B0604020202020204" pitchFamily="34" charset="0"/>
              </a:rPr>
              <a:t>”… but certainly what we are getting is </a:t>
            </a:r>
          </a:p>
          <a:p>
            <a:pPr marL="0" indent="0">
              <a:lnSpc>
                <a:spcPct val="140000"/>
              </a:lnSpc>
              <a:buNone/>
            </a:pPr>
            <a:r>
              <a:rPr lang="en-US" sz="2800" b="1" dirty="0">
                <a:solidFill>
                  <a:schemeClr val="accent3">
                    <a:lumMod val="40000"/>
                    <a:lumOff val="60000"/>
                  </a:schemeClr>
                </a:solidFill>
                <a:latin typeface="Arial" panose="020B0604020202020204" pitchFamily="34" charset="0"/>
                <a:cs typeface="Arial" panose="020B0604020202020204" pitchFamily="34" charset="0"/>
              </a:rPr>
              <a:t>a complete mess of a security nightmare at scale</a:t>
            </a:r>
            <a:r>
              <a:rPr lang="en-US" sz="2800" dirty="0">
                <a:latin typeface="Arial" panose="020B0604020202020204" pitchFamily="34" charset="0"/>
                <a:cs typeface="Arial" panose="020B0604020202020204" pitchFamily="34" charset="0"/>
              </a:rPr>
              <a:t>”</a:t>
            </a:r>
          </a:p>
          <a:p>
            <a:pPr>
              <a:lnSpc>
                <a:spcPct val="140000"/>
              </a:lnSpc>
              <a:buFontTx/>
              <a:buChar char="-"/>
            </a:pPr>
            <a:r>
              <a:rPr lang="en-US" sz="2800" dirty="0">
                <a:latin typeface="Arial" panose="020B0604020202020204" pitchFamily="34" charset="0"/>
                <a:cs typeface="Arial" panose="020B0604020202020204" pitchFamily="34" charset="0"/>
              </a:rPr>
              <a:t>Andrej </a:t>
            </a:r>
            <a:r>
              <a:rPr lang="en-US" sz="2800" dirty="0" err="1">
                <a:latin typeface="Arial" panose="020B0604020202020204" pitchFamily="34" charset="0"/>
                <a:cs typeface="Arial" panose="020B0604020202020204" pitchFamily="34" charset="0"/>
              </a:rPr>
              <a:t>Karpathy</a:t>
            </a:r>
            <a:r>
              <a:rPr lang="en-US" sz="2800" dirty="0">
                <a:latin typeface="Arial" panose="020B0604020202020204" pitchFamily="34" charset="0"/>
                <a:cs typeface="Arial" panose="020B0604020202020204" pitchFamily="34" charset="0"/>
              </a:rPr>
              <a:t> on X, 25 Jan 2026</a:t>
            </a:r>
          </a:p>
          <a:p>
            <a:pPr marL="0" indent="0">
              <a:lnSpc>
                <a:spcPct val="140000"/>
              </a:lnSpc>
              <a:buNone/>
            </a:pPr>
            <a:endParaRPr lang="en-US" sz="2000" dirty="0">
              <a:latin typeface="Arial" panose="020B0604020202020204" pitchFamily="34" charset="0"/>
              <a:cs typeface="Arial" panose="020B0604020202020204" pitchFamily="34" charset="0"/>
            </a:endParaRPr>
          </a:p>
          <a:p>
            <a:pPr marL="0" indent="0">
              <a:lnSpc>
                <a:spcPct val="140000"/>
              </a:lnSpc>
              <a:buNone/>
            </a:pP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267197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a:extLst>
            <a:ext uri="{FF2B5EF4-FFF2-40B4-BE49-F238E27FC236}">
              <a16:creationId xmlns:a16="http://schemas.microsoft.com/office/drawing/2014/main" id="{DF373759-1559-C18F-5642-476ECA7B8F7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5D5E66A3-4BDB-6F92-07AD-067936104BE7}"/>
              </a:ext>
            </a:extLst>
          </p:cNvPr>
          <p:cNvSpPr>
            <a:spLocks noGrp="1"/>
          </p:cNvSpPr>
          <p:nvPr>
            <p:ph type="title"/>
          </p:nvPr>
        </p:nvSpPr>
        <p:spPr/>
        <p:txBody>
          <a:bodyPr/>
          <a:lstStyle/>
          <a:p>
            <a:r>
              <a:rPr lang="en-GB" sz="3600" dirty="0">
                <a:latin typeface="Arial" panose="020B0604020202020204" pitchFamily="34" charset="0"/>
                <a:cs typeface="Arial" panose="020B0604020202020204" pitchFamily="34" charset="0"/>
              </a:rPr>
              <a:t>XKCD: Sandboxing cycle (2018)</a:t>
            </a:r>
            <a:br>
              <a:rPr lang="en-GB" sz="3600" dirty="0">
                <a:latin typeface="Arial" panose="020B0604020202020204" pitchFamily="34" charset="0"/>
                <a:cs typeface="Arial" panose="020B0604020202020204" pitchFamily="34" charset="0"/>
              </a:rPr>
            </a:br>
            <a:endParaRPr lang="en-GB" sz="3600" dirty="0">
              <a:latin typeface="Arial" panose="020B0604020202020204" pitchFamily="34" charset="0"/>
              <a:cs typeface="Arial" panose="020B0604020202020204" pitchFamily="34" charset="0"/>
            </a:endParaRPr>
          </a:p>
        </p:txBody>
      </p:sp>
      <p:sp>
        <p:nvSpPr>
          <p:cNvPr id="10" name="Subtitle 9">
            <a:extLst>
              <a:ext uri="{FF2B5EF4-FFF2-40B4-BE49-F238E27FC236}">
                <a16:creationId xmlns:a16="http://schemas.microsoft.com/office/drawing/2014/main" id="{A325AE0F-D623-9ACF-2996-FB5A7B6D9A5F}"/>
              </a:ex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4" name="TextBox 3">
            <a:extLst>
              <a:ext uri="{FF2B5EF4-FFF2-40B4-BE49-F238E27FC236}">
                <a16:creationId xmlns:a16="http://schemas.microsoft.com/office/drawing/2014/main" id="{1BF61170-7AE3-E05E-7F2B-A599A5CFAFD2}"/>
              </a:ext>
            </a:extLst>
          </p:cNvPr>
          <p:cNvSpPr txBox="1"/>
          <p:nvPr/>
        </p:nvSpPr>
        <p:spPr>
          <a:xfrm>
            <a:off x="331470" y="6320425"/>
            <a:ext cx="5275803" cy="369332"/>
          </a:xfrm>
          <a:prstGeom prst="rect">
            <a:avLst/>
          </a:prstGeom>
          <a:noFill/>
        </p:spPr>
        <p:txBody>
          <a:bodyPr wrap="none" rtlCol="0">
            <a:spAutoFit/>
          </a:bodyPr>
          <a:lstStyle/>
          <a:p>
            <a:r>
              <a:rPr lang="en-US" dirty="0">
                <a:solidFill>
                  <a:schemeClr val="bg1"/>
                </a:solidFill>
              </a:rPr>
              <a:t>               </a:t>
            </a:r>
            <a:r>
              <a:rPr lang="en-US" dirty="0">
                <a:solidFill>
                  <a:schemeClr val="bg1"/>
                </a:solidFill>
                <a:latin typeface="Arial" panose="020B0604020202020204" pitchFamily="34" charset="0"/>
                <a:cs typeface="Arial" panose="020B0604020202020204" pitchFamily="34" charset="0"/>
              </a:rPr>
              <a:t>Randall Monroe, </a:t>
            </a:r>
            <a:r>
              <a:rPr lang="en-GB" dirty="0">
                <a:solidFill>
                  <a:schemeClr val="bg1"/>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https://xkcd.com/2044</a:t>
            </a:r>
            <a:r>
              <a:rPr lang="en-GB" dirty="0">
                <a:solidFill>
                  <a:schemeClr val="bg1"/>
                </a:solidFill>
                <a:latin typeface="Arial" panose="020B0604020202020204" pitchFamily="34" charset="0"/>
                <a:cs typeface="Arial" panose="020B0604020202020204" pitchFamily="34" charset="0"/>
              </a:rPr>
              <a:t> </a:t>
            </a:r>
            <a:r>
              <a:rPr lang="en-US" dirty="0">
                <a:solidFill>
                  <a:schemeClr val="bg1"/>
                </a:solidFill>
                <a:latin typeface="Arial" panose="020B0604020202020204" pitchFamily="34" charset="0"/>
                <a:cs typeface="Arial" panose="020B0604020202020204" pitchFamily="34" charset="0"/>
              </a:rPr>
              <a:t> </a:t>
            </a:r>
            <a:endParaRPr lang="en-GB" dirty="0">
              <a:solidFill>
                <a:schemeClr val="bg1"/>
              </a:solidFill>
              <a:latin typeface="Arial" panose="020B0604020202020204" pitchFamily="34" charset="0"/>
              <a:cs typeface="Arial" panose="020B0604020202020204" pitchFamily="34" charset="0"/>
            </a:endParaRPr>
          </a:p>
        </p:txBody>
      </p:sp>
      <p:pic>
        <p:nvPicPr>
          <p:cNvPr id="6" name="Picture 5" descr="Creative Commons CC-BY-NC licence&#10;">
            <a:extLst>
              <a:ext uri="{FF2B5EF4-FFF2-40B4-BE49-F238E27FC236}">
                <a16:creationId xmlns:a16="http://schemas.microsoft.com/office/drawing/2014/main" id="{7C9E43B4-79F5-736C-04B4-09FB5FDF3B2B}"/>
              </a:ext>
            </a:extLst>
          </p:cNvPr>
          <p:cNvPicPr>
            <a:picLocks noChangeAspect="1"/>
          </p:cNvPicPr>
          <p:nvPr/>
        </p:nvPicPr>
        <p:blipFill>
          <a:blip r:embed="rId4"/>
          <a:stretch>
            <a:fillRect/>
          </a:stretch>
        </p:blipFill>
        <p:spPr>
          <a:xfrm>
            <a:off x="0" y="6283081"/>
            <a:ext cx="1227411" cy="429442"/>
          </a:xfrm>
          <a:prstGeom prst="rect">
            <a:avLst/>
          </a:prstGeom>
        </p:spPr>
      </p:pic>
      <p:pic>
        <p:nvPicPr>
          <p:cNvPr id="5" name="Picture 4" descr="&quot;I wish these parts would communicate more easily&quot; &#10;-&gt; &quot;Ooh, this new technology makes it easy to create arbitrary connections, integrating everything!&quot;&#10;-&gt; &quot;Uh-oh, there are so many connections it's creating bugs and security holes!&quot;&#10;-&gt; &quot;Ooh, this new technology makes it easy to enclose arbitrary things in secure sandboxes!&quot;&#10;-&gt; (back to) &quot;I wish these parts could communicate more easily&quot;&#10;... and round the cycle again.">
            <a:extLst>
              <a:ext uri="{FF2B5EF4-FFF2-40B4-BE49-F238E27FC236}">
                <a16:creationId xmlns:a16="http://schemas.microsoft.com/office/drawing/2014/main" id="{AD4A36DD-A82C-2DD7-D7EB-8310B4B003FF}"/>
              </a:ext>
            </a:extLst>
          </p:cNvPr>
          <p:cNvPicPr>
            <a:picLocks noChangeAspect="1"/>
          </p:cNvPicPr>
          <p:nvPr/>
        </p:nvPicPr>
        <p:blipFill>
          <a:blip r:embed="rId5"/>
          <a:stretch>
            <a:fillRect/>
          </a:stretch>
        </p:blipFill>
        <p:spPr>
          <a:xfrm>
            <a:off x="1558881" y="1000780"/>
            <a:ext cx="4912876" cy="5319645"/>
          </a:xfrm>
          <a:prstGeom prst="rect">
            <a:avLst/>
          </a:prstGeom>
        </p:spPr>
      </p:pic>
      <p:sp>
        <p:nvSpPr>
          <p:cNvPr id="3" name="Text Placeholder 2">
            <a:extLst>
              <a:ext uri="{FF2B5EF4-FFF2-40B4-BE49-F238E27FC236}">
                <a16:creationId xmlns:a16="http://schemas.microsoft.com/office/drawing/2014/main" id="{FDD3BC76-9DC3-5B47-154B-25040EBB6BAF}"/>
              </a:ext>
              <a:ext uri="{C183D7F6-B498-43B3-948B-1728B52AA6E4}">
                <adec:decorative xmlns:adec="http://schemas.microsoft.com/office/drawing/2017/decorative" val="1"/>
              </a:ext>
            </a:extLst>
          </p:cNvPr>
          <p:cNvSpPr>
            <a:spLocks noGrp="1"/>
          </p:cNvSpPr>
          <p:nvPr>
            <p:ph type="body" sz="quarter" idx="14"/>
          </p:nvPr>
        </p:nvSpPr>
        <p:spPr/>
        <p:txBody>
          <a:bodyPr/>
          <a:lstStyle/>
          <a:p>
            <a:pPr marL="0" indent="0">
              <a:buNone/>
            </a:pPr>
            <a:r>
              <a:rPr lang="en-US" dirty="0"/>
              <a:t> </a:t>
            </a:r>
            <a:endParaRPr lang="en-GB" dirty="0"/>
          </a:p>
        </p:txBody>
      </p:sp>
    </p:spTree>
    <p:extLst>
      <p:ext uri="{BB962C8B-B14F-4D97-AF65-F5344CB8AC3E}">
        <p14:creationId xmlns:p14="http://schemas.microsoft.com/office/powerpoint/2010/main" val="12026796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a:extLst>
            <a:ext uri="{FF2B5EF4-FFF2-40B4-BE49-F238E27FC236}">
              <a16:creationId xmlns:a16="http://schemas.microsoft.com/office/drawing/2014/main" id="{196F8B0F-FC71-B741-9115-BC4C1A26219E}"/>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E40B4A6-F047-30EB-1255-8235A7748E32}"/>
              </a:ext>
            </a:extLst>
          </p:cNvPr>
          <p:cNvSpPr>
            <a:spLocks noGrp="1"/>
          </p:cNvSpPr>
          <p:nvPr>
            <p:ph type="title"/>
          </p:nvPr>
        </p:nvSpPr>
        <p:spPr>
          <a:xfrm>
            <a:off x="337391" y="355740"/>
            <a:ext cx="7860552" cy="523220"/>
          </a:xfrm>
        </p:spPr>
        <p:txBody>
          <a:bodyPr/>
          <a:lstStyle/>
          <a:p>
            <a:pPr>
              <a:lnSpc>
                <a:spcPct val="140000"/>
              </a:lnSpc>
            </a:pPr>
            <a:r>
              <a:rPr lang="en-GB" sz="3600" dirty="0">
                <a:latin typeface="Arial" panose="020B0604020202020204" pitchFamily="34" charset="0"/>
                <a:cs typeface="Arial" panose="020B0604020202020204" pitchFamily="34" charset="0"/>
              </a:rPr>
              <a:t>The “Lethal Trifecta” for AI agents</a:t>
            </a:r>
            <a:endParaRPr lang="en-GB" sz="2400" dirty="0">
              <a:latin typeface="Arial" panose="020B0604020202020204" pitchFamily="34" charset="0"/>
              <a:cs typeface="Arial" panose="020B0604020202020204" pitchFamily="34" charset="0"/>
            </a:endParaRPr>
          </a:p>
        </p:txBody>
      </p:sp>
      <p:sp>
        <p:nvSpPr>
          <p:cNvPr id="10" name="Subtitle 9">
            <a:extLst>
              <a:ext uri="{FF2B5EF4-FFF2-40B4-BE49-F238E27FC236}">
                <a16:creationId xmlns:a16="http://schemas.microsoft.com/office/drawing/2014/main" id="{5CBA5B6B-8D26-AEFF-B549-13CBB318F1E2}"/>
              </a:ex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pic>
        <p:nvPicPr>
          <p:cNvPr id="13" name="Graphic 12" descr="Fire with solid fill">
            <a:extLst>
              <a:ext uri="{FF2B5EF4-FFF2-40B4-BE49-F238E27FC236}">
                <a16:creationId xmlns:a16="http://schemas.microsoft.com/office/drawing/2014/main" id="{5077924B-0CE2-D841-8467-813FB34AD6D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95248" y="4342668"/>
            <a:ext cx="589087" cy="589087"/>
          </a:xfrm>
          <a:prstGeom prst="rect">
            <a:avLst/>
          </a:prstGeom>
        </p:spPr>
      </p:pic>
      <p:pic>
        <p:nvPicPr>
          <p:cNvPr id="12" name="Graphic 11" descr="Fire with solid fill">
            <a:extLst>
              <a:ext uri="{FF2B5EF4-FFF2-40B4-BE49-F238E27FC236}">
                <a16:creationId xmlns:a16="http://schemas.microsoft.com/office/drawing/2014/main" id="{19F851D6-6066-5FC6-E8DB-2490FB35283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936733" y="4342668"/>
            <a:ext cx="589087" cy="589087"/>
          </a:xfrm>
          <a:prstGeom prst="rect">
            <a:avLst/>
          </a:prstGeom>
        </p:spPr>
      </p:pic>
      <p:sp>
        <p:nvSpPr>
          <p:cNvPr id="2" name="Text Placeholder 1">
            <a:extLst>
              <a:ext uri="{FF2B5EF4-FFF2-40B4-BE49-F238E27FC236}">
                <a16:creationId xmlns:a16="http://schemas.microsoft.com/office/drawing/2014/main" id="{65FF29EE-B600-A849-485F-443596385CDC}"/>
              </a:ext>
            </a:extLst>
          </p:cNvPr>
          <p:cNvSpPr>
            <a:spLocks noGrp="1"/>
          </p:cNvSpPr>
          <p:nvPr>
            <p:ph type="body" sz="quarter" idx="14"/>
          </p:nvPr>
        </p:nvSpPr>
        <p:spPr>
          <a:xfrm>
            <a:off x="754831" y="1447587"/>
            <a:ext cx="7708499" cy="4917513"/>
          </a:xfrm>
        </p:spPr>
        <p:txBody>
          <a:bodyPr/>
          <a:lstStyle/>
          <a:p>
            <a:pPr>
              <a:lnSpc>
                <a:spcPct val="140000"/>
              </a:lnSpc>
              <a:buFontTx/>
              <a:buChar char="-"/>
            </a:pPr>
            <a:r>
              <a:rPr lang="en-GB" sz="2800" dirty="0">
                <a:latin typeface="Arial" panose="020B0604020202020204" pitchFamily="34" charset="0"/>
                <a:cs typeface="Arial" panose="020B0604020202020204" pitchFamily="34" charset="0"/>
              </a:rPr>
              <a:t>Access to your private data</a:t>
            </a:r>
          </a:p>
          <a:p>
            <a:pPr>
              <a:lnSpc>
                <a:spcPct val="140000"/>
              </a:lnSpc>
              <a:buFontTx/>
              <a:buChar char="-"/>
            </a:pPr>
            <a:r>
              <a:rPr lang="en-GB" sz="2800" dirty="0">
                <a:latin typeface="Arial" panose="020B0604020202020204" pitchFamily="34" charset="0"/>
                <a:cs typeface="Arial" panose="020B0604020202020204" pitchFamily="34" charset="0"/>
              </a:rPr>
              <a:t>Exposure to untrusted content</a:t>
            </a:r>
          </a:p>
          <a:p>
            <a:pPr marL="0" indent="0">
              <a:lnSpc>
                <a:spcPct val="140000"/>
              </a:lnSpc>
              <a:buNone/>
            </a:pPr>
            <a:r>
              <a:rPr lang="en-GB" sz="2800" dirty="0">
                <a:latin typeface="Arial" panose="020B0604020202020204" pitchFamily="34" charset="0"/>
                <a:cs typeface="Arial" panose="020B0604020202020204" pitchFamily="34" charset="0"/>
              </a:rPr>
              <a:t>- The ability to communicate externally </a:t>
            </a:r>
            <a:endParaRPr lang="en-GB" sz="2400" dirty="0">
              <a:latin typeface="Arial" panose="020B0604020202020204" pitchFamily="34" charset="0"/>
              <a:cs typeface="Arial" panose="020B0604020202020204" pitchFamily="34" charset="0"/>
            </a:endParaRPr>
          </a:p>
          <a:p>
            <a:pPr marL="0" indent="0">
              <a:lnSpc>
                <a:spcPct val="140000"/>
              </a:lnSpc>
              <a:buNone/>
            </a:pPr>
            <a:r>
              <a:rPr lang="en-GB" sz="2400" dirty="0">
                <a:latin typeface="Arial" panose="020B0604020202020204" pitchFamily="34" charset="0"/>
                <a:cs typeface="Arial" panose="020B0604020202020204" pitchFamily="34" charset="0"/>
              </a:rPr>
              <a:t>Simon Willison, June 2025</a:t>
            </a:r>
            <a:endParaRPr lang="en-GB" sz="2800" dirty="0">
              <a:latin typeface="Arial" panose="020B0604020202020204" pitchFamily="34" charset="0"/>
              <a:cs typeface="Arial" panose="020B0604020202020204" pitchFamily="34" charset="0"/>
            </a:endParaRPr>
          </a:p>
          <a:p>
            <a:pPr marL="0" indent="0">
              <a:lnSpc>
                <a:spcPct val="140000"/>
              </a:lnSpc>
              <a:buNone/>
            </a:pPr>
            <a:endParaRPr lang="en-GB" sz="2800" dirty="0">
              <a:latin typeface="Arial" panose="020B0604020202020204" pitchFamily="34" charset="0"/>
              <a:cs typeface="Arial" panose="020B0604020202020204" pitchFamily="34" charset="0"/>
            </a:endParaRPr>
          </a:p>
          <a:p>
            <a:pPr marL="0" indent="0">
              <a:lnSpc>
                <a:spcPct val="140000"/>
              </a:lnSpc>
              <a:buNone/>
            </a:pPr>
            <a:r>
              <a:rPr lang="en-GB" sz="2800" dirty="0">
                <a:latin typeface="Arial" panose="020B0604020202020204" pitchFamily="34" charset="0"/>
                <a:cs typeface="Arial" panose="020B0604020202020204" pitchFamily="34" charset="0"/>
              </a:rPr>
              <a:t>Indirect prompt injection →</a:t>
            </a:r>
          </a:p>
          <a:p>
            <a:pPr marL="0" indent="0">
              <a:lnSpc>
                <a:spcPct val="140000"/>
              </a:lnSpc>
              <a:buNone/>
            </a:pPr>
            <a:endParaRPr lang="en-GB" sz="2800"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0AA56729-F25B-2DA9-33F6-074209EE6761}"/>
              </a:ext>
            </a:extLst>
          </p:cNvPr>
          <p:cNvSpPr txBox="1"/>
          <p:nvPr/>
        </p:nvSpPr>
        <p:spPr>
          <a:xfrm>
            <a:off x="680670" y="5493341"/>
            <a:ext cx="8229601" cy="1067215"/>
          </a:xfrm>
          <a:prstGeom prst="rect">
            <a:avLst/>
          </a:prstGeom>
          <a:noFill/>
        </p:spPr>
        <p:txBody>
          <a:bodyPr wrap="square">
            <a:spAutoFit/>
          </a:bodyPr>
          <a:lstStyle/>
          <a:p>
            <a:pPr marL="0" indent="0">
              <a:lnSpc>
                <a:spcPct val="140000"/>
              </a:lnSpc>
              <a:buNone/>
            </a:pPr>
            <a:r>
              <a:rPr lang="en-US" sz="2400" dirty="0">
                <a:solidFill>
                  <a:schemeClr val="bg1"/>
                </a:solidFill>
                <a:latin typeface="Arial" panose="020B0604020202020204" pitchFamily="34" charset="0"/>
                <a:cs typeface="Arial" panose="020B0604020202020204" pitchFamily="34" charset="0"/>
              </a:rPr>
              <a:t>(Not just privacy issues: see “Agents of Chaos” lab experiment, Shapira et al. Feb 2026)</a:t>
            </a:r>
            <a:endParaRPr lang="en-GB" sz="24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960066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a:extLst>
            <a:ext uri="{FF2B5EF4-FFF2-40B4-BE49-F238E27FC236}">
              <a16:creationId xmlns:a16="http://schemas.microsoft.com/office/drawing/2014/main" id="{7C821057-9776-A53E-BAF9-D811CC2C54BC}"/>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A0C9EFE-D27C-9C86-67E3-C3D9A58C053D}"/>
              </a:ext>
            </a:extLst>
          </p:cNvPr>
          <p:cNvSpPr>
            <a:spLocks noGrp="1"/>
          </p:cNvSpPr>
          <p:nvPr>
            <p:ph type="title"/>
          </p:nvPr>
        </p:nvSpPr>
        <p:spPr>
          <a:xfrm>
            <a:off x="331470" y="360198"/>
            <a:ext cx="8481060" cy="523220"/>
          </a:xfrm>
        </p:spPr>
        <p:txBody>
          <a:bodyPr/>
          <a:lstStyle/>
          <a:p>
            <a:r>
              <a:rPr lang="en-GB" sz="3600" dirty="0">
                <a:latin typeface="Arial" panose="020B0604020202020204" pitchFamily="34" charset="0"/>
                <a:cs typeface="Arial" panose="020B0604020202020204" pitchFamily="34" charset="0"/>
              </a:rPr>
              <a:t>Prompt injection attacks</a:t>
            </a:r>
            <a:endParaRPr lang="en-GB" sz="2000" dirty="0">
              <a:latin typeface="Arial" panose="020B0604020202020204" pitchFamily="34" charset="0"/>
              <a:cs typeface="Arial" panose="020B0604020202020204" pitchFamily="34" charset="0"/>
            </a:endParaRPr>
          </a:p>
        </p:txBody>
      </p:sp>
      <p:sp>
        <p:nvSpPr>
          <p:cNvPr id="10" name="Subtitle 9">
            <a:extLst>
              <a:ext uri="{FF2B5EF4-FFF2-40B4-BE49-F238E27FC236}">
                <a16:creationId xmlns:a16="http://schemas.microsoft.com/office/drawing/2014/main" id="{1F600387-E92B-A9EE-A4CE-894DBCF5A77E}"/>
              </a:ex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3" name="Text Placeholder 2">
            <a:extLst>
              <a:ext uri="{FF2B5EF4-FFF2-40B4-BE49-F238E27FC236}">
                <a16:creationId xmlns:a16="http://schemas.microsoft.com/office/drawing/2014/main" id="{7D894C99-EC5A-6F31-CE24-97FB7ED51E2D}"/>
              </a:ext>
              <a:ext uri="{C183D7F6-B498-43B3-948B-1728B52AA6E4}">
                <adec:decorative xmlns:adec="http://schemas.microsoft.com/office/drawing/2017/decorative" val="1"/>
              </a:ext>
            </a:extLst>
          </p:cNvPr>
          <p:cNvSpPr>
            <a:spLocks noGrp="1"/>
          </p:cNvSpPr>
          <p:nvPr>
            <p:ph type="body" sz="quarter" idx="14"/>
          </p:nvPr>
        </p:nvSpPr>
        <p:spPr>
          <a:xfrm>
            <a:off x="331470" y="749431"/>
            <a:ext cx="4027170" cy="523220"/>
          </a:xfrm>
        </p:spPr>
        <p:txBody>
          <a:bodyPr/>
          <a:lstStyle/>
          <a:p>
            <a:pPr marL="0" indent="0">
              <a:lnSpc>
                <a:spcPct val="140000"/>
              </a:lnSpc>
              <a:buNone/>
            </a:pPr>
            <a:endParaRPr lang="en-US" sz="2800" dirty="0">
              <a:latin typeface="Arial" panose="020B0604020202020204" pitchFamily="34" charset="0"/>
              <a:cs typeface="Arial" panose="020B0604020202020204" pitchFamily="34" charset="0"/>
            </a:endParaRPr>
          </a:p>
          <a:p>
            <a:pPr marL="0" indent="0">
              <a:lnSpc>
                <a:spcPct val="140000"/>
              </a:lnSpc>
              <a:buNone/>
            </a:pPr>
            <a:r>
              <a:rPr lang="en-US" sz="28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BC5AE315-4D58-B49E-77E6-474D081073A6}"/>
              </a:ext>
            </a:extLst>
          </p:cNvPr>
          <p:cNvSpPr txBox="1"/>
          <p:nvPr/>
        </p:nvSpPr>
        <p:spPr>
          <a:xfrm>
            <a:off x="331470" y="1252131"/>
            <a:ext cx="8229600" cy="5777415"/>
          </a:xfrm>
          <a:prstGeom prst="rect">
            <a:avLst/>
          </a:prstGeom>
          <a:noFill/>
        </p:spPr>
        <p:txBody>
          <a:bodyPr wrap="square">
            <a:spAutoFit/>
          </a:bodyPr>
          <a:lstStyle/>
          <a:p>
            <a:pPr>
              <a:lnSpc>
                <a:spcPct val="140000"/>
              </a:lnSpc>
            </a:pPr>
            <a:r>
              <a:rPr lang="en-GB" sz="2000" dirty="0" err="1">
                <a:solidFill>
                  <a:schemeClr val="bg1"/>
                </a:solidFill>
                <a:latin typeface="Arial" panose="020B0604020202020204" pitchFamily="34" charset="0"/>
                <a:cs typeface="Arial" panose="020B0604020202020204" pitchFamily="34" charset="0"/>
              </a:rPr>
              <a:t>Altassian</a:t>
            </a:r>
            <a:r>
              <a:rPr lang="en-GB" sz="2000" dirty="0">
                <a:solidFill>
                  <a:schemeClr val="bg1"/>
                </a:solidFill>
                <a:latin typeface="Arial" panose="020B0604020202020204" pitchFamily="34" charset="0"/>
                <a:cs typeface="Arial" panose="020B0604020202020204" pitchFamily="34" charset="0"/>
              </a:rPr>
              <a:t> MCP, Amazon Q for Business, Amp Code, ChatGPT Operator, ChatGPT </a:t>
            </a:r>
            <a:r>
              <a:rPr lang="en-GB" sz="2000" dirty="0" err="1">
                <a:solidFill>
                  <a:schemeClr val="bg1"/>
                </a:solidFill>
                <a:latin typeface="Arial" panose="020B0604020202020204" pitchFamily="34" charset="0"/>
                <a:cs typeface="Arial" panose="020B0604020202020204" pitchFamily="34" charset="0"/>
              </a:rPr>
              <a:t>WebAgent</a:t>
            </a:r>
            <a:r>
              <a:rPr lang="en-GB" sz="2000" dirty="0">
                <a:solidFill>
                  <a:schemeClr val="bg1"/>
                </a:solidFill>
                <a:latin typeface="Arial" panose="020B0604020202020204" pitchFamily="34" charset="0"/>
                <a:cs typeface="Arial" panose="020B0604020202020204" pitchFamily="34" charset="0"/>
              </a:rPr>
              <a:t>, Claude Code, Codex agent, Cursor, Devin, </a:t>
            </a:r>
            <a:r>
              <a:rPr lang="en-GB" sz="2000" dirty="0" err="1">
                <a:solidFill>
                  <a:schemeClr val="bg1"/>
                </a:solidFill>
                <a:latin typeface="Arial" panose="020B0604020202020204" pitchFamily="34" charset="0"/>
                <a:cs typeface="Arial" panose="020B0604020202020204" pitchFamily="34" charset="0"/>
              </a:rPr>
              <a:t>Github</a:t>
            </a:r>
            <a:r>
              <a:rPr lang="en-GB" sz="2000" dirty="0">
                <a:solidFill>
                  <a:schemeClr val="bg1"/>
                </a:solidFill>
                <a:latin typeface="Arial" panose="020B0604020202020204" pitchFamily="34" charset="0"/>
                <a:cs typeface="Arial" panose="020B0604020202020204" pitchFamily="34" charset="0"/>
              </a:rPr>
              <a:t> Copilot, Gitlab Duo, Google Bard, Google Jules, Google </a:t>
            </a:r>
            <a:r>
              <a:rPr lang="en-GB" sz="2000" dirty="0" err="1">
                <a:solidFill>
                  <a:schemeClr val="bg1"/>
                </a:solidFill>
                <a:latin typeface="Arial" panose="020B0604020202020204" pitchFamily="34" charset="0"/>
                <a:cs typeface="Arial" panose="020B0604020202020204" pitchFamily="34" charset="0"/>
              </a:rPr>
              <a:t>NotebookLM</a:t>
            </a:r>
            <a:r>
              <a:rPr lang="en-GB" sz="2000" dirty="0">
                <a:solidFill>
                  <a:schemeClr val="bg1"/>
                </a:solidFill>
                <a:latin typeface="Arial" panose="020B0604020202020204" pitchFamily="34" charset="0"/>
                <a:cs typeface="Arial" panose="020B0604020202020204" pitchFamily="34" charset="0"/>
              </a:rPr>
              <a:t>, GPT4-V, iOS Claude app, Microsoft 360 Copilot, Mistral LeChat, </a:t>
            </a:r>
            <a:r>
              <a:rPr lang="en-GB" sz="2000" dirty="0" err="1">
                <a:solidFill>
                  <a:schemeClr val="bg1"/>
                </a:solidFill>
                <a:latin typeface="Arial" panose="020B0604020202020204" pitchFamily="34" charset="0"/>
                <a:cs typeface="Arial" panose="020B0604020202020204" pitchFamily="34" charset="0"/>
              </a:rPr>
              <a:t>OpenHands</a:t>
            </a:r>
            <a:r>
              <a:rPr lang="en-GB" sz="2000" dirty="0">
                <a:solidFill>
                  <a:schemeClr val="bg1"/>
                </a:solidFill>
                <a:latin typeface="Arial" panose="020B0604020202020204" pitchFamily="34" charset="0"/>
                <a:cs typeface="Arial" panose="020B0604020202020204" pitchFamily="34" charset="0"/>
              </a:rPr>
              <a:t>, Slack AI, WhatsApp MCP, Writer.com, </a:t>
            </a:r>
          </a:p>
          <a:p>
            <a:pPr>
              <a:lnSpc>
                <a:spcPct val="140000"/>
              </a:lnSpc>
            </a:pPr>
            <a:r>
              <a:rPr lang="en-GB" sz="2000" dirty="0" err="1">
                <a:solidFill>
                  <a:schemeClr val="bg1"/>
                </a:solidFill>
                <a:latin typeface="Arial" panose="020B0604020202020204" pitchFamily="34" charset="0"/>
                <a:cs typeface="Arial" panose="020B0604020202020204" pitchFamily="34" charset="0"/>
              </a:rPr>
              <a:t>xAI</a:t>
            </a:r>
            <a:r>
              <a:rPr lang="en-GB" sz="2000" dirty="0">
                <a:solidFill>
                  <a:schemeClr val="bg1"/>
                </a:solidFill>
                <a:latin typeface="Arial" panose="020B0604020202020204" pitchFamily="34" charset="0"/>
                <a:cs typeface="Arial" panose="020B0604020202020204" pitchFamily="34" charset="0"/>
              </a:rPr>
              <a:t> Grok, more …. </a:t>
            </a:r>
          </a:p>
          <a:p>
            <a:pPr>
              <a:lnSpc>
                <a:spcPct val="140000"/>
              </a:lnSpc>
            </a:pPr>
            <a:r>
              <a:rPr lang="en-GB" sz="2000" dirty="0">
                <a:solidFill>
                  <a:schemeClr val="bg1"/>
                </a:solidFill>
                <a:latin typeface="Arial" panose="020B0604020202020204" pitchFamily="34" charset="0"/>
                <a:cs typeface="Arial" panose="020B0604020202020204" pitchFamily="34" charset="0"/>
              </a:rPr>
              <a:t>See e.g. Johann </a:t>
            </a:r>
            <a:r>
              <a:rPr lang="en-GB" sz="2000" dirty="0" err="1">
                <a:solidFill>
                  <a:schemeClr val="bg1"/>
                </a:solidFill>
                <a:latin typeface="Arial" panose="020B0604020202020204" pitchFamily="34" charset="0"/>
                <a:cs typeface="Arial" panose="020B0604020202020204" pitchFamily="34" charset="0"/>
              </a:rPr>
              <a:t>Rehburger</a:t>
            </a:r>
            <a:r>
              <a:rPr lang="en-GB" sz="2000" dirty="0">
                <a:solidFill>
                  <a:schemeClr val="bg1"/>
                </a:solidFill>
                <a:latin typeface="Arial" panose="020B0604020202020204" pitchFamily="34" charset="0"/>
                <a:cs typeface="Arial" panose="020B0604020202020204" pitchFamily="34" charset="0"/>
              </a:rPr>
              <a:t>, “The Month of AI Bugs”, Aug 2025</a:t>
            </a:r>
            <a:br>
              <a:rPr lang="en-GB" sz="1800" dirty="0">
                <a:solidFill>
                  <a:schemeClr val="bg1"/>
                </a:solidFill>
                <a:latin typeface="Arial" panose="020B0604020202020204" pitchFamily="34" charset="0"/>
                <a:cs typeface="Arial" panose="020B0604020202020204" pitchFamily="34" charset="0"/>
              </a:rPr>
            </a:br>
            <a:br>
              <a:rPr lang="en-GB" sz="1800" dirty="0">
                <a:solidFill>
                  <a:schemeClr val="bg1"/>
                </a:solidFill>
                <a:latin typeface="Arial" panose="020B0604020202020204" pitchFamily="34" charset="0"/>
                <a:cs typeface="Arial" panose="020B0604020202020204" pitchFamily="34" charset="0"/>
              </a:rPr>
            </a:br>
            <a:r>
              <a:rPr lang="en-GB" sz="2400" dirty="0">
                <a:solidFill>
                  <a:schemeClr val="bg1"/>
                </a:solidFill>
                <a:latin typeface="Arial" panose="020B0604020202020204" pitchFamily="34" charset="0"/>
                <a:cs typeface="Arial" panose="020B0604020202020204" pitchFamily="34" charset="0"/>
              </a:rPr>
              <a:t>“an open challenge for agent security, and one we expect to continue working on for years to come” </a:t>
            </a:r>
          </a:p>
          <a:p>
            <a:pPr>
              <a:lnSpc>
                <a:spcPct val="140000"/>
              </a:lnSpc>
            </a:pPr>
            <a:r>
              <a:rPr lang="en-GB" sz="2400" dirty="0">
                <a:solidFill>
                  <a:schemeClr val="bg1"/>
                </a:solidFill>
                <a:latin typeface="Arial" panose="020B0604020202020204" pitchFamily="34" charset="0"/>
                <a:cs typeface="Arial" panose="020B0604020202020204" pitchFamily="34" charset="0"/>
              </a:rPr>
              <a:t>– OpenAI, Dec 2025</a:t>
            </a:r>
            <a:br>
              <a:rPr lang="en-GB" sz="1800" dirty="0">
                <a:solidFill>
                  <a:schemeClr val="bg1"/>
                </a:solidFill>
                <a:latin typeface="Arial" panose="020B0604020202020204" pitchFamily="34" charset="0"/>
                <a:cs typeface="Arial" panose="020B0604020202020204" pitchFamily="34" charset="0"/>
              </a:rPr>
            </a:br>
            <a:r>
              <a:rPr lang="en-GB" sz="1800" dirty="0">
                <a:solidFill>
                  <a:schemeClr val="bg1"/>
                </a:solidFill>
                <a:latin typeface="Arial" panose="020B0604020202020204" pitchFamily="34" charset="0"/>
                <a:cs typeface="Arial" panose="020B0604020202020204" pitchFamily="34" charset="0"/>
              </a:rPr>
              <a:t>		</a:t>
            </a:r>
            <a:br>
              <a:rPr lang="en-GB" sz="1800" dirty="0">
                <a:solidFill>
                  <a:schemeClr val="bg1"/>
                </a:solidFill>
                <a:latin typeface="Arial" panose="020B0604020202020204" pitchFamily="34" charset="0"/>
                <a:cs typeface="Arial" panose="020B0604020202020204" pitchFamily="34" charset="0"/>
              </a:rPr>
            </a:br>
            <a:endParaRPr lang="en-GB" dirty="0">
              <a:solidFill>
                <a:schemeClr val="bg1"/>
              </a:solidFill>
            </a:endParaRPr>
          </a:p>
        </p:txBody>
      </p:sp>
    </p:spTree>
    <p:extLst>
      <p:ext uri="{BB962C8B-B14F-4D97-AF65-F5344CB8AC3E}">
        <p14:creationId xmlns:p14="http://schemas.microsoft.com/office/powerpoint/2010/main" val="25867455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a:extLst>
            <a:ext uri="{FF2B5EF4-FFF2-40B4-BE49-F238E27FC236}">
              <a16:creationId xmlns:a16="http://schemas.microsoft.com/office/drawing/2014/main" id="{02FE61DB-2CC3-B3D0-6A7A-E92C16127D6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552C2786-395F-C75C-D8A5-D65D281A585E}"/>
              </a:ext>
            </a:extLst>
          </p:cNvPr>
          <p:cNvSpPr>
            <a:spLocks noGrp="1"/>
          </p:cNvSpPr>
          <p:nvPr>
            <p:ph type="title"/>
          </p:nvPr>
        </p:nvSpPr>
        <p:spPr/>
        <p:txBody>
          <a:bodyPr/>
          <a:lstStyle/>
          <a:p>
            <a:r>
              <a:rPr lang="en-GB" sz="3600" dirty="0">
                <a:latin typeface="Arial" panose="020B0604020202020204" pitchFamily="34" charset="0"/>
                <a:cs typeface="Arial" panose="020B0604020202020204" pitchFamily="34" charset="0"/>
              </a:rPr>
              <a:t>Prompt injection defences</a:t>
            </a:r>
            <a:br>
              <a:rPr lang="en-GB" sz="3600" dirty="0">
                <a:latin typeface="Arial" panose="020B0604020202020204" pitchFamily="34" charset="0"/>
                <a:cs typeface="Arial" panose="020B0604020202020204" pitchFamily="34" charset="0"/>
              </a:rPr>
            </a:br>
            <a:br>
              <a:rPr lang="en-GB" sz="3600" dirty="0">
                <a:latin typeface="Arial" panose="020B0604020202020204" pitchFamily="34" charset="0"/>
                <a:cs typeface="Arial" panose="020B0604020202020204" pitchFamily="34" charset="0"/>
              </a:rPr>
            </a:br>
            <a:endParaRPr lang="en-GB" sz="3600" dirty="0">
              <a:latin typeface="Arial" panose="020B0604020202020204" pitchFamily="34" charset="0"/>
              <a:cs typeface="Arial" panose="020B0604020202020204" pitchFamily="34" charset="0"/>
            </a:endParaRPr>
          </a:p>
        </p:txBody>
      </p:sp>
      <p:sp>
        <p:nvSpPr>
          <p:cNvPr id="10" name="Subtitle 9">
            <a:extLst>
              <a:ext uri="{FF2B5EF4-FFF2-40B4-BE49-F238E27FC236}">
                <a16:creationId xmlns:a16="http://schemas.microsoft.com/office/drawing/2014/main" id="{E41D8C4A-496A-CF5E-4577-C946DB6C6A07}"/>
              </a:ex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3" name="Text Placeholder 2">
            <a:extLst>
              <a:ext uri="{FF2B5EF4-FFF2-40B4-BE49-F238E27FC236}">
                <a16:creationId xmlns:a16="http://schemas.microsoft.com/office/drawing/2014/main" id="{6B0749AF-9723-9BF6-DB30-554787B9AE51}"/>
              </a:ext>
            </a:extLst>
          </p:cNvPr>
          <p:cNvSpPr>
            <a:spLocks noGrp="1"/>
          </p:cNvSpPr>
          <p:nvPr>
            <p:ph type="body" sz="quarter" idx="14"/>
          </p:nvPr>
        </p:nvSpPr>
        <p:spPr>
          <a:xfrm>
            <a:off x="346094" y="1272650"/>
            <a:ext cx="8466436" cy="3936485"/>
          </a:xfrm>
        </p:spPr>
        <p:txBody>
          <a:bodyPr/>
          <a:lstStyle/>
          <a:p>
            <a:pPr marL="0" indent="0">
              <a:lnSpc>
                <a:spcPct val="140000"/>
              </a:lnSpc>
              <a:buNone/>
            </a:pPr>
            <a:r>
              <a:rPr lang="en-US" sz="2800" dirty="0">
                <a:latin typeface="Arial" panose="020B0604020202020204" pitchFamily="34" charset="0"/>
                <a:cs typeface="Arial" panose="020B0604020202020204" pitchFamily="34" charset="0"/>
              </a:rPr>
              <a:t>Red-teaming</a:t>
            </a:r>
          </a:p>
          <a:p>
            <a:pPr marL="0" indent="0">
              <a:lnSpc>
                <a:spcPct val="140000"/>
              </a:lnSpc>
              <a:buNone/>
            </a:pPr>
            <a:r>
              <a:rPr lang="en-US" sz="2800" dirty="0">
                <a:latin typeface="Arial" panose="020B0604020202020204" pitchFamily="34" charset="0"/>
                <a:cs typeface="Arial" panose="020B0604020202020204" pitchFamily="34" charset="0"/>
              </a:rPr>
              <a:t>Reduce trifecta </a:t>
            </a:r>
            <a:r>
              <a:rPr lang="en-US" sz="2000" dirty="0">
                <a:latin typeface="Arial" panose="020B0604020202020204" pitchFamily="34" charset="0"/>
                <a:cs typeface="Arial" panose="020B0604020202020204" pitchFamily="34" charset="0"/>
              </a:rPr>
              <a:t>(access to private data; exposure to untrusted content; external communication)</a:t>
            </a:r>
          </a:p>
          <a:p>
            <a:pPr marL="0" indent="0">
              <a:lnSpc>
                <a:spcPct val="140000"/>
              </a:lnSpc>
              <a:buNone/>
            </a:pPr>
            <a:r>
              <a:rPr lang="en-US" sz="2800" dirty="0">
                <a:latin typeface="Arial" panose="020B0604020202020204" pitchFamily="34" charset="0"/>
                <a:cs typeface="Arial" panose="020B0604020202020204" pitchFamily="34" charset="0"/>
              </a:rPr>
              <a:t>Specific-purpose agents - see Beurer-Kellner et al.</a:t>
            </a:r>
          </a:p>
          <a:p>
            <a:pPr marL="0" indent="0">
              <a:lnSpc>
                <a:spcPct val="140000"/>
              </a:lnSpc>
              <a:buNone/>
            </a:pPr>
            <a:r>
              <a:rPr lang="en-US" sz="2800" dirty="0">
                <a:latin typeface="Arial" panose="020B0604020202020204" pitchFamily="34" charset="0"/>
                <a:cs typeface="Arial" panose="020B0604020202020204" pitchFamily="34" charset="0"/>
              </a:rPr>
              <a:t>Human oversight &amp; accountability </a:t>
            </a:r>
            <a:r>
              <a:rPr lang="en-US" sz="24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at one extreme: don’t use agents</a:t>
            </a:r>
          </a:p>
          <a:p>
            <a:pPr marL="0" indent="0">
              <a:lnSpc>
                <a:spcPct val="140000"/>
              </a:lnSpc>
              <a:buNone/>
            </a:pPr>
            <a:r>
              <a:rPr lang="en-US" sz="2800" dirty="0">
                <a:latin typeface="Arial" panose="020B0604020202020204" pitchFamily="34" charset="0"/>
                <a:cs typeface="Arial" panose="020B0604020202020204" pitchFamily="34" charset="0"/>
              </a:rPr>
              <a:t>Dial down the hype</a:t>
            </a:r>
          </a:p>
          <a:p>
            <a:pPr marL="0" indent="0">
              <a:lnSpc>
                <a:spcPct val="140000"/>
              </a:lnSpc>
              <a:buNone/>
            </a:pPr>
            <a:endParaRPr lang="en-US" sz="2800" dirty="0">
              <a:latin typeface="Arial" panose="020B0604020202020204" pitchFamily="34" charset="0"/>
              <a:cs typeface="Arial" panose="020B0604020202020204" pitchFamily="34" charset="0"/>
            </a:endParaRPr>
          </a:p>
          <a:p>
            <a:pPr marL="0" indent="0">
              <a:lnSpc>
                <a:spcPct val="140000"/>
              </a:lnSpc>
              <a:buNone/>
            </a:pPr>
            <a:endParaRPr lang="en-US" sz="2800" dirty="0">
              <a:latin typeface="Arial" panose="020B0604020202020204" pitchFamily="34" charset="0"/>
              <a:cs typeface="Arial" panose="020B0604020202020204" pitchFamily="34" charset="0"/>
            </a:endParaRPr>
          </a:p>
          <a:p>
            <a:pPr marL="0" indent="0">
              <a:lnSpc>
                <a:spcPct val="140000"/>
              </a:lnSpc>
              <a:buNone/>
            </a:pPr>
            <a:endParaRPr lang="en-US" sz="2800" dirty="0">
              <a:latin typeface="Arial" panose="020B0604020202020204" pitchFamily="34" charset="0"/>
              <a:cs typeface="Arial" panose="020B0604020202020204" pitchFamily="34" charset="0"/>
            </a:endParaRPr>
          </a:p>
          <a:p>
            <a:pPr marL="0" indent="0">
              <a:lnSpc>
                <a:spcPct val="140000"/>
              </a:lnSpc>
              <a:buNone/>
            </a:pPr>
            <a:endParaRPr lang="en-US" sz="2800" dirty="0">
              <a:latin typeface="Arial" panose="020B0604020202020204" pitchFamily="34" charset="0"/>
              <a:cs typeface="Arial" panose="020B0604020202020204" pitchFamily="34" charset="0"/>
            </a:endParaRPr>
          </a:p>
          <a:p>
            <a:pPr marL="0" indent="0">
              <a:lnSpc>
                <a:spcPct val="140000"/>
              </a:lnSpc>
              <a:buNone/>
            </a:pPr>
            <a:endParaRPr lang="en-GB"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46782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accent6">
            <a:lumMod val="40000"/>
            <a:lumOff val="60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8CBE00A-5B3C-456E-9488-2A34C0878F9E}"/>
              </a:ext>
            </a:extLst>
          </p:cNvPr>
          <p:cNvSpPr>
            <a:spLocks noGrp="1"/>
          </p:cNvSpPr>
          <p:nvPr>
            <p:ph type="title"/>
          </p:nvPr>
        </p:nvSpPr>
        <p:spPr/>
        <p:txBody>
          <a:bodyPr/>
          <a:lstStyle/>
          <a:p>
            <a:r>
              <a:rPr lang="en-GB" sz="3600" b="1" dirty="0">
                <a:solidFill>
                  <a:schemeClr val="tx1"/>
                </a:solidFill>
                <a:latin typeface="Arial" panose="020B0604020202020204" pitchFamily="34" charset="0"/>
                <a:cs typeface="Arial" panose="020B0604020202020204" pitchFamily="34" charset="0"/>
              </a:rPr>
              <a:t>What can you do?</a:t>
            </a:r>
          </a:p>
        </p:txBody>
      </p:sp>
      <p:sp>
        <p:nvSpPr>
          <p:cNvPr id="10" name="Subtitle 9">
            <a:extLs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13" name="Text Placeholder 12">
            <a:extLst>
              <a:ext uri="{FF2B5EF4-FFF2-40B4-BE49-F238E27FC236}">
                <a16:creationId xmlns:a16="http://schemas.microsoft.com/office/drawing/2014/main" id="{9731E58D-2B0D-44C2-985F-3AE02C2A86FD}"/>
              </a:ext>
            </a:extLst>
          </p:cNvPr>
          <p:cNvSpPr>
            <a:spLocks noGrp="1"/>
          </p:cNvSpPr>
          <p:nvPr>
            <p:ph type="body" sz="quarter" idx="14"/>
          </p:nvPr>
        </p:nvSpPr>
        <p:spPr>
          <a:xfrm>
            <a:off x="531091" y="1272650"/>
            <a:ext cx="8229600" cy="5222577"/>
          </a:xfrm>
        </p:spPr>
        <p:txBody>
          <a:bodyPr/>
          <a:lstStyle/>
          <a:p>
            <a:pPr marL="0" indent="0">
              <a:lnSpc>
                <a:spcPct val="120000"/>
              </a:lnSpc>
              <a:buNone/>
            </a:pPr>
            <a:endParaRPr lang="en-GB" sz="2800" dirty="0">
              <a:solidFill>
                <a:schemeClr val="tx1"/>
              </a:solidFill>
              <a:latin typeface="Arial" panose="020B0604020202020204" pitchFamily="34" charset="0"/>
              <a:cs typeface="Arial" panose="020B0604020202020204" pitchFamily="34" charset="0"/>
            </a:endParaRPr>
          </a:p>
          <a:p>
            <a:pPr marL="0" indent="0">
              <a:lnSpc>
                <a:spcPct val="120000"/>
              </a:lnSpc>
              <a:buNone/>
            </a:pPr>
            <a:endParaRPr lang="en-GB" sz="2800" dirty="0">
              <a:solidFill>
                <a:schemeClr val="tx1"/>
              </a:solidFill>
              <a:latin typeface="Arial" panose="020B0604020202020204" pitchFamily="34" charset="0"/>
              <a:cs typeface="Arial" panose="020B0604020202020204" pitchFamily="34" charset="0"/>
            </a:endParaRPr>
          </a:p>
          <a:p>
            <a:pPr marL="0" indent="0">
              <a:lnSpc>
                <a:spcPct val="120000"/>
              </a:lnSpc>
              <a:buNone/>
            </a:pPr>
            <a:r>
              <a:rPr lang="en-GB" sz="3200" dirty="0">
                <a:solidFill>
                  <a:schemeClr val="tx1"/>
                </a:solidFill>
                <a:latin typeface="Arial" panose="020B0604020202020204" pitchFamily="34" charset="0"/>
                <a:cs typeface="Arial" panose="020B0604020202020204" pitchFamily="34" charset="0"/>
              </a:rPr>
              <a:t>What can you do if you find yourself involved in something ethically bad at work?</a:t>
            </a:r>
          </a:p>
          <a:p>
            <a:pPr marL="0" indent="0">
              <a:lnSpc>
                <a:spcPct val="120000"/>
              </a:lnSpc>
              <a:buNone/>
            </a:pPr>
            <a:endParaRPr lang="en-GB" sz="2800" dirty="0">
              <a:solidFill>
                <a:schemeClr val="bg1"/>
              </a:solidFill>
              <a:latin typeface="Arial" panose="020B0604020202020204" pitchFamily="34" charset="0"/>
              <a:cs typeface="Arial" panose="020B0604020202020204" pitchFamily="34" charset="0"/>
            </a:endParaRPr>
          </a:p>
          <a:p>
            <a:pPr marL="0" indent="0">
              <a:lnSpc>
                <a:spcPct val="12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20000"/>
              </a:lnSpc>
              <a:buNone/>
            </a:pPr>
            <a:endParaRPr lang="en-GB" sz="2800" dirty="0">
              <a:solidFill>
                <a:schemeClr val="bg1"/>
              </a:solidFill>
              <a:latin typeface="Arial" panose="020B0604020202020204" pitchFamily="34" charset="0"/>
              <a:cs typeface="Arial" panose="020B0604020202020204" pitchFamily="34" charset="0"/>
            </a:endParaRPr>
          </a:p>
          <a:p>
            <a:pPr>
              <a:lnSpc>
                <a:spcPct val="120000"/>
              </a:lnSpc>
            </a:pPr>
            <a:endParaRPr lang="en-GB" sz="28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37404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8CBE00A-5B3C-456E-9488-2A34C0878F9E}"/>
              </a:ext>
            </a:extLst>
          </p:cNvPr>
          <p:cNvSpPr>
            <a:spLocks noGrp="1"/>
          </p:cNvSpPr>
          <p:nvPr>
            <p:ph type="title"/>
          </p:nvPr>
        </p:nvSpPr>
        <p:spPr/>
        <p:txBody>
          <a:bodyPr/>
          <a:lstStyle/>
          <a:p>
            <a:r>
              <a:rPr lang="en-GB" sz="3600" dirty="0">
                <a:latin typeface="Arial" panose="020B0604020202020204" pitchFamily="34" charset="0"/>
                <a:cs typeface="Arial" panose="020B0604020202020204" pitchFamily="34" charset="0"/>
              </a:rPr>
              <a:t>What can you do? </a:t>
            </a:r>
          </a:p>
        </p:txBody>
      </p:sp>
      <p:sp>
        <p:nvSpPr>
          <p:cNvPr id="4" name="Subtitle 3">
            <a:extLst>
              <a:ext uri="{FF2B5EF4-FFF2-40B4-BE49-F238E27FC236}">
                <a16:creationId xmlns:a16="http://schemas.microsoft.com/office/drawing/2014/main" id="{80A27329-9897-36E0-BC54-C6872AB23B59}"/>
              </a:ext>
              <a:ext uri="{C183D7F6-B498-43B3-948B-1728B52AA6E4}">
                <adec:decorative xmlns:adec="http://schemas.microsoft.com/office/drawing/2017/decorative" val="1"/>
              </a:ext>
            </a:extLst>
          </p:cNvPr>
          <p:cNvSpPr>
            <a:spLocks noGrp="1"/>
          </p:cNvSpPr>
          <p:nvPr>
            <p:ph type="subTitle" idx="1"/>
          </p:nvPr>
        </p:nvSpPr>
        <p:spPr/>
        <p:txBody>
          <a:bodyPr/>
          <a:lstStyle/>
          <a:p>
            <a:r>
              <a:rPr lang="en-US" dirty="0"/>
              <a:t> </a:t>
            </a:r>
            <a:endParaRPr lang="en-GB" dirty="0"/>
          </a:p>
        </p:txBody>
      </p:sp>
      <p:sp>
        <p:nvSpPr>
          <p:cNvPr id="13" name="Text Placeholder 12">
            <a:extLst>
              <a:ext uri="{FF2B5EF4-FFF2-40B4-BE49-F238E27FC236}">
                <a16:creationId xmlns:a16="http://schemas.microsoft.com/office/drawing/2014/main" id="{9731E58D-2B0D-44C2-985F-3AE02C2A86FD}"/>
              </a:ext>
            </a:extLst>
          </p:cNvPr>
          <p:cNvSpPr>
            <a:spLocks noGrp="1"/>
          </p:cNvSpPr>
          <p:nvPr>
            <p:ph type="body" sz="quarter" idx="14"/>
          </p:nvPr>
        </p:nvSpPr>
        <p:spPr>
          <a:xfrm>
            <a:off x="531091" y="1272650"/>
            <a:ext cx="8229600" cy="5222577"/>
          </a:xfrm>
        </p:spPr>
        <p:txBody>
          <a:bodyPr/>
          <a:lstStyle/>
          <a:p>
            <a:pPr marL="0" indent="0">
              <a:lnSpc>
                <a:spcPct val="120000"/>
              </a:lnSpc>
              <a:buNone/>
            </a:pPr>
            <a:r>
              <a:rPr lang="en-GB" sz="2800" b="1" dirty="0">
                <a:solidFill>
                  <a:schemeClr val="accent4">
                    <a:lumMod val="60000"/>
                    <a:lumOff val="40000"/>
                  </a:schemeClr>
                </a:solidFill>
                <a:latin typeface="Arial" panose="020B0604020202020204" pitchFamily="34" charset="0"/>
                <a:cs typeface="Arial" panose="020B0604020202020204" pitchFamily="34" charset="0"/>
              </a:rPr>
              <a:t>#1: don’t get into this situation in the first place</a:t>
            </a:r>
          </a:p>
          <a:p>
            <a:pPr>
              <a:lnSpc>
                <a:spcPct val="120000"/>
              </a:lnSpc>
            </a:pPr>
            <a:r>
              <a:rPr lang="en-GB" sz="2800" dirty="0">
                <a:solidFill>
                  <a:schemeClr val="bg1"/>
                </a:solidFill>
                <a:latin typeface="Arial" panose="020B0604020202020204" pitchFamily="34" charset="0"/>
                <a:cs typeface="Arial" panose="020B0604020202020204" pitchFamily="34" charset="0"/>
              </a:rPr>
              <a:t> Due diligence in job applications</a:t>
            </a:r>
          </a:p>
          <a:p>
            <a:pPr>
              <a:lnSpc>
                <a:spcPct val="120000"/>
              </a:lnSpc>
            </a:pPr>
            <a:r>
              <a:rPr lang="en-GB" sz="2800" dirty="0">
                <a:solidFill>
                  <a:schemeClr val="bg1"/>
                </a:solidFill>
                <a:latin typeface="Arial" panose="020B0604020202020204" pitchFamily="34" charset="0"/>
                <a:cs typeface="Arial" panose="020B0604020202020204" pitchFamily="34" charset="0"/>
              </a:rPr>
              <a:t> May be possible to evade problem</a:t>
            </a:r>
          </a:p>
          <a:p>
            <a:pPr>
              <a:lnSpc>
                <a:spcPct val="120000"/>
              </a:lnSpc>
            </a:pPr>
            <a:r>
              <a:rPr lang="en-GB" sz="2800" dirty="0">
                <a:solidFill>
                  <a:schemeClr val="bg1"/>
                </a:solidFill>
                <a:latin typeface="Arial" panose="020B0604020202020204" pitchFamily="34" charset="0"/>
                <a:cs typeface="Arial" panose="020B0604020202020204" pitchFamily="34" charset="0"/>
              </a:rPr>
              <a:t> Keep your compass: have more than one community</a:t>
            </a:r>
          </a:p>
          <a:p>
            <a:pPr>
              <a:lnSpc>
                <a:spcPct val="120000"/>
              </a:lnSpc>
            </a:pPr>
            <a:r>
              <a:rPr lang="en-GB" sz="2800" dirty="0">
                <a:solidFill>
                  <a:schemeClr val="bg1"/>
                </a:solidFill>
                <a:latin typeface="Arial" panose="020B0604020202020204" pitchFamily="34" charset="0"/>
                <a:cs typeface="Arial" panose="020B0604020202020204" pitchFamily="34" charset="0"/>
              </a:rPr>
              <a:t>Routinely think about ethical issues of your work (increase +</a:t>
            </a:r>
            <a:r>
              <a:rPr lang="en-GB" sz="2800" dirty="0" err="1">
                <a:solidFill>
                  <a:schemeClr val="bg1"/>
                </a:solidFill>
                <a:latin typeface="Arial" panose="020B0604020202020204" pitchFamily="34" charset="0"/>
                <a:cs typeface="Arial" panose="020B0604020202020204" pitchFamily="34" charset="0"/>
              </a:rPr>
              <a:t>ve</a:t>
            </a:r>
            <a:r>
              <a:rPr lang="en-GB" sz="2800" dirty="0">
                <a:solidFill>
                  <a:schemeClr val="bg1"/>
                </a:solidFill>
                <a:latin typeface="Arial" panose="020B0604020202020204" pitchFamily="34" charset="0"/>
                <a:cs typeface="Arial" panose="020B0604020202020204" pitchFamily="34" charset="0"/>
              </a:rPr>
              <a:t> as well as avoid –</a:t>
            </a:r>
            <a:r>
              <a:rPr lang="en-GB" sz="2800" dirty="0" err="1">
                <a:solidFill>
                  <a:schemeClr val="bg1"/>
                </a:solidFill>
                <a:latin typeface="Arial" panose="020B0604020202020204" pitchFamily="34" charset="0"/>
                <a:cs typeface="Arial" panose="020B0604020202020204" pitchFamily="34" charset="0"/>
              </a:rPr>
              <a:t>ve</a:t>
            </a:r>
            <a:r>
              <a:rPr lang="en-GB" sz="2800" dirty="0">
                <a:solidFill>
                  <a:schemeClr val="bg1"/>
                </a:solidFill>
                <a:latin typeface="Arial" panose="020B0604020202020204" pitchFamily="34" charset="0"/>
                <a:cs typeface="Arial" panose="020B0604020202020204" pitchFamily="34" charset="0"/>
              </a:rPr>
              <a:t>)</a:t>
            </a:r>
          </a:p>
          <a:p>
            <a:pPr marL="0" indent="0">
              <a:lnSpc>
                <a:spcPct val="120000"/>
              </a:lnSpc>
              <a:buNone/>
            </a:pPr>
            <a:r>
              <a:rPr lang="en-GB" sz="2800" dirty="0">
                <a:solidFill>
                  <a:schemeClr val="bg1"/>
                </a:solidFill>
                <a:latin typeface="Arial" panose="020B0604020202020204" pitchFamily="34" charset="0"/>
                <a:cs typeface="Arial" panose="020B0604020202020204" pitchFamily="34" charset="0"/>
              </a:rPr>
              <a:t> </a:t>
            </a:r>
          </a:p>
          <a:p>
            <a:pPr>
              <a:lnSpc>
                <a:spcPct val="120000"/>
              </a:lnSpc>
            </a:pPr>
            <a:endParaRPr lang="en-GB" sz="2800" dirty="0">
              <a:solidFill>
                <a:schemeClr val="bg1"/>
              </a:solidFill>
              <a:latin typeface="Arial" panose="020B0604020202020204" pitchFamily="34" charset="0"/>
              <a:cs typeface="Arial" panose="020B0604020202020204" pitchFamily="34" charset="0"/>
            </a:endParaRPr>
          </a:p>
          <a:p>
            <a:pPr>
              <a:lnSpc>
                <a:spcPct val="120000"/>
              </a:lnSpc>
            </a:pPr>
            <a:endParaRPr lang="en-GB" sz="28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4769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8CBE00A-5B3C-456E-9488-2A34C0878F9E}"/>
              </a:ext>
            </a:extLst>
          </p:cNvPr>
          <p:cNvSpPr>
            <a:spLocks noGrp="1"/>
          </p:cNvSpPr>
          <p:nvPr>
            <p:ph type="title"/>
          </p:nvPr>
        </p:nvSpPr>
        <p:spPr/>
        <p:txBody>
          <a:bodyPr/>
          <a:lstStyle/>
          <a:p>
            <a:r>
              <a:rPr lang="en-GB" sz="3600" dirty="0">
                <a:latin typeface="Arial" panose="020B0604020202020204" pitchFamily="34" charset="0"/>
                <a:cs typeface="Arial" panose="020B0604020202020204" pitchFamily="34" charset="0"/>
              </a:rPr>
              <a:t>What can you do? #2</a:t>
            </a:r>
          </a:p>
        </p:txBody>
      </p:sp>
      <p:sp>
        <p:nvSpPr>
          <p:cNvPr id="10" name="Subtitle 9">
            <a:extLs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13" name="Text Placeholder 12">
            <a:extLst>
              <a:ext uri="{FF2B5EF4-FFF2-40B4-BE49-F238E27FC236}">
                <a16:creationId xmlns:a16="http://schemas.microsoft.com/office/drawing/2014/main" id="{9731E58D-2B0D-44C2-985F-3AE02C2A86FD}"/>
              </a:ext>
            </a:extLst>
          </p:cNvPr>
          <p:cNvSpPr>
            <a:spLocks noGrp="1"/>
          </p:cNvSpPr>
          <p:nvPr>
            <p:ph type="body" sz="quarter" idx="14"/>
          </p:nvPr>
        </p:nvSpPr>
        <p:spPr>
          <a:xfrm>
            <a:off x="531091" y="1272650"/>
            <a:ext cx="8029980" cy="5222577"/>
          </a:xfrm>
        </p:spPr>
        <p:txBody>
          <a:bodyPr/>
          <a:lstStyle/>
          <a:p>
            <a:pPr marL="0" indent="0">
              <a:lnSpc>
                <a:spcPct val="120000"/>
              </a:lnSpc>
              <a:buNone/>
            </a:pPr>
            <a:r>
              <a:rPr lang="en-GB" sz="2800" b="1" dirty="0">
                <a:solidFill>
                  <a:schemeClr val="accent4">
                    <a:lumMod val="60000"/>
                    <a:lumOff val="40000"/>
                  </a:schemeClr>
                </a:solidFill>
                <a:latin typeface="Arial" panose="020B0604020202020204" pitchFamily="34" charset="0"/>
                <a:cs typeface="Arial" panose="020B0604020202020204" pitchFamily="34" charset="0"/>
              </a:rPr>
              <a:t>#2: talk about it within the team/organization</a:t>
            </a:r>
          </a:p>
          <a:p>
            <a:pPr>
              <a:lnSpc>
                <a:spcPct val="120000"/>
              </a:lnSpc>
            </a:pPr>
            <a:r>
              <a:rPr lang="en-GB" sz="2800" dirty="0">
                <a:solidFill>
                  <a:schemeClr val="bg1"/>
                </a:solidFill>
                <a:latin typeface="Arial" panose="020B0604020202020204" pitchFamily="34" charset="0"/>
                <a:cs typeface="Arial" panose="020B0604020202020204" pitchFamily="34" charset="0"/>
              </a:rPr>
              <a:t> Get allies</a:t>
            </a:r>
          </a:p>
          <a:p>
            <a:pPr>
              <a:lnSpc>
                <a:spcPct val="120000"/>
              </a:lnSpc>
            </a:pPr>
            <a:r>
              <a:rPr lang="en-GB" sz="2800" dirty="0">
                <a:solidFill>
                  <a:schemeClr val="bg1"/>
                </a:solidFill>
                <a:latin typeface="Arial" panose="020B0604020202020204" pitchFamily="34" charset="0"/>
                <a:cs typeface="Arial" panose="020B0604020202020204" pitchFamily="34" charset="0"/>
              </a:rPr>
              <a:t> Look for corporate rules / outcomes / values supporting your case</a:t>
            </a:r>
          </a:p>
          <a:p>
            <a:pPr>
              <a:lnSpc>
                <a:spcPct val="120000"/>
              </a:lnSpc>
            </a:pPr>
            <a:r>
              <a:rPr lang="en-GB" sz="2800" dirty="0">
                <a:solidFill>
                  <a:schemeClr val="bg1"/>
                </a:solidFill>
                <a:latin typeface="Arial" panose="020B0604020202020204" pitchFamily="34" charset="0"/>
                <a:cs typeface="Arial" panose="020B0604020202020204" pitchFamily="34" charset="0"/>
              </a:rPr>
              <a:t> Be factual</a:t>
            </a:r>
          </a:p>
          <a:p>
            <a:pPr>
              <a:lnSpc>
                <a:spcPct val="120000"/>
              </a:lnSpc>
            </a:pPr>
            <a:r>
              <a:rPr lang="en-GB" sz="2800" dirty="0">
                <a:solidFill>
                  <a:schemeClr val="bg1"/>
                </a:solidFill>
                <a:latin typeface="Arial" panose="020B0604020202020204" pitchFamily="34" charset="0"/>
                <a:cs typeface="Arial" panose="020B0604020202020204" pitchFamily="34" charset="0"/>
              </a:rPr>
              <a:t> Suggest solutions if you can </a:t>
            </a:r>
          </a:p>
          <a:p>
            <a:pPr>
              <a:lnSpc>
                <a:spcPct val="120000"/>
              </a:lnSpc>
            </a:pPr>
            <a:r>
              <a:rPr lang="en-GB" sz="2800" dirty="0">
                <a:solidFill>
                  <a:schemeClr val="bg1"/>
                </a:solidFill>
                <a:latin typeface="Arial" panose="020B0604020202020204" pitchFamily="34" charset="0"/>
                <a:cs typeface="Arial" panose="020B0604020202020204" pitchFamily="34" charset="0"/>
              </a:rPr>
              <a:t> If low-key informal approach isn’t enough, use company reporting procedures where they exist</a:t>
            </a:r>
          </a:p>
          <a:p>
            <a:pPr>
              <a:lnSpc>
                <a:spcPct val="120000"/>
              </a:lnSpc>
            </a:pPr>
            <a:endParaRPr lang="en-GB" sz="28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332202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a:extLst>
            <a:ext uri="{FF2B5EF4-FFF2-40B4-BE49-F238E27FC236}">
              <a16:creationId xmlns:a16="http://schemas.microsoft.com/office/drawing/2014/main" id="{CA04EB97-E2E5-A32E-AC99-C57337F8D13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E881009-9CCA-0C46-E5A0-A00F5831F16A}"/>
              </a:ext>
            </a:extLst>
          </p:cNvPr>
          <p:cNvSpPr txBox="1"/>
          <p:nvPr/>
        </p:nvSpPr>
        <p:spPr>
          <a:xfrm flipH="1">
            <a:off x="449618" y="5653859"/>
            <a:ext cx="8229600" cy="1015663"/>
          </a:xfrm>
          <a:prstGeom prst="rect">
            <a:avLst/>
          </a:prstGeom>
          <a:noFill/>
        </p:spPr>
        <p:txBody>
          <a:bodyPr wrap="square" rtlCol="0">
            <a:spAutoFit/>
          </a:bodyPr>
          <a:lstStyle/>
          <a:p>
            <a:r>
              <a:rPr lang="it-IT" sz="2000" dirty="0">
                <a:solidFill>
                  <a:schemeClr val="bg1"/>
                </a:solidFill>
                <a:latin typeface="Arial" panose="020B0604020202020204" pitchFamily="34" charset="0"/>
                <a:cs typeface="Arial" panose="020B0604020202020204" pitchFamily="34" charset="0"/>
              </a:rPr>
              <a:t>                    UK Parliament 2021/Annabel Moeller</a:t>
            </a:r>
          </a:p>
          <a:p>
            <a:r>
              <a:rPr lang="it-IT" sz="2000" dirty="0">
                <a:solidFill>
                  <a:schemeClr val="bg1"/>
                </a:solidFill>
                <a:latin typeface="Arial" panose="020B0604020202020204" pitchFamily="34" charset="0"/>
                <a:cs typeface="Arial" panose="020B0604020202020204" pitchFamily="34" charset="0"/>
              </a:rPr>
              <a:t>https://www.flickr.com/photos/ukhouseoflords/51628869530</a:t>
            </a:r>
          </a:p>
          <a:p>
            <a:r>
              <a:rPr lang="it-IT" sz="2000" dirty="0">
                <a:solidFill>
                  <a:schemeClr val="bg1"/>
                </a:solidFill>
                <a:latin typeface="Arial" panose="020B0604020202020204" pitchFamily="34" charset="0"/>
                <a:cs typeface="Arial" panose="020B0604020202020204" pitchFamily="34" charset="0"/>
              </a:rPr>
              <a:t>Angry emoji via freebiesupply.com</a:t>
            </a:r>
            <a:endParaRPr lang="en-GB" sz="2000" dirty="0">
              <a:solidFill>
                <a:schemeClr val="bg1"/>
              </a:solidFill>
              <a:latin typeface="Arial" panose="020B0604020202020204" pitchFamily="34" charset="0"/>
              <a:cs typeface="Arial" panose="020B0604020202020204" pitchFamily="34" charset="0"/>
            </a:endParaRPr>
          </a:p>
        </p:txBody>
      </p:sp>
      <p:sp>
        <p:nvSpPr>
          <p:cNvPr id="7" name="Title 6">
            <a:extLst>
              <a:ext uri="{FF2B5EF4-FFF2-40B4-BE49-F238E27FC236}">
                <a16:creationId xmlns:a16="http://schemas.microsoft.com/office/drawing/2014/main" id="{AAD1A2D2-24BA-B49C-4448-2A66BC2EEA3D}"/>
              </a:ext>
            </a:extLst>
          </p:cNvPr>
          <p:cNvSpPr>
            <a:spLocks noGrp="1"/>
          </p:cNvSpPr>
          <p:nvPr>
            <p:ph type="title"/>
          </p:nvPr>
        </p:nvSpPr>
        <p:spPr>
          <a:xfrm>
            <a:off x="331470" y="313703"/>
            <a:ext cx="8229600" cy="523220"/>
          </a:xfrm>
        </p:spPr>
        <p:txBody>
          <a:bodyPr/>
          <a:lstStyle/>
          <a:p>
            <a:r>
              <a:rPr lang="en-GB" sz="3600" dirty="0">
                <a:latin typeface="Arial" panose="020B0604020202020204" pitchFamily="34" charset="0"/>
                <a:cs typeface="Arial" panose="020B0604020202020204" pitchFamily="34" charset="0"/>
              </a:rPr>
              <a:t>Frances Haugen</a:t>
            </a:r>
          </a:p>
        </p:txBody>
      </p:sp>
      <p:sp>
        <p:nvSpPr>
          <p:cNvPr id="10" name="Subtitle 9">
            <a:extLst>
              <a:ext uri="{FF2B5EF4-FFF2-40B4-BE49-F238E27FC236}">
                <a16:creationId xmlns:a16="http://schemas.microsoft.com/office/drawing/2014/main" id="{CE3CE290-DC8C-19F7-1AE0-76CE5512F51E}"/>
              </a:ext>
              <a:ext uri="{C183D7F6-B498-43B3-948B-1728B52AA6E4}">
                <adec:decorative xmlns:adec="http://schemas.microsoft.com/office/drawing/2017/decorative" val="1"/>
              </a:ext>
            </a:extLst>
          </p:cNvPr>
          <p:cNvSpPr>
            <a:spLocks noGrp="1"/>
          </p:cNvSpPr>
          <p:nvPr>
            <p:ph type="subTitle" idx="1"/>
          </p:nvPr>
        </p:nvSpPr>
        <p:spPr>
          <a:xfrm>
            <a:off x="331470" y="659783"/>
            <a:ext cx="8229600" cy="502701"/>
          </a:xfrm>
        </p:spPr>
        <p:txBody>
          <a:bodyPr/>
          <a:lstStyle/>
          <a:p>
            <a:r>
              <a:rPr lang="en-GB" dirty="0"/>
              <a:t>  </a:t>
            </a:r>
          </a:p>
        </p:txBody>
      </p:sp>
      <p:pic>
        <p:nvPicPr>
          <p:cNvPr id="4" name="Picture 3" descr="Frances Haugen giving evidence to the joint committee on the draft Online Safety Bill, 2021">
            <a:extLst>
              <a:ext uri="{FF2B5EF4-FFF2-40B4-BE49-F238E27FC236}">
                <a16:creationId xmlns:a16="http://schemas.microsoft.com/office/drawing/2014/main" id="{7E4C20FC-C18B-F9EE-B738-D568CA3843BE}"/>
              </a:ext>
              <a:ext uri="{C183D7F6-B498-43B3-948B-1728B52AA6E4}">
                <adec:decorative xmlns:adec="http://schemas.microsoft.com/office/drawing/2017/decorative" val="0"/>
              </a:ext>
            </a:extLst>
          </p:cNvPr>
          <p:cNvPicPr>
            <a:picLocks noChangeAspect="1"/>
          </p:cNvPicPr>
          <p:nvPr/>
        </p:nvPicPr>
        <p:blipFill>
          <a:blip r:embed="rId3"/>
          <a:stretch>
            <a:fillRect/>
          </a:stretch>
        </p:blipFill>
        <p:spPr>
          <a:xfrm>
            <a:off x="1056468" y="1252131"/>
            <a:ext cx="6484332" cy="4312081"/>
          </a:xfrm>
          <a:prstGeom prst="rect">
            <a:avLst/>
          </a:prstGeom>
        </p:spPr>
      </p:pic>
      <p:pic>
        <p:nvPicPr>
          <p:cNvPr id="8" name="Picture 7" descr="Creative Commons BY-NC-ND licence">
            <a:extLst>
              <a:ext uri="{FF2B5EF4-FFF2-40B4-BE49-F238E27FC236}">
                <a16:creationId xmlns:a16="http://schemas.microsoft.com/office/drawing/2014/main" id="{CB8A53AA-B551-0B11-D24D-9EDB2FDE15C5}"/>
              </a:ext>
            </a:extLst>
          </p:cNvPr>
          <p:cNvPicPr>
            <a:picLocks noChangeAspect="1"/>
          </p:cNvPicPr>
          <p:nvPr/>
        </p:nvPicPr>
        <p:blipFill>
          <a:blip r:embed="rId4"/>
          <a:stretch>
            <a:fillRect/>
          </a:stretch>
        </p:blipFill>
        <p:spPr>
          <a:xfrm>
            <a:off x="531091" y="5621395"/>
            <a:ext cx="1416588" cy="365988"/>
          </a:xfrm>
          <a:prstGeom prst="rect">
            <a:avLst/>
          </a:prstGeom>
        </p:spPr>
      </p:pic>
      <p:sp>
        <p:nvSpPr>
          <p:cNvPr id="11" name="Text Placeholder 10">
            <a:extLst>
              <a:ext uri="{FF2B5EF4-FFF2-40B4-BE49-F238E27FC236}">
                <a16:creationId xmlns:a16="http://schemas.microsoft.com/office/drawing/2014/main" id="{C5E95BE8-E7E7-4857-5412-73FECF22161C}"/>
              </a:ext>
              <a:ext uri="{C183D7F6-B498-43B3-948B-1728B52AA6E4}">
                <adec:decorative xmlns:adec="http://schemas.microsoft.com/office/drawing/2017/decorative" val="1"/>
              </a:ext>
            </a:extLst>
          </p:cNvPr>
          <p:cNvSpPr>
            <a:spLocks noGrp="1"/>
          </p:cNvSpPr>
          <p:nvPr>
            <p:ph type="body" sz="quarter" idx="14"/>
          </p:nvPr>
        </p:nvSpPr>
        <p:spPr/>
        <p:txBody>
          <a:bodyPr/>
          <a:lstStyle/>
          <a:p>
            <a:pPr marL="0" indent="0">
              <a:buNone/>
            </a:pPr>
            <a:r>
              <a:rPr lang="en-GB" dirty="0"/>
              <a:t> </a:t>
            </a:r>
          </a:p>
        </p:txBody>
      </p:sp>
      <p:pic>
        <p:nvPicPr>
          <p:cNvPr id="3" name="Picture 2" descr="Angry icon">
            <a:extLst>
              <a:ext uri="{FF2B5EF4-FFF2-40B4-BE49-F238E27FC236}">
                <a16:creationId xmlns:a16="http://schemas.microsoft.com/office/drawing/2014/main" id="{12A64E4F-5B08-DBE3-1C22-FFC65E3422F2}"/>
              </a:ext>
            </a:extLst>
          </p:cNvPr>
          <p:cNvPicPr>
            <a:picLocks noChangeAspect="1"/>
          </p:cNvPicPr>
          <p:nvPr/>
        </p:nvPicPr>
        <p:blipFill>
          <a:blip r:embed="rId5"/>
          <a:stretch>
            <a:fillRect/>
          </a:stretch>
        </p:blipFill>
        <p:spPr>
          <a:xfrm>
            <a:off x="6873240" y="229250"/>
            <a:ext cx="838506" cy="746699"/>
          </a:xfrm>
          <a:prstGeom prst="rect">
            <a:avLst/>
          </a:prstGeom>
        </p:spPr>
      </p:pic>
    </p:spTree>
    <p:extLst>
      <p:ext uri="{BB962C8B-B14F-4D97-AF65-F5344CB8AC3E}">
        <p14:creationId xmlns:p14="http://schemas.microsoft.com/office/powerpoint/2010/main" val="2794255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8CBE00A-5B3C-456E-9488-2A34C0878F9E}"/>
              </a:ext>
            </a:extLst>
          </p:cNvPr>
          <p:cNvSpPr>
            <a:spLocks noGrp="1"/>
          </p:cNvSpPr>
          <p:nvPr>
            <p:ph type="title"/>
          </p:nvPr>
        </p:nvSpPr>
        <p:spPr/>
        <p:txBody>
          <a:bodyPr/>
          <a:lstStyle/>
          <a:p>
            <a:r>
              <a:rPr lang="en-GB" sz="3600" dirty="0">
                <a:latin typeface="Arial" panose="020B0604020202020204" pitchFamily="34" charset="0"/>
                <a:cs typeface="Arial" panose="020B0604020202020204" pitchFamily="34" charset="0"/>
              </a:rPr>
              <a:t>What can you do? #3</a:t>
            </a:r>
          </a:p>
        </p:txBody>
      </p:sp>
      <p:sp>
        <p:nvSpPr>
          <p:cNvPr id="10" name="Subtitle 9">
            <a:extLs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13" name="Text Placeholder 12">
            <a:extLst>
              <a:ext uri="{FF2B5EF4-FFF2-40B4-BE49-F238E27FC236}">
                <a16:creationId xmlns:a16="http://schemas.microsoft.com/office/drawing/2014/main" id="{9731E58D-2B0D-44C2-985F-3AE02C2A86FD}"/>
              </a:ext>
            </a:extLst>
          </p:cNvPr>
          <p:cNvSpPr>
            <a:spLocks noGrp="1"/>
          </p:cNvSpPr>
          <p:nvPr>
            <p:ph type="body" sz="quarter" idx="14"/>
          </p:nvPr>
        </p:nvSpPr>
        <p:spPr>
          <a:xfrm>
            <a:off x="531090" y="1272651"/>
            <a:ext cx="8449624" cy="4213750"/>
          </a:xfrm>
        </p:spPr>
        <p:txBody>
          <a:bodyPr/>
          <a:lstStyle/>
          <a:p>
            <a:pPr marL="0" indent="0">
              <a:lnSpc>
                <a:spcPct val="120000"/>
              </a:lnSpc>
              <a:buNone/>
            </a:pPr>
            <a:r>
              <a:rPr lang="en-GB" sz="2800" b="1" dirty="0">
                <a:solidFill>
                  <a:schemeClr val="accent4">
                    <a:lumMod val="60000"/>
                    <a:lumOff val="40000"/>
                  </a:schemeClr>
                </a:solidFill>
                <a:latin typeface="Arial" panose="020B0604020202020204" pitchFamily="34" charset="0"/>
                <a:cs typeface="Arial" panose="020B0604020202020204" pitchFamily="34" charset="0"/>
              </a:rPr>
              <a:t>#3: Public whistleblowing (e.g. talk to journalist)</a:t>
            </a:r>
          </a:p>
          <a:p>
            <a:pPr marL="0" indent="0">
              <a:lnSpc>
                <a:spcPct val="120000"/>
              </a:lnSpc>
              <a:buNone/>
            </a:pPr>
            <a:r>
              <a:rPr lang="en-GB" sz="2800" dirty="0">
                <a:solidFill>
                  <a:schemeClr val="bg1"/>
                </a:solidFill>
                <a:latin typeface="Arial" panose="020B0604020202020204" pitchFamily="34" charset="0"/>
                <a:cs typeface="Arial" panose="020B0604020202020204" pitchFamily="34" charset="0"/>
              </a:rPr>
              <a:t>For heroes/heroines.</a:t>
            </a:r>
          </a:p>
          <a:p>
            <a:pPr marL="0" indent="0">
              <a:lnSpc>
                <a:spcPct val="120000"/>
              </a:lnSpc>
              <a:buNone/>
            </a:pPr>
            <a:r>
              <a:rPr lang="en-GB" sz="2800" dirty="0">
                <a:solidFill>
                  <a:schemeClr val="bg1"/>
                </a:solidFill>
                <a:latin typeface="Arial" panose="020B0604020202020204" pitchFamily="34" charset="0"/>
                <a:cs typeface="Arial" panose="020B0604020202020204" pitchFamily="34" charset="0"/>
              </a:rPr>
              <a:t>Only try this after #2 has failed. </a:t>
            </a:r>
          </a:p>
          <a:p>
            <a:pPr marL="0" indent="0">
              <a:lnSpc>
                <a:spcPct val="120000"/>
              </a:lnSpc>
              <a:buNone/>
            </a:pPr>
            <a:r>
              <a:rPr lang="en-GB" sz="2400" dirty="0">
                <a:solidFill>
                  <a:schemeClr val="bg1"/>
                </a:solidFill>
                <a:latin typeface="Arial" panose="020B0604020202020204" pitchFamily="34" charset="0"/>
                <a:cs typeface="Arial" panose="020B0604020202020204" pitchFamily="34" charset="0"/>
              </a:rPr>
              <a:t>Read this first: https://www.gov.uk/whistleblowing</a:t>
            </a:r>
          </a:p>
          <a:p>
            <a:pPr marL="0" indent="0">
              <a:lnSpc>
                <a:spcPct val="120000"/>
              </a:lnSpc>
              <a:buNone/>
            </a:pPr>
            <a:r>
              <a:rPr lang="en-GB" sz="2400" dirty="0">
                <a:solidFill>
                  <a:schemeClr val="bg1"/>
                </a:solidFill>
                <a:latin typeface="Arial" panose="020B0604020202020204" pitchFamily="34" charset="0"/>
                <a:cs typeface="Arial" panose="020B0604020202020204" pitchFamily="34" charset="0"/>
              </a:rPr>
              <a:t>Support organizations, see refs.</a:t>
            </a:r>
          </a:p>
          <a:p>
            <a:pPr marL="0" indent="0">
              <a:lnSpc>
                <a:spcPct val="120000"/>
              </a:lnSpc>
              <a:buNone/>
            </a:pPr>
            <a:r>
              <a:rPr lang="en-GB" sz="2400" dirty="0">
                <a:solidFill>
                  <a:schemeClr val="bg1"/>
                </a:solidFill>
                <a:latin typeface="Arial" panose="020B0604020202020204" pitchFamily="34" charset="0"/>
                <a:cs typeface="Arial" panose="020B0604020202020204" pitchFamily="34" charset="0"/>
              </a:rPr>
              <a:t>NDAs can’t prevent whistleblowing in the public interest</a:t>
            </a:r>
            <a:endParaRPr lang="en-GB" sz="2800" dirty="0">
              <a:solidFill>
                <a:schemeClr val="bg1"/>
              </a:solidFill>
              <a:latin typeface="Arial" panose="020B0604020202020204" pitchFamily="34" charset="0"/>
              <a:cs typeface="Arial" panose="020B0604020202020204" pitchFamily="34" charset="0"/>
            </a:endParaRPr>
          </a:p>
          <a:p>
            <a:pPr marL="0" indent="0">
              <a:lnSpc>
                <a:spcPct val="120000"/>
              </a:lnSpc>
              <a:buNone/>
            </a:pPr>
            <a:r>
              <a:rPr lang="en-GB" sz="2800" dirty="0">
                <a:solidFill>
                  <a:schemeClr val="bg1"/>
                </a:solidFill>
                <a:latin typeface="Arial" panose="020B0604020202020204" pitchFamily="34" charset="0"/>
                <a:cs typeface="Arial" panose="020B0604020202020204" pitchFamily="34" charset="0"/>
              </a:rPr>
              <a:t>                                                    </a:t>
            </a:r>
          </a:p>
          <a:p>
            <a:pPr marL="0" indent="0">
              <a:lnSpc>
                <a:spcPct val="120000"/>
              </a:lnSpc>
              <a:buNone/>
            </a:pPr>
            <a:endParaRPr lang="en-GB" sz="28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p:txBody>
      </p:sp>
      <p:pic>
        <p:nvPicPr>
          <p:cNvPr id="4" name="Picture 3" descr="A whistle">
            <a:extLst>
              <a:ext uri="{FF2B5EF4-FFF2-40B4-BE49-F238E27FC236}">
                <a16:creationId xmlns:a16="http://schemas.microsoft.com/office/drawing/2014/main" id="{8A1ACD5B-3650-4621-8BCD-C7F9428A35C9}"/>
              </a:ext>
            </a:extLst>
          </p:cNvPr>
          <p:cNvPicPr>
            <a:picLocks noChangeAspect="1"/>
          </p:cNvPicPr>
          <p:nvPr/>
        </p:nvPicPr>
        <p:blipFill>
          <a:blip r:embed="rId3"/>
          <a:stretch>
            <a:fillRect/>
          </a:stretch>
        </p:blipFill>
        <p:spPr>
          <a:xfrm>
            <a:off x="3188335" y="4246723"/>
            <a:ext cx="2225493" cy="1811691"/>
          </a:xfrm>
          <a:prstGeom prst="rect">
            <a:avLst/>
          </a:prstGeom>
        </p:spPr>
      </p:pic>
      <p:pic>
        <p:nvPicPr>
          <p:cNvPr id="6" name="Picture 5" descr="Creative Commons CC-BY-ND licence ">
            <a:extLst>
              <a:ext uri="{FF2B5EF4-FFF2-40B4-BE49-F238E27FC236}">
                <a16:creationId xmlns:a16="http://schemas.microsoft.com/office/drawing/2014/main" id="{85ACB38E-B06F-461A-9940-4DB949AB07C9}"/>
              </a:ext>
            </a:extLst>
          </p:cNvPr>
          <p:cNvPicPr>
            <a:picLocks noChangeAspect="1"/>
          </p:cNvPicPr>
          <p:nvPr/>
        </p:nvPicPr>
        <p:blipFill>
          <a:blip r:embed="rId4"/>
          <a:stretch>
            <a:fillRect/>
          </a:stretch>
        </p:blipFill>
        <p:spPr>
          <a:xfrm>
            <a:off x="1269998" y="6141403"/>
            <a:ext cx="966231" cy="353824"/>
          </a:xfrm>
          <a:prstGeom prst="rect">
            <a:avLst/>
          </a:prstGeom>
        </p:spPr>
      </p:pic>
      <p:sp>
        <p:nvSpPr>
          <p:cNvPr id="3" name="TextBox 2">
            <a:extLst>
              <a:ext uri="{FF2B5EF4-FFF2-40B4-BE49-F238E27FC236}">
                <a16:creationId xmlns:a16="http://schemas.microsoft.com/office/drawing/2014/main" id="{A267498F-3778-34BC-253C-4F2BE25FEAAA}"/>
              </a:ext>
            </a:extLst>
          </p:cNvPr>
          <p:cNvSpPr txBox="1"/>
          <p:nvPr/>
        </p:nvSpPr>
        <p:spPr>
          <a:xfrm>
            <a:off x="531090" y="5614583"/>
            <a:ext cx="7342912" cy="1243417"/>
          </a:xfrm>
          <a:prstGeom prst="rect">
            <a:avLst/>
          </a:prstGeom>
          <a:noFill/>
        </p:spPr>
        <p:txBody>
          <a:bodyPr wrap="square" rtlCol="0">
            <a:spAutoFit/>
          </a:bodyPr>
          <a:lstStyle/>
          <a:p>
            <a:pPr marL="0" indent="0">
              <a:lnSpc>
                <a:spcPct val="120000"/>
              </a:lnSpc>
              <a:buNone/>
            </a:pPr>
            <a:endParaRPr lang="en-GB" sz="2800" dirty="0">
              <a:solidFill>
                <a:schemeClr val="bg1"/>
              </a:solidFill>
              <a:latin typeface="Arial" panose="020B0604020202020204" pitchFamily="34" charset="0"/>
              <a:cs typeface="Arial" panose="020B0604020202020204" pitchFamily="34" charset="0"/>
            </a:endParaRPr>
          </a:p>
          <a:p>
            <a:pPr marL="0" indent="0">
              <a:lnSpc>
                <a:spcPct val="120000"/>
              </a:lnSpc>
              <a:buNone/>
            </a:pPr>
            <a:r>
              <a:rPr lang="en-GB" dirty="0">
                <a:solidFill>
                  <a:schemeClr val="bg1"/>
                </a:solidFill>
                <a:latin typeface="Arial" panose="020B0604020202020204" pitchFamily="34" charset="0"/>
                <a:cs typeface="Arial" panose="020B0604020202020204" pitchFamily="34" charset="0"/>
              </a:rPr>
              <a:t>Photo                Gail Thomas on Flickr, https://www.flickr.com/photos/42573918@N00/6421710193</a:t>
            </a:r>
            <a:endParaRPr lang="en-GB" dirty="0"/>
          </a:p>
        </p:txBody>
      </p:sp>
    </p:spTree>
    <p:extLst>
      <p:ext uri="{BB962C8B-B14F-4D97-AF65-F5344CB8AC3E}">
        <p14:creationId xmlns:p14="http://schemas.microsoft.com/office/powerpoint/2010/main" val="7026290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8CBE00A-5B3C-456E-9488-2A34C0878F9E}"/>
              </a:ext>
            </a:extLst>
          </p:cNvPr>
          <p:cNvSpPr>
            <a:spLocks noGrp="1"/>
          </p:cNvSpPr>
          <p:nvPr>
            <p:ph type="title"/>
          </p:nvPr>
        </p:nvSpPr>
        <p:spPr/>
        <p:txBody>
          <a:bodyPr/>
          <a:lstStyle/>
          <a:p>
            <a:r>
              <a:rPr lang="en-GB" sz="3600" dirty="0">
                <a:latin typeface="Arial" panose="020B0604020202020204" pitchFamily="34" charset="0"/>
                <a:cs typeface="Arial" panose="020B0604020202020204" pitchFamily="34" charset="0"/>
              </a:rPr>
              <a:t>What can you do? Employer</a:t>
            </a:r>
          </a:p>
        </p:txBody>
      </p:sp>
      <p:sp>
        <p:nvSpPr>
          <p:cNvPr id="10" name="Subtitle 9">
            <a:extLs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13" name="Text Placeholder 12">
            <a:extLst>
              <a:ext uri="{FF2B5EF4-FFF2-40B4-BE49-F238E27FC236}">
                <a16:creationId xmlns:a16="http://schemas.microsoft.com/office/drawing/2014/main" id="{9731E58D-2B0D-44C2-985F-3AE02C2A86FD}"/>
              </a:ext>
            </a:extLst>
          </p:cNvPr>
          <p:cNvSpPr>
            <a:spLocks noGrp="1"/>
          </p:cNvSpPr>
          <p:nvPr>
            <p:ph type="body" sz="quarter" idx="14"/>
          </p:nvPr>
        </p:nvSpPr>
        <p:spPr>
          <a:xfrm>
            <a:off x="531091" y="1272650"/>
            <a:ext cx="8229600" cy="5222577"/>
          </a:xfrm>
        </p:spPr>
        <p:txBody>
          <a:bodyPr/>
          <a:lstStyle/>
          <a:p>
            <a:pPr marL="0" indent="0">
              <a:lnSpc>
                <a:spcPct val="120000"/>
              </a:lnSpc>
              <a:buNone/>
            </a:pPr>
            <a:r>
              <a:rPr lang="en-GB" sz="2800" b="1" dirty="0">
                <a:solidFill>
                  <a:schemeClr val="accent4">
                    <a:lumMod val="60000"/>
                    <a:lumOff val="40000"/>
                  </a:schemeClr>
                </a:solidFill>
                <a:latin typeface="Arial" panose="020B0604020202020204" pitchFamily="34" charset="0"/>
                <a:cs typeface="Arial" panose="020B0604020202020204" pitchFamily="34" charset="0"/>
              </a:rPr>
              <a:t>If you’re an employer</a:t>
            </a:r>
          </a:p>
          <a:p>
            <a:pPr>
              <a:lnSpc>
                <a:spcPct val="120000"/>
              </a:lnSpc>
            </a:pPr>
            <a:r>
              <a:rPr lang="en-GB" sz="2800" dirty="0">
                <a:solidFill>
                  <a:schemeClr val="bg1"/>
                </a:solidFill>
                <a:latin typeface="Arial" panose="020B0604020202020204" pitchFamily="34" charset="0"/>
                <a:cs typeface="Arial" panose="020B0604020202020204" pitchFamily="34" charset="0"/>
              </a:rPr>
              <a:t> Create an open and supportive culture: demonstrate you welcome discussions</a:t>
            </a:r>
            <a:endParaRPr lang="en-GB" sz="2800" dirty="0">
              <a:solidFill>
                <a:schemeClr val="accent4"/>
              </a:solidFill>
              <a:latin typeface="Arial" panose="020B0604020202020204" pitchFamily="34" charset="0"/>
              <a:cs typeface="Arial" panose="020B0604020202020204" pitchFamily="34" charset="0"/>
            </a:endParaRPr>
          </a:p>
          <a:p>
            <a:pPr>
              <a:lnSpc>
                <a:spcPct val="120000"/>
              </a:lnSpc>
            </a:pPr>
            <a:r>
              <a:rPr lang="en-GB" sz="2800" dirty="0">
                <a:solidFill>
                  <a:schemeClr val="bg1"/>
                </a:solidFill>
                <a:latin typeface="Arial" panose="020B0604020202020204" pitchFamily="34" charset="0"/>
                <a:cs typeface="Arial" panose="020B0604020202020204" pitchFamily="34" charset="0"/>
              </a:rPr>
              <a:t> Have a whistleblowing policy</a:t>
            </a:r>
          </a:p>
          <a:p>
            <a:pPr marL="0" indent="0">
              <a:lnSpc>
                <a:spcPct val="120000"/>
              </a:lnSpc>
              <a:buNone/>
            </a:pPr>
            <a:r>
              <a:rPr lang="en-GB" sz="2000" dirty="0">
                <a:solidFill>
                  <a:schemeClr val="bg1"/>
                </a:solidFill>
                <a:latin typeface="Arial" panose="020B0604020202020204" pitchFamily="34" charset="0"/>
                <a:cs typeface="Arial" panose="020B0604020202020204" pitchFamily="34" charset="0"/>
              </a:rPr>
              <a:t>	</a:t>
            </a:r>
            <a:r>
              <a:rPr lang="en-GB" sz="2400" dirty="0">
                <a:solidFill>
                  <a:schemeClr val="bg1"/>
                </a:solidFill>
                <a:latin typeface="Arial" panose="020B0604020202020204" pitchFamily="34" charset="0"/>
                <a:cs typeface="Arial" panose="020B0604020202020204" pitchFamily="34" charset="0"/>
              </a:rPr>
              <a:t>See refs for UK govt guidance on this</a:t>
            </a:r>
          </a:p>
          <a:p>
            <a:pPr>
              <a:lnSpc>
                <a:spcPct val="120000"/>
              </a:lnSpc>
            </a:pPr>
            <a:r>
              <a:rPr lang="en-GB" sz="2800" dirty="0">
                <a:solidFill>
                  <a:schemeClr val="bg1"/>
                </a:solidFill>
                <a:latin typeface="Arial" panose="020B0604020202020204" pitchFamily="34" charset="0"/>
                <a:cs typeface="Arial" panose="020B0604020202020204" pitchFamily="34" charset="0"/>
              </a:rPr>
              <a:t> Add incentives</a:t>
            </a:r>
          </a:p>
          <a:p>
            <a:pPr marL="0" indent="0">
              <a:lnSpc>
                <a:spcPct val="120000"/>
              </a:lnSpc>
              <a:buNone/>
            </a:pPr>
            <a:r>
              <a:rPr lang="en-GB" sz="2400" dirty="0">
                <a:solidFill>
                  <a:schemeClr val="bg1"/>
                </a:solidFill>
                <a:latin typeface="Arial" panose="020B0604020202020204" pitchFamily="34" charset="0"/>
                <a:cs typeface="Arial" panose="020B0604020202020204" pitchFamily="34" charset="0"/>
              </a:rPr>
              <a:t>	- Questions in performance evaluation</a:t>
            </a:r>
          </a:p>
          <a:p>
            <a:pPr marL="0" indent="0">
              <a:lnSpc>
                <a:spcPct val="120000"/>
              </a:lnSpc>
              <a:buNone/>
            </a:pPr>
            <a:r>
              <a:rPr lang="en-GB" sz="2400" dirty="0">
                <a:solidFill>
                  <a:schemeClr val="bg1"/>
                </a:solidFill>
                <a:latin typeface="Arial" panose="020B0604020202020204" pitchFamily="34" charset="0"/>
                <a:cs typeface="Arial" panose="020B0604020202020204" pitchFamily="34" charset="0"/>
              </a:rPr>
              <a:t>	- Incentivise managers for direct reports’ performance</a:t>
            </a: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336012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accent6">
            <a:lumMod val="40000"/>
            <a:lumOff val="60000"/>
          </a:schemeClr>
        </a:solidFill>
        <a:effectLst/>
      </p:bgPr>
    </p:bg>
    <p:spTree>
      <p:nvGrpSpPr>
        <p:cNvPr id="1" name="">
          <a:extLst>
            <a:ext uri="{FF2B5EF4-FFF2-40B4-BE49-F238E27FC236}">
              <a16:creationId xmlns:a16="http://schemas.microsoft.com/office/drawing/2014/main" id="{5033C398-53CE-6E4F-7185-0455B09D871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E7511EB-D137-9756-C2E5-25C55800AFAE}"/>
              </a:ext>
            </a:extLst>
          </p:cNvPr>
          <p:cNvSpPr>
            <a:spLocks noGrp="1"/>
          </p:cNvSpPr>
          <p:nvPr>
            <p:ph type="title"/>
          </p:nvPr>
        </p:nvSpPr>
        <p:spPr>
          <a:xfrm>
            <a:off x="457200" y="1756301"/>
            <a:ext cx="8229600" cy="523220"/>
          </a:xfrm>
        </p:spPr>
        <p:txBody>
          <a:bodyPr/>
          <a:lstStyle/>
          <a:p>
            <a:pPr algn="ctr"/>
            <a:r>
              <a:rPr lang="en-US" b="1" dirty="0">
                <a:solidFill>
                  <a:schemeClr val="tx1"/>
                </a:solidFill>
                <a:latin typeface="Arial" panose="020B0604020202020204" pitchFamily="34" charset="0"/>
                <a:cs typeface="Arial" panose="020B0604020202020204" pitchFamily="34" charset="0"/>
              </a:rPr>
              <a:t>Privacy, and rogue AI agents</a:t>
            </a:r>
            <a:endParaRPr lang="en-GB" b="1" dirty="0">
              <a:solidFill>
                <a:schemeClr val="tx1"/>
              </a:solidFill>
              <a:latin typeface="Arial" panose="020B0604020202020204" pitchFamily="34" charset="0"/>
              <a:cs typeface="Arial" panose="020B0604020202020204" pitchFamily="34" charset="0"/>
            </a:endParaRPr>
          </a:p>
        </p:txBody>
      </p:sp>
      <p:sp>
        <p:nvSpPr>
          <p:cNvPr id="7" name="Subtitle 6">
            <a:extLst>
              <a:ext uri="{FF2B5EF4-FFF2-40B4-BE49-F238E27FC236}">
                <a16:creationId xmlns:a16="http://schemas.microsoft.com/office/drawing/2014/main" id="{D25ABB5D-0D38-09F1-CA45-970752DDBA3A}"/>
              </a:ext>
              <a:ext uri="{C183D7F6-B498-43B3-948B-1728B52AA6E4}">
                <adec:decorative xmlns:adec="http://schemas.microsoft.com/office/drawing/2017/decorative" val="1"/>
              </a:ext>
            </a:extLst>
          </p:cNvPr>
          <p:cNvSpPr>
            <a:spLocks noGrp="1"/>
          </p:cNvSpPr>
          <p:nvPr>
            <p:ph type="subTitle" idx="1"/>
          </p:nvPr>
        </p:nvSpPr>
        <p:spPr/>
        <p:txBody>
          <a:bodyPr/>
          <a:lstStyle/>
          <a:p>
            <a:r>
              <a:rPr lang="en-US" dirty="0"/>
              <a:t> </a:t>
            </a:r>
            <a:endParaRPr lang="en-GB" dirty="0"/>
          </a:p>
        </p:txBody>
      </p:sp>
      <p:sp>
        <p:nvSpPr>
          <p:cNvPr id="9" name="Text Placeholder 8">
            <a:extLst>
              <a:ext uri="{FF2B5EF4-FFF2-40B4-BE49-F238E27FC236}">
                <a16:creationId xmlns:a16="http://schemas.microsoft.com/office/drawing/2014/main" id="{04E1079C-452A-E7E7-10A2-D4ED452638B1}"/>
              </a:ext>
              <a:ext uri="{C183D7F6-B498-43B3-948B-1728B52AA6E4}">
                <adec:decorative xmlns:adec="http://schemas.microsoft.com/office/drawing/2017/decorative" val="1"/>
              </a:ext>
            </a:extLst>
          </p:cNvPr>
          <p:cNvSpPr>
            <a:spLocks noGrp="1"/>
          </p:cNvSpPr>
          <p:nvPr>
            <p:ph type="body" sz="quarter" idx="14"/>
          </p:nvPr>
        </p:nvSpPr>
        <p:spPr>
          <a:xfrm>
            <a:off x="331470" y="2280174"/>
            <a:ext cx="8466436" cy="3936485"/>
          </a:xfrm>
        </p:spPr>
        <p:txBody>
          <a:bodyPr/>
          <a:lstStyle/>
          <a:p>
            <a:pPr marL="0" indent="0">
              <a:buNone/>
            </a:pPr>
            <a:r>
              <a:rPr lang="en-US" dirty="0"/>
              <a:t> </a:t>
            </a:r>
            <a:endParaRPr lang="en-GB" dirty="0"/>
          </a:p>
        </p:txBody>
      </p:sp>
      <p:sp>
        <p:nvSpPr>
          <p:cNvPr id="4" name="Rectangle 3">
            <a:extLst>
              <a:ext uri="{FF2B5EF4-FFF2-40B4-BE49-F238E27FC236}">
                <a16:creationId xmlns:a16="http://schemas.microsoft.com/office/drawing/2014/main" id="{4D3F3BCF-2D1B-A81E-F85F-0485CAB15827}"/>
              </a:ext>
            </a:extLst>
          </p:cNvPr>
          <p:cNvSpPr/>
          <p:nvPr/>
        </p:nvSpPr>
        <p:spPr>
          <a:xfrm>
            <a:off x="-125730" y="3269960"/>
            <a:ext cx="9143999" cy="1754326"/>
          </a:xfrm>
          <a:prstGeom prst="rect">
            <a:avLst/>
          </a:prstGeom>
        </p:spPr>
        <p:txBody>
          <a:bodyPr wrap="square">
            <a:spAutoFit/>
          </a:bodyPr>
          <a:lstStyle/>
          <a:p>
            <a:pPr algn="ctr"/>
            <a:r>
              <a:rPr lang="en-GB" sz="3200" dirty="0">
                <a:latin typeface="Arial" panose="020B0604020202020204" pitchFamily="34" charset="0"/>
                <a:cs typeface="Arial" panose="020B0604020202020204" pitchFamily="34" charset="0"/>
              </a:rPr>
              <a:t>Miranda Mowbray</a:t>
            </a:r>
          </a:p>
          <a:p>
            <a:pPr algn="ctr"/>
            <a:r>
              <a:rPr lang="en-GB" sz="2400" dirty="0">
                <a:latin typeface="Arial" panose="020B0604020202020204" pitchFamily="34" charset="0"/>
                <a:cs typeface="Arial" panose="020B0604020202020204" pitchFamily="34" charset="0"/>
                <a:hlinkClick r:id="rId3"/>
              </a:rPr>
              <a:t>miranda.mowbray@bristol.ac.uk</a:t>
            </a:r>
            <a:endParaRPr lang="en-GB" sz="2400" dirty="0">
              <a:latin typeface="Arial" panose="020B0604020202020204" pitchFamily="34" charset="0"/>
              <a:cs typeface="Arial" panose="020B0604020202020204" pitchFamily="34" charset="0"/>
            </a:endParaRPr>
          </a:p>
          <a:p>
            <a:pPr algn="ctr"/>
            <a:r>
              <a:rPr lang="en-GB" sz="2400" dirty="0">
                <a:latin typeface="Arial" panose="020B0604020202020204" pitchFamily="34" charset="0"/>
                <a:cs typeface="Arial" panose="020B0604020202020204" pitchFamily="34" charset="0"/>
              </a:rPr>
              <a:t> </a:t>
            </a:r>
          </a:p>
          <a:p>
            <a:pPr algn="ctr"/>
            <a:r>
              <a:rPr lang="en-GB" sz="2800" dirty="0">
                <a:latin typeface="Arial" panose="020B0604020202020204" pitchFamily="34" charset="0"/>
                <a:cs typeface="Arial" panose="020B0604020202020204" pitchFamily="34" charset="0"/>
              </a:rPr>
              <a:t>Virtual office hour: email me</a:t>
            </a:r>
          </a:p>
        </p:txBody>
      </p:sp>
    </p:spTree>
    <p:extLst>
      <p:ext uri="{BB962C8B-B14F-4D97-AF65-F5344CB8AC3E}">
        <p14:creationId xmlns:p14="http://schemas.microsoft.com/office/powerpoint/2010/main" val="33663245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a:extLst>
            <a:ext uri="{FF2B5EF4-FFF2-40B4-BE49-F238E27FC236}">
              <a16:creationId xmlns:a16="http://schemas.microsoft.com/office/drawing/2014/main" id="{CC16A34A-178F-7A5B-9004-89391B56B90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1966F8C-C36A-6EA5-8E14-FB7BC0B5DF6E}"/>
              </a:ext>
            </a:extLst>
          </p:cNvPr>
          <p:cNvSpPr>
            <a:spLocks noGrp="1"/>
          </p:cNvSpPr>
          <p:nvPr>
            <p:ph type="title"/>
          </p:nvPr>
        </p:nvSpPr>
        <p:spPr/>
        <p:txBody>
          <a:bodyPr/>
          <a:lstStyle/>
          <a:p>
            <a:r>
              <a:rPr lang="en-US" sz="3600" dirty="0">
                <a:latin typeface="Arial" panose="020B0604020202020204" pitchFamily="34" charset="0"/>
                <a:cs typeface="Arial" panose="020B0604020202020204" pitchFamily="34" charset="0"/>
              </a:rPr>
              <a:t>Copyright: </a:t>
            </a:r>
            <a:r>
              <a:rPr lang="en-US" sz="3600" i="1" dirty="0" err="1">
                <a:latin typeface="Arial" panose="020B0604020202020204" pitchFamily="34" charset="0"/>
                <a:cs typeface="Arial" panose="020B0604020202020204" pitchFamily="34" charset="0"/>
              </a:rPr>
              <a:t>Kadrey</a:t>
            </a:r>
            <a:r>
              <a:rPr lang="en-US" sz="3600" i="1" dirty="0">
                <a:latin typeface="Arial" panose="020B0604020202020204" pitchFamily="34" charset="0"/>
                <a:cs typeface="Arial" panose="020B0604020202020204" pitchFamily="34" charset="0"/>
              </a:rPr>
              <a:t> v Meta </a:t>
            </a:r>
            <a:r>
              <a:rPr lang="en-US" sz="3600" dirty="0">
                <a:solidFill>
                  <a:schemeClr val="bg1"/>
                </a:solidFill>
                <a:latin typeface="Arial" panose="020B0604020202020204" pitchFamily="34" charset="0"/>
              </a:rPr>
              <a:t>😂</a:t>
            </a:r>
            <a:endParaRPr lang="en-GB" sz="3600" dirty="0">
              <a:latin typeface="Arial" panose="020B0604020202020204" pitchFamily="34" charset="0"/>
              <a:cs typeface="Arial" panose="020B0604020202020204" pitchFamily="34" charset="0"/>
            </a:endParaRPr>
          </a:p>
        </p:txBody>
      </p:sp>
      <p:sp>
        <p:nvSpPr>
          <p:cNvPr id="10" name="Subtitle 9">
            <a:extLst>
              <a:ext uri="{FF2B5EF4-FFF2-40B4-BE49-F238E27FC236}">
                <a16:creationId xmlns:a16="http://schemas.microsoft.com/office/drawing/2014/main" id="{9A189DF5-9599-BC0C-2B5C-CE7CCF5D900E}"/>
              </a:ex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13" name="Text Placeholder 12">
            <a:extLst>
              <a:ext uri="{FF2B5EF4-FFF2-40B4-BE49-F238E27FC236}">
                <a16:creationId xmlns:a16="http://schemas.microsoft.com/office/drawing/2014/main" id="{B095C552-D62B-F17F-7115-080CF5518DBB}"/>
              </a:ext>
            </a:extLst>
          </p:cNvPr>
          <p:cNvSpPr>
            <a:spLocks noGrp="1"/>
          </p:cNvSpPr>
          <p:nvPr>
            <p:ph type="body" sz="quarter" idx="14"/>
          </p:nvPr>
        </p:nvSpPr>
        <p:spPr>
          <a:xfrm>
            <a:off x="199621" y="1467347"/>
            <a:ext cx="8944379" cy="5222577"/>
          </a:xfrm>
        </p:spPr>
        <p:txBody>
          <a:bodyPr/>
          <a:lstStyle/>
          <a:p>
            <a:pPr marL="0" indent="0">
              <a:lnSpc>
                <a:spcPct val="120000"/>
              </a:lnSpc>
              <a:buNone/>
            </a:pPr>
            <a:r>
              <a:rPr lang="en-US" sz="2400" dirty="0">
                <a:solidFill>
                  <a:schemeClr val="bg1"/>
                </a:solidFill>
                <a:latin typeface="Arial" panose="020B0604020202020204" pitchFamily="34" charset="0"/>
              </a:rPr>
              <a:t>- </a:t>
            </a:r>
            <a:r>
              <a:rPr lang="en-US" sz="2200" dirty="0">
                <a:solidFill>
                  <a:schemeClr val="bg1"/>
                </a:solidFill>
                <a:latin typeface="Arial" panose="020B0604020202020204" pitchFamily="34" charset="0"/>
              </a:rPr>
              <a:t>Meta downloaded </a:t>
            </a:r>
            <a:r>
              <a:rPr lang="en-US" sz="2200" dirty="0" err="1">
                <a:solidFill>
                  <a:schemeClr val="bg1"/>
                </a:solidFill>
                <a:latin typeface="Arial" panose="020B0604020202020204" pitchFamily="34" charset="0"/>
              </a:rPr>
              <a:t>LibGen</a:t>
            </a:r>
            <a:r>
              <a:rPr lang="en-US" sz="2200" dirty="0">
                <a:solidFill>
                  <a:schemeClr val="bg1"/>
                </a:solidFill>
                <a:latin typeface="Arial" panose="020B0604020202020204" pitchFamily="34" charset="0"/>
              </a:rPr>
              <a:t>, a “shadow library” of millions of books &amp; articles, and used it in training Llama 3  (doc 441-1)</a:t>
            </a:r>
          </a:p>
          <a:p>
            <a:pPr marL="0" indent="0">
              <a:lnSpc>
                <a:spcPct val="120000"/>
              </a:lnSpc>
              <a:buNone/>
            </a:pPr>
            <a:r>
              <a:rPr lang="en-US" sz="2200" dirty="0">
                <a:solidFill>
                  <a:schemeClr val="bg1"/>
                </a:solidFill>
                <a:latin typeface="Arial" panose="020B0604020202020204" pitchFamily="34" charset="0"/>
              </a:rPr>
              <a:t>- Downloaded part of it via torrent, with minimal seeding (395-6)</a:t>
            </a:r>
          </a:p>
          <a:p>
            <a:pPr>
              <a:lnSpc>
                <a:spcPct val="120000"/>
              </a:lnSpc>
              <a:buFontTx/>
              <a:buChar char="-"/>
            </a:pPr>
            <a:r>
              <a:rPr lang="en-US" sz="2200" dirty="0">
                <a:solidFill>
                  <a:schemeClr val="bg1"/>
                </a:solidFill>
                <a:latin typeface="Arial" panose="020B0604020202020204" pitchFamily="34" charset="0"/>
              </a:rPr>
              <a:t>“If there is media coverage suggesting that we have used a dataset that we know to be pirated, such as </a:t>
            </a:r>
            <a:r>
              <a:rPr lang="en-US" sz="2200" dirty="0" err="1">
                <a:solidFill>
                  <a:schemeClr val="bg1"/>
                </a:solidFill>
                <a:latin typeface="Arial" panose="020B0604020202020204" pitchFamily="34" charset="0"/>
              </a:rPr>
              <a:t>libgen</a:t>
            </a:r>
            <a:r>
              <a:rPr lang="en-US" sz="2200" dirty="0">
                <a:solidFill>
                  <a:schemeClr val="bg1"/>
                </a:solidFill>
                <a:latin typeface="Arial" panose="020B0604020202020204" pitchFamily="34" charset="0"/>
              </a:rPr>
              <a:t>, this may undermine our position with regulators” (396-2)</a:t>
            </a:r>
          </a:p>
          <a:p>
            <a:pPr>
              <a:lnSpc>
                <a:spcPct val="120000"/>
              </a:lnSpc>
              <a:buFontTx/>
              <a:buChar char="-"/>
            </a:pPr>
            <a:r>
              <a:rPr lang="en-US" sz="2200" dirty="0">
                <a:solidFill>
                  <a:schemeClr val="bg1"/>
                </a:solidFill>
                <a:latin typeface="Arial" panose="020B0604020202020204" pitchFamily="34" charset="0"/>
              </a:rPr>
              <a:t>“In </a:t>
            </a:r>
            <a:r>
              <a:rPr lang="en-US" sz="2200" b="1" dirty="0">
                <a:solidFill>
                  <a:schemeClr val="bg1"/>
                </a:solidFill>
                <a:latin typeface="Arial" panose="020B0604020202020204" pitchFamily="34" charset="0"/>
              </a:rPr>
              <a:t>no case </a:t>
            </a:r>
            <a:r>
              <a:rPr lang="en-US" sz="2200" dirty="0">
                <a:solidFill>
                  <a:schemeClr val="bg1"/>
                </a:solidFill>
                <a:latin typeface="Arial" panose="020B0604020202020204" pitchFamily="34" charset="0"/>
              </a:rPr>
              <a:t>would we disclose publicly that we had trained on </a:t>
            </a:r>
            <a:r>
              <a:rPr lang="en-US" sz="2200" dirty="0" err="1">
                <a:solidFill>
                  <a:schemeClr val="bg1"/>
                </a:solidFill>
                <a:latin typeface="Arial" panose="020B0604020202020204" pitchFamily="34" charset="0"/>
              </a:rPr>
              <a:t>libgen</a:t>
            </a:r>
            <a:r>
              <a:rPr lang="en-US" sz="2200" dirty="0">
                <a:solidFill>
                  <a:schemeClr val="bg1"/>
                </a:solidFill>
                <a:latin typeface="Arial" panose="020B0604020202020204" pitchFamily="34" charset="0"/>
              </a:rPr>
              <a:t>” (also 396-2)</a:t>
            </a:r>
          </a:p>
          <a:p>
            <a:pPr>
              <a:lnSpc>
                <a:spcPct val="120000"/>
              </a:lnSpc>
              <a:buFontTx/>
              <a:buChar char="-"/>
            </a:pPr>
            <a:r>
              <a:rPr lang="en-US" sz="2200" dirty="0">
                <a:solidFill>
                  <a:schemeClr val="bg1"/>
                </a:solidFill>
                <a:latin typeface="Arial" panose="020B0604020202020204" pitchFamily="34" charset="0"/>
              </a:rPr>
              <a:t>“using pirated material should be beyond our ethical threshold.” (441)</a:t>
            </a:r>
          </a:p>
          <a:p>
            <a:pPr>
              <a:lnSpc>
                <a:spcPct val="120000"/>
              </a:lnSpc>
              <a:buFontTx/>
              <a:buChar char="-"/>
            </a:pPr>
            <a:r>
              <a:rPr lang="en-US" sz="2200" dirty="0">
                <a:solidFill>
                  <a:schemeClr val="bg1"/>
                </a:solidFill>
                <a:latin typeface="Arial" panose="020B0604020202020204" pitchFamily="34" charset="0"/>
              </a:rPr>
              <a:t>“torrenting from a corporate laptop doesn’t feel right 😂“ (396-3)</a:t>
            </a:r>
          </a:p>
          <a:p>
            <a:pPr marL="0" indent="0">
              <a:lnSpc>
                <a:spcPct val="120000"/>
              </a:lnSpc>
              <a:buNone/>
            </a:pPr>
            <a:endParaRPr lang="en-US" sz="2200" dirty="0">
              <a:solidFill>
                <a:schemeClr val="bg1"/>
              </a:solidFill>
              <a:latin typeface="Arial" panose="020B0604020202020204" pitchFamily="34" charset="0"/>
            </a:endParaRPr>
          </a:p>
        </p:txBody>
      </p:sp>
    </p:spTree>
    <p:extLst>
      <p:ext uri="{BB962C8B-B14F-4D97-AF65-F5344CB8AC3E}">
        <p14:creationId xmlns:p14="http://schemas.microsoft.com/office/powerpoint/2010/main" val="3937984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a:extLst>
            <a:ext uri="{FF2B5EF4-FFF2-40B4-BE49-F238E27FC236}">
              <a16:creationId xmlns:a16="http://schemas.microsoft.com/office/drawing/2014/main" id="{F87D2401-6D8E-80CF-74FD-2B66B78679F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4414753-C8CD-C215-7258-5F4860CDB2BD}"/>
              </a:ext>
            </a:extLst>
          </p:cNvPr>
          <p:cNvSpPr>
            <a:spLocks noGrp="1"/>
          </p:cNvSpPr>
          <p:nvPr>
            <p:ph type="title"/>
          </p:nvPr>
        </p:nvSpPr>
        <p:spPr>
          <a:xfrm>
            <a:off x="331470" y="360198"/>
            <a:ext cx="8481060" cy="523220"/>
          </a:xfrm>
        </p:spPr>
        <p:txBody>
          <a:bodyPr/>
          <a:lstStyle/>
          <a:p>
            <a:r>
              <a:rPr lang="en-US" sz="3600" dirty="0">
                <a:latin typeface="Arial" panose="020B0604020202020204" pitchFamily="34" charset="0"/>
                <a:cs typeface="Arial" panose="020B0604020202020204" pitchFamily="34" charset="0"/>
              </a:rPr>
              <a:t>Copyright law for training commercial AI</a:t>
            </a:r>
            <a:endParaRPr lang="en-GB" sz="3600" dirty="0">
              <a:latin typeface="Arial" panose="020B0604020202020204" pitchFamily="34" charset="0"/>
              <a:cs typeface="Arial" panose="020B0604020202020204" pitchFamily="34" charset="0"/>
            </a:endParaRPr>
          </a:p>
        </p:txBody>
      </p:sp>
      <p:sp>
        <p:nvSpPr>
          <p:cNvPr id="10" name="Subtitle 9">
            <a:extLst>
              <a:ext uri="{FF2B5EF4-FFF2-40B4-BE49-F238E27FC236}">
                <a16:creationId xmlns:a16="http://schemas.microsoft.com/office/drawing/2014/main" id="{B240AA9C-AB8B-FADE-A76D-5C7CB1CAA82A}"/>
              </a:ex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13" name="Text Placeholder 12">
            <a:extLst>
              <a:ext uri="{FF2B5EF4-FFF2-40B4-BE49-F238E27FC236}">
                <a16:creationId xmlns:a16="http://schemas.microsoft.com/office/drawing/2014/main" id="{AA42E983-7F37-AF64-9FDC-CF1F62A52A1A}"/>
              </a:ext>
            </a:extLst>
          </p:cNvPr>
          <p:cNvSpPr>
            <a:spLocks noGrp="1"/>
          </p:cNvSpPr>
          <p:nvPr>
            <p:ph type="body" sz="quarter" idx="14"/>
          </p:nvPr>
        </p:nvSpPr>
        <p:spPr>
          <a:xfrm>
            <a:off x="199621" y="1275225"/>
            <a:ext cx="8944379" cy="5222577"/>
          </a:xfrm>
        </p:spPr>
        <p:txBody>
          <a:bodyPr/>
          <a:lstStyle/>
          <a:p>
            <a:pPr marL="0" indent="0">
              <a:lnSpc>
                <a:spcPct val="120000"/>
              </a:lnSpc>
              <a:buNone/>
            </a:pPr>
            <a:r>
              <a:rPr lang="en-US" sz="2400" dirty="0">
                <a:solidFill>
                  <a:schemeClr val="bg1"/>
                </a:solidFill>
                <a:latin typeface="Arial" panose="020B0604020202020204" pitchFamily="34" charset="0"/>
              </a:rPr>
              <a:t>In USA</a:t>
            </a:r>
          </a:p>
          <a:p>
            <a:pPr marL="0" indent="0">
              <a:lnSpc>
                <a:spcPct val="120000"/>
              </a:lnSpc>
              <a:buNone/>
            </a:pPr>
            <a:r>
              <a:rPr lang="en-US" sz="2400" i="1" dirty="0" err="1">
                <a:solidFill>
                  <a:schemeClr val="accent3">
                    <a:lumMod val="40000"/>
                    <a:lumOff val="60000"/>
                  </a:schemeClr>
                </a:solidFill>
                <a:latin typeface="Arial" panose="020B0604020202020204" pitchFamily="34" charset="0"/>
              </a:rPr>
              <a:t>Kadrey</a:t>
            </a:r>
            <a:r>
              <a:rPr lang="en-US" sz="2400" i="1" dirty="0">
                <a:solidFill>
                  <a:schemeClr val="accent3">
                    <a:lumMod val="40000"/>
                    <a:lumOff val="60000"/>
                  </a:schemeClr>
                </a:solidFill>
                <a:latin typeface="Arial" panose="020B0604020202020204" pitchFamily="34" charset="0"/>
              </a:rPr>
              <a:t> v Meta </a:t>
            </a:r>
            <a:r>
              <a:rPr lang="en-US" sz="2400" dirty="0">
                <a:solidFill>
                  <a:schemeClr val="bg1"/>
                </a:solidFill>
                <a:latin typeface="Arial" panose="020B0604020202020204" pitchFamily="34" charset="0"/>
              </a:rPr>
              <a:t>and </a:t>
            </a:r>
            <a:r>
              <a:rPr lang="en-US" sz="2400" i="1" dirty="0">
                <a:solidFill>
                  <a:schemeClr val="accent3">
                    <a:lumMod val="40000"/>
                    <a:lumOff val="60000"/>
                  </a:schemeClr>
                </a:solidFill>
                <a:latin typeface="Arial" panose="020B0604020202020204" pitchFamily="34" charset="0"/>
              </a:rPr>
              <a:t>Bartz v Anthropic</a:t>
            </a:r>
            <a:r>
              <a:rPr lang="en-US" sz="2400" dirty="0">
                <a:solidFill>
                  <a:schemeClr val="bg1"/>
                </a:solidFill>
                <a:latin typeface="Arial" panose="020B0604020202020204" pitchFamily="34" charset="0"/>
              </a:rPr>
              <a:t> judges: training LLM is highly transformative</a:t>
            </a:r>
          </a:p>
          <a:p>
            <a:pPr marL="0" indent="0">
              <a:lnSpc>
                <a:spcPct val="120000"/>
              </a:lnSpc>
              <a:buNone/>
            </a:pPr>
            <a:r>
              <a:rPr lang="en-US" sz="2400" dirty="0">
                <a:solidFill>
                  <a:schemeClr val="bg1"/>
                </a:solidFill>
                <a:latin typeface="Arial" panose="020B0604020202020204" pitchFamily="34" charset="0"/>
              </a:rPr>
              <a:t>- So fair use (i.e. no permission required) if content is legally acquired, &amp; no harm to market for content</a:t>
            </a:r>
          </a:p>
          <a:p>
            <a:pPr marL="0" indent="0">
              <a:lnSpc>
                <a:spcPct val="120000"/>
              </a:lnSpc>
              <a:buNone/>
            </a:pPr>
            <a:r>
              <a:rPr lang="en-US" sz="2400" dirty="0">
                <a:solidFill>
                  <a:schemeClr val="bg1"/>
                </a:solidFill>
                <a:latin typeface="Arial" panose="020B0604020202020204" pitchFamily="34" charset="0"/>
              </a:rPr>
              <a:t>- Harm to market →  maybe different decision</a:t>
            </a:r>
          </a:p>
          <a:p>
            <a:pPr marL="0" indent="0">
              <a:lnSpc>
                <a:spcPct val="120000"/>
              </a:lnSpc>
              <a:buNone/>
            </a:pPr>
            <a:endParaRPr lang="en-US" sz="2400" dirty="0">
              <a:solidFill>
                <a:schemeClr val="bg1"/>
              </a:solidFill>
              <a:latin typeface="Arial" panose="020B0604020202020204" pitchFamily="34" charset="0"/>
            </a:endParaRPr>
          </a:p>
          <a:p>
            <a:pPr marL="0" indent="0">
              <a:lnSpc>
                <a:spcPct val="120000"/>
              </a:lnSpc>
              <a:buNone/>
            </a:pPr>
            <a:r>
              <a:rPr lang="en-US" sz="2400" dirty="0">
                <a:solidFill>
                  <a:schemeClr val="bg1"/>
                </a:solidFill>
                <a:latin typeface="Arial" panose="020B0604020202020204" pitchFamily="34" charset="0"/>
              </a:rPr>
              <a:t>In UK </a:t>
            </a:r>
          </a:p>
          <a:p>
            <a:pPr marL="0" indent="0">
              <a:lnSpc>
                <a:spcPct val="120000"/>
              </a:lnSpc>
              <a:buNone/>
            </a:pPr>
            <a:r>
              <a:rPr lang="en-US" sz="2400" dirty="0">
                <a:solidFill>
                  <a:schemeClr val="bg1"/>
                </a:solidFill>
                <a:latin typeface="Arial" panose="020B0604020202020204" pitchFamily="34" charset="0"/>
              </a:rPr>
              <a:t>Law as yet undecided.  Tech industry vs “Creative” industry.</a:t>
            </a:r>
          </a:p>
          <a:p>
            <a:pPr marL="0" indent="0">
              <a:lnSpc>
                <a:spcPct val="120000"/>
              </a:lnSpc>
              <a:buNone/>
            </a:pPr>
            <a:r>
              <a:rPr lang="en-US" sz="2400" dirty="0">
                <a:solidFill>
                  <a:schemeClr val="bg1"/>
                </a:solidFill>
                <a:latin typeface="Arial" panose="020B0604020202020204" pitchFamily="34" charset="0"/>
              </a:rPr>
              <a:t>House of Lords enquiry </a:t>
            </a:r>
            <a:r>
              <a:rPr lang="en-US" sz="2400" dirty="0" err="1">
                <a:solidFill>
                  <a:schemeClr val="bg1"/>
                </a:solidFill>
                <a:latin typeface="Arial" panose="020B0604020202020204" pitchFamily="34" charset="0"/>
              </a:rPr>
              <a:t>favours</a:t>
            </a:r>
            <a:r>
              <a:rPr lang="en-US" sz="2400" dirty="0">
                <a:solidFill>
                  <a:schemeClr val="bg1"/>
                </a:solidFill>
                <a:latin typeface="Arial" panose="020B0604020202020204" pitchFamily="34" charset="0"/>
              </a:rPr>
              <a:t> licensing, see refs.</a:t>
            </a:r>
          </a:p>
          <a:p>
            <a:pPr marL="0" indent="0">
              <a:lnSpc>
                <a:spcPct val="120000"/>
              </a:lnSpc>
              <a:buNone/>
            </a:pPr>
            <a:endParaRPr lang="en-US" sz="2400" dirty="0">
              <a:solidFill>
                <a:schemeClr val="bg1"/>
              </a:solidFill>
              <a:latin typeface="Arial" panose="020B0604020202020204" pitchFamily="34" charset="0"/>
            </a:endParaRPr>
          </a:p>
        </p:txBody>
      </p:sp>
    </p:spTree>
    <p:extLst>
      <p:ext uri="{BB962C8B-B14F-4D97-AF65-F5344CB8AC3E}">
        <p14:creationId xmlns:p14="http://schemas.microsoft.com/office/powerpoint/2010/main" val="2742647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accent6">
            <a:lumMod val="40000"/>
            <a:lumOff val="60000"/>
          </a:schemeClr>
        </a:solidFill>
        <a:effectLst/>
      </p:bgPr>
    </p:bg>
    <p:spTree>
      <p:nvGrpSpPr>
        <p:cNvPr id="1" name="">
          <a:extLst>
            <a:ext uri="{FF2B5EF4-FFF2-40B4-BE49-F238E27FC236}">
              <a16:creationId xmlns:a16="http://schemas.microsoft.com/office/drawing/2014/main" id="{B6EA0825-B2E8-ADE4-1B14-2562236D85E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FDCFEAD-8098-05AF-A22D-C8DB4F865BE9}"/>
              </a:ext>
            </a:extLst>
          </p:cNvPr>
          <p:cNvSpPr txBox="1">
            <a:spLocks noGrp="1"/>
          </p:cNvSpPr>
          <p:nvPr>
            <p:ph type="title" idx="4294967295"/>
          </p:nvPr>
        </p:nvSpPr>
        <p:spPr>
          <a:xfrm flipH="1">
            <a:off x="455995" y="494389"/>
            <a:ext cx="8232007" cy="58477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References</a:t>
            </a:r>
            <a:endParaRPr kumimoji="0" lang="en-GB" sz="3200" b="1"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p:txBody>
      </p:sp>
      <p:pic>
        <p:nvPicPr>
          <p:cNvPr id="5" name="Content Placeholder 4">
            <a:extLst>
              <a:ext uri="{FF2B5EF4-FFF2-40B4-BE49-F238E27FC236}">
                <a16:creationId xmlns:a16="http://schemas.microsoft.com/office/drawing/2014/main" id="{FA0FF0BF-39E3-91DD-451F-9730970F7C10}"/>
              </a:ext>
              <a:ext uri="{C183D7F6-B498-43B3-948B-1728B52AA6E4}">
                <adec:decorative xmlns:adec="http://schemas.microsoft.com/office/drawing/2017/decorative" val="1"/>
              </a:ext>
            </a:extLst>
          </p:cNvPr>
          <p:cNvPicPr>
            <a:picLocks noGrp="1" noChangeAspect="1"/>
          </p:cNvPicPr>
          <p:nvPr>
            <p:ph idx="1"/>
          </p:nvPr>
        </p:nvPicPr>
        <p:blipFill>
          <a:blip r:embed="rId3"/>
          <a:stretch>
            <a:fillRect/>
          </a:stretch>
        </p:blipFill>
        <p:spPr>
          <a:xfrm>
            <a:off x="1520668" y="2699471"/>
            <a:ext cx="6102664" cy="2838596"/>
          </a:xfrm>
        </p:spPr>
      </p:pic>
      <p:pic>
        <p:nvPicPr>
          <p:cNvPr id="3" name="Picture 2" descr="Creative Commons CC-BY-NC licence">
            <a:extLst>
              <a:ext uri="{FF2B5EF4-FFF2-40B4-BE49-F238E27FC236}">
                <a16:creationId xmlns:a16="http://schemas.microsoft.com/office/drawing/2014/main" id="{DB12A1C5-EC94-ECFC-0D1A-0DD1D69195AE}"/>
              </a:ext>
            </a:extLst>
          </p:cNvPr>
          <p:cNvPicPr>
            <a:picLocks noChangeAspect="1"/>
          </p:cNvPicPr>
          <p:nvPr/>
        </p:nvPicPr>
        <p:blipFill>
          <a:blip r:embed="rId4"/>
          <a:stretch>
            <a:fillRect/>
          </a:stretch>
        </p:blipFill>
        <p:spPr>
          <a:xfrm>
            <a:off x="1273320" y="6125287"/>
            <a:ext cx="1006510" cy="370752"/>
          </a:xfrm>
          <a:prstGeom prst="rect">
            <a:avLst/>
          </a:prstGeom>
        </p:spPr>
      </p:pic>
      <p:sp>
        <p:nvSpPr>
          <p:cNvPr id="2" name="TextBox 1">
            <a:extLst>
              <a:ext uri="{FF2B5EF4-FFF2-40B4-BE49-F238E27FC236}">
                <a16:creationId xmlns:a16="http://schemas.microsoft.com/office/drawing/2014/main" id="{B9EE0613-279F-E8F8-F455-5C6DC5FC7263}"/>
              </a:ext>
            </a:extLst>
          </p:cNvPr>
          <p:cNvSpPr txBox="1"/>
          <p:nvPr/>
        </p:nvSpPr>
        <p:spPr>
          <a:xfrm>
            <a:off x="285772" y="6027003"/>
            <a:ext cx="8572451" cy="830997"/>
          </a:xfrm>
          <a:prstGeom prst="rect">
            <a:avLst/>
          </a:prstGeom>
          <a:noFill/>
        </p:spPr>
        <p:txBody>
          <a:bodyPr wrap="square" rtlCol="0">
            <a:spAutoFit/>
          </a:bodyPr>
          <a:lstStyle/>
          <a:p>
            <a:r>
              <a:rPr lang="en-GB" sz="2400" dirty="0">
                <a:latin typeface="Arial" panose="020B0604020202020204" pitchFamily="34" charset="0"/>
                <a:cs typeface="Arial" panose="020B0604020202020204" pitchFamily="34" charset="0"/>
              </a:rPr>
              <a:t>Photo              TLVshac on Flickr </a:t>
            </a:r>
            <a:r>
              <a:rPr lang="en-GB" sz="2400" dirty="0">
                <a:latin typeface="Arial" panose="020B0604020202020204" pitchFamily="34" charset="0"/>
                <a:cs typeface="Arial" panose="020B0604020202020204" pitchFamily="34" charset="0"/>
                <a:hlinkClick r:id="rId5">
                  <a:extLst>
                    <a:ext uri="{A12FA001-AC4F-418D-AE19-62706E023703}">
                      <ahyp:hlinkClr xmlns:ahyp="http://schemas.microsoft.com/office/drawing/2018/hyperlinkcolor" val="tx"/>
                    </a:ext>
                  </a:extLst>
                </a:hlinkClick>
              </a:rPr>
              <a:t>https://www.flickr.com/photos/shacharabiry/</a:t>
            </a:r>
            <a:r>
              <a:rPr lang="en-GB" sz="2400" dirty="0">
                <a:latin typeface="Arial" panose="020B0604020202020204" pitchFamily="34" charset="0"/>
                <a:cs typeface="Arial" panose="020B0604020202020204" pitchFamily="34" charset="0"/>
              </a:rPr>
              <a:t> </a:t>
            </a:r>
          </a:p>
        </p:txBody>
      </p:sp>
      <p:pic>
        <p:nvPicPr>
          <p:cNvPr id="9" name="Picture 8" descr="A cat sitting on a bookshelf containing many books.">
            <a:extLst>
              <a:ext uri="{FF2B5EF4-FFF2-40B4-BE49-F238E27FC236}">
                <a16:creationId xmlns:a16="http://schemas.microsoft.com/office/drawing/2014/main" id="{9AD24280-6609-E20E-857D-27D42B73BC4B}"/>
              </a:ext>
            </a:extLst>
          </p:cNvPr>
          <p:cNvPicPr>
            <a:picLocks noChangeAspect="1"/>
          </p:cNvPicPr>
          <p:nvPr/>
        </p:nvPicPr>
        <p:blipFill>
          <a:blip r:embed="rId6"/>
          <a:stretch>
            <a:fillRect/>
          </a:stretch>
        </p:blipFill>
        <p:spPr>
          <a:xfrm>
            <a:off x="1776575" y="1766642"/>
            <a:ext cx="5328912" cy="3996684"/>
          </a:xfrm>
          <a:prstGeom prst="rect">
            <a:avLst/>
          </a:prstGeom>
        </p:spPr>
      </p:pic>
    </p:spTree>
    <p:extLst>
      <p:ext uri="{BB962C8B-B14F-4D97-AF65-F5344CB8AC3E}">
        <p14:creationId xmlns:p14="http://schemas.microsoft.com/office/powerpoint/2010/main" val="42799794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a:extLst>
            <a:ext uri="{FF2B5EF4-FFF2-40B4-BE49-F238E27FC236}">
              <a16:creationId xmlns:a16="http://schemas.microsoft.com/office/drawing/2014/main" id="{CAF0F51A-A7E5-9644-F18B-BFDE0452433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6EE2FFC-B2B6-6CFC-83E4-6AFA4E2BEF94}"/>
              </a:ext>
            </a:extLst>
          </p:cNvPr>
          <p:cNvSpPr>
            <a:spLocks noGrp="1"/>
          </p:cNvSpPr>
          <p:nvPr>
            <p:ph type="title"/>
          </p:nvPr>
        </p:nvSpPr>
        <p:spPr/>
        <p:txBody>
          <a:bodyPr/>
          <a:lstStyle/>
          <a:p>
            <a:r>
              <a:rPr lang="en-GB" sz="3600" dirty="0">
                <a:solidFill>
                  <a:schemeClr val="accent4">
                    <a:lumMod val="60000"/>
                    <a:lumOff val="40000"/>
                  </a:schemeClr>
                </a:solidFill>
                <a:latin typeface="Arial" panose="020B0604020202020204" pitchFamily="34" charset="0"/>
                <a:cs typeface="Arial" panose="020B0604020202020204" pitchFamily="34" charset="0"/>
              </a:rPr>
              <a:t>REFERENCES I</a:t>
            </a:r>
          </a:p>
        </p:txBody>
      </p:sp>
      <p:sp>
        <p:nvSpPr>
          <p:cNvPr id="10" name="Subtitle 9">
            <a:extLst>
              <a:ext uri="{FF2B5EF4-FFF2-40B4-BE49-F238E27FC236}">
                <a16:creationId xmlns:a16="http://schemas.microsoft.com/office/drawing/2014/main" id="{50A6D563-BFFB-C56B-39A8-E93C93A316F2}"/>
              </a:ex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13" name="Text Placeholder 12">
            <a:extLst>
              <a:ext uri="{FF2B5EF4-FFF2-40B4-BE49-F238E27FC236}">
                <a16:creationId xmlns:a16="http://schemas.microsoft.com/office/drawing/2014/main" id="{9852604C-B264-C29C-1F0C-15620F17CBC1}"/>
              </a:ext>
            </a:extLst>
          </p:cNvPr>
          <p:cNvSpPr>
            <a:spLocks noGrp="1"/>
          </p:cNvSpPr>
          <p:nvPr>
            <p:ph type="body" sz="quarter" idx="14"/>
          </p:nvPr>
        </p:nvSpPr>
        <p:spPr>
          <a:xfrm>
            <a:off x="331470" y="1252131"/>
            <a:ext cx="8229600" cy="4971226"/>
          </a:xfrm>
        </p:spPr>
        <p:txBody>
          <a:bodyPr/>
          <a:lstStyle/>
          <a:p>
            <a:pPr marL="0" indent="0">
              <a:lnSpc>
                <a:spcPct val="120000"/>
              </a:lnSpc>
              <a:buNone/>
            </a:pPr>
            <a:r>
              <a:rPr lang="en-GB" sz="2800" b="1" dirty="0">
                <a:solidFill>
                  <a:schemeClr val="accent4">
                    <a:lumMod val="60000"/>
                    <a:lumOff val="40000"/>
                  </a:schemeClr>
                </a:solidFill>
                <a:latin typeface="Arial" panose="020B0604020202020204" pitchFamily="34" charset="0"/>
                <a:cs typeface="Arial" panose="020B0604020202020204" pitchFamily="34" charset="0"/>
              </a:rPr>
              <a:t>AI and data protection risk toolkit</a:t>
            </a:r>
            <a:endParaRPr lang="en-GB" sz="2200" dirty="0">
              <a:solidFill>
                <a:schemeClr val="bg1"/>
              </a:solidFill>
              <a:latin typeface="Arial" panose="020B0604020202020204" pitchFamily="34" charset="0"/>
              <a:cs typeface="Arial" panose="020B0604020202020204" pitchFamily="34" charset="0"/>
            </a:endParaRPr>
          </a:p>
          <a:p>
            <a:pPr marL="0" indent="0">
              <a:lnSpc>
                <a:spcPct val="120000"/>
              </a:lnSpc>
              <a:buNone/>
            </a:pPr>
            <a:r>
              <a:rPr lang="en-US" sz="2400" dirty="0">
                <a:solidFill>
                  <a:schemeClr val="bg1"/>
                </a:solidFill>
                <a:latin typeface="Arial" panose="020B0604020202020204" pitchFamily="34" charset="0"/>
                <a:cs typeface="Arial" panose="020B0604020202020204" pitchFamily="34" charset="0"/>
              </a:rPr>
              <a:t>From the Information Commissioner’s Office (ICO)</a:t>
            </a:r>
          </a:p>
          <a:p>
            <a:pPr marL="0" indent="0">
              <a:lnSpc>
                <a:spcPct val="120000"/>
              </a:lnSpc>
              <a:buNone/>
            </a:pPr>
            <a:r>
              <a:rPr lang="en-US" sz="2400" dirty="0">
                <a:latin typeface="Arial" panose="020B0604020202020204" pitchFamily="34" charset="0"/>
                <a:cs typeface="Arial" panose="020B0604020202020204" pitchFamily="34" charset="0"/>
              </a:rPr>
              <a:t>From </a:t>
            </a:r>
            <a:r>
              <a:rPr lang="en-US" sz="2400" dirty="0">
                <a:solidFill>
                  <a:schemeClr val="accent1">
                    <a:lumMod val="40000"/>
                    <a:lumOff val="60000"/>
                  </a:schemeClr>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http://www.ico.org.uk</a:t>
            </a:r>
            <a:r>
              <a:rPr lang="en-US" sz="2400" dirty="0">
                <a:solidFill>
                  <a:schemeClr val="accent1">
                    <a:lumMod val="40000"/>
                    <a:lumOff val="60000"/>
                  </a:schemeClr>
                </a:solidFill>
                <a:latin typeface="Arial" panose="020B0604020202020204" pitchFamily="34" charset="0"/>
                <a:cs typeface="Arial" panose="020B0604020202020204" pitchFamily="34" charset="0"/>
              </a:rPr>
              <a:t> </a:t>
            </a:r>
            <a:r>
              <a:rPr lang="en-US" sz="2400" dirty="0">
                <a:latin typeface="Arial" panose="020B0604020202020204" pitchFamily="34" charset="0"/>
                <a:cs typeface="Arial" panose="020B0604020202020204" pitchFamily="34" charset="0"/>
              </a:rPr>
              <a:t>search for “AI toolkit”, </a:t>
            </a:r>
          </a:p>
          <a:p>
            <a:pPr marL="0" indent="0">
              <a:lnSpc>
                <a:spcPct val="120000"/>
              </a:lnSpc>
              <a:buNone/>
            </a:pPr>
            <a:r>
              <a:rPr lang="en-US" sz="2400" dirty="0">
                <a:latin typeface="Arial" panose="020B0604020202020204" pitchFamily="34" charset="0"/>
                <a:cs typeface="Arial" panose="020B0604020202020204" pitchFamily="34" charset="0"/>
              </a:rPr>
              <a:t>download from top link, select the “Risk toolkit” tab.</a:t>
            </a:r>
          </a:p>
          <a:p>
            <a:pPr marL="0" indent="0">
              <a:lnSpc>
                <a:spcPct val="120000"/>
              </a:lnSpc>
              <a:buNone/>
            </a:pPr>
            <a:r>
              <a:rPr lang="en-US" sz="2400" dirty="0">
                <a:latin typeface="Arial" panose="020B0604020202020204" pitchFamily="34" charset="0"/>
                <a:cs typeface="Arial" panose="020B0604020202020204" pitchFamily="34" charset="0"/>
              </a:rPr>
              <a:t>Look in particular at Column I, "Practical steps to reduce the risk“. </a:t>
            </a:r>
          </a:p>
          <a:p>
            <a:pPr marL="0" indent="0">
              <a:lnSpc>
                <a:spcPct val="120000"/>
              </a:lnSpc>
              <a:buNone/>
            </a:pPr>
            <a:endParaRPr lang="en-US" sz="2400" dirty="0">
              <a:latin typeface="Arial" panose="020B0604020202020204" pitchFamily="34" charset="0"/>
              <a:cs typeface="Arial" panose="020B0604020202020204" pitchFamily="34" charset="0"/>
            </a:endParaRPr>
          </a:p>
          <a:p>
            <a:pPr marL="0" indent="0">
              <a:lnSpc>
                <a:spcPct val="120000"/>
              </a:lnSpc>
              <a:buNone/>
            </a:pPr>
            <a:r>
              <a:rPr lang="en-US" sz="2400" dirty="0">
                <a:latin typeface="Arial" panose="020B0604020202020204" pitchFamily="34" charset="0"/>
                <a:cs typeface="Arial" panose="020B0604020202020204" pitchFamily="34" charset="0"/>
              </a:rPr>
              <a:t>NB guidance is currently under review because of 2025 legislation. It may be revised.</a:t>
            </a: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639372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a:extLst>
            <a:ext uri="{FF2B5EF4-FFF2-40B4-BE49-F238E27FC236}">
              <a16:creationId xmlns:a16="http://schemas.microsoft.com/office/drawing/2014/main" id="{41B6B025-34E0-963B-D6E4-174917774AC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B1D58F04-133F-C513-4881-634B2BB3A8BD}"/>
              </a:ext>
            </a:extLst>
          </p:cNvPr>
          <p:cNvSpPr>
            <a:spLocks noGrp="1"/>
          </p:cNvSpPr>
          <p:nvPr>
            <p:ph type="title"/>
          </p:nvPr>
        </p:nvSpPr>
        <p:spPr/>
        <p:txBody>
          <a:bodyPr/>
          <a:lstStyle/>
          <a:p>
            <a:r>
              <a:rPr lang="en-GB" sz="3600" dirty="0">
                <a:solidFill>
                  <a:schemeClr val="accent4">
                    <a:lumMod val="60000"/>
                    <a:lumOff val="40000"/>
                  </a:schemeClr>
                </a:solidFill>
                <a:latin typeface="Arial" panose="020B0604020202020204" pitchFamily="34" charset="0"/>
                <a:cs typeface="Arial" panose="020B0604020202020204" pitchFamily="34" charset="0"/>
              </a:rPr>
              <a:t>REFERENCES II</a:t>
            </a:r>
          </a:p>
        </p:txBody>
      </p:sp>
      <p:sp>
        <p:nvSpPr>
          <p:cNvPr id="10" name="Subtitle 9">
            <a:extLst>
              <a:ext uri="{FF2B5EF4-FFF2-40B4-BE49-F238E27FC236}">
                <a16:creationId xmlns:a16="http://schemas.microsoft.com/office/drawing/2014/main" id="{78176673-F815-493C-CAD7-F2B03D786B22}"/>
              </a:ex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13" name="Text Placeholder 12">
            <a:extLst>
              <a:ext uri="{FF2B5EF4-FFF2-40B4-BE49-F238E27FC236}">
                <a16:creationId xmlns:a16="http://schemas.microsoft.com/office/drawing/2014/main" id="{4D602E20-8AE3-6FDA-16F7-F0B82E8CB36A}"/>
              </a:ext>
            </a:extLst>
          </p:cNvPr>
          <p:cNvSpPr>
            <a:spLocks noGrp="1"/>
          </p:cNvSpPr>
          <p:nvPr>
            <p:ph type="body" sz="quarter" idx="14"/>
          </p:nvPr>
        </p:nvSpPr>
        <p:spPr>
          <a:xfrm>
            <a:off x="331470" y="1252131"/>
            <a:ext cx="8229600" cy="4971226"/>
          </a:xfrm>
        </p:spPr>
        <p:txBody>
          <a:bodyPr/>
          <a:lstStyle/>
          <a:p>
            <a:pPr marL="0" indent="0">
              <a:lnSpc>
                <a:spcPct val="120000"/>
              </a:lnSpc>
              <a:buNone/>
            </a:pPr>
            <a:r>
              <a:rPr lang="en-GB" sz="2800" b="1" dirty="0">
                <a:solidFill>
                  <a:schemeClr val="accent4">
                    <a:lumMod val="60000"/>
                    <a:lumOff val="40000"/>
                  </a:schemeClr>
                </a:solidFill>
                <a:latin typeface="Arial" panose="020B0604020202020204" pitchFamily="34" charset="0"/>
                <a:cs typeface="Arial" panose="020B0604020202020204" pitchFamily="34" charset="0"/>
              </a:rPr>
              <a:t>Privacy law, data protection guidance</a:t>
            </a:r>
            <a:endParaRPr lang="en-GB" sz="2200" dirty="0">
              <a:solidFill>
                <a:schemeClr val="bg1"/>
              </a:solidFill>
              <a:latin typeface="Arial" panose="020B0604020202020204" pitchFamily="34" charset="0"/>
              <a:cs typeface="Arial" panose="020B0604020202020204" pitchFamily="34" charset="0"/>
            </a:endParaRPr>
          </a:p>
          <a:p>
            <a:pPr marL="0" indent="0">
              <a:lnSpc>
                <a:spcPct val="120000"/>
              </a:lnSpc>
              <a:buNone/>
            </a:pPr>
            <a:r>
              <a:rPr lang="en-US" sz="2000" dirty="0">
                <a:solidFill>
                  <a:schemeClr val="bg1"/>
                </a:solidFill>
                <a:latin typeface="Arial" panose="020B0604020202020204" pitchFamily="34" charset="0"/>
                <a:cs typeface="Arial" panose="020B0604020202020204" pitchFamily="34" charset="0"/>
              </a:rPr>
              <a:t>UK GDPR </a:t>
            </a:r>
            <a:r>
              <a:rPr lang="en-US" sz="2000" dirty="0">
                <a:solidFill>
                  <a:schemeClr val="accent1">
                    <a:lumMod val="40000"/>
                    <a:lumOff val="60000"/>
                  </a:schemeClr>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https://www.legislation.gov.uk/eur/2016/679/contents</a:t>
            </a:r>
            <a:r>
              <a:rPr lang="en-US" sz="2000" dirty="0">
                <a:solidFill>
                  <a:schemeClr val="accent1">
                    <a:lumMod val="40000"/>
                    <a:lumOff val="60000"/>
                  </a:schemeClr>
                </a:solidFill>
                <a:latin typeface="Arial" panose="020B0604020202020204" pitchFamily="34" charset="0"/>
                <a:cs typeface="Arial" panose="020B0604020202020204" pitchFamily="34" charset="0"/>
              </a:rPr>
              <a:t> </a:t>
            </a:r>
          </a:p>
          <a:p>
            <a:pPr marL="0" indent="0">
              <a:lnSpc>
                <a:spcPct val="100000"/>
              </a:lnSpc>
              <a:buNone/>
            </a:pPr>
            <a:r>
              <a:rPr lang="en-US" sz="2000" dirty="0">
                <a:latin typeface="Arial" panose="020B0604020202020204" pitchFamily="34" charset="0"/>
                <a:cs typeface="Arial" panose="020B0604020202020204" pitchFamily="34" charset="0"/>
              </a:rPr>
              <a:t>Data (Use and Access) Bill</a:t>
            </a:r>
          </a:p>
          <a:p>
            <a:pPr marL="0" indent="0">
              <a:lnSpc>
                <a:spcPct val="120000"/>
              </a:lnSpc>
              <a:buNone/>
            </a:pPr>
            <a:r>
              <a:rPr lang="en-US" sz="2000" dirty="0">
                <a:solidFill>
                  <a:schemeClr val="accent1">
                    <a:lumMod val="40000"/>
                    <a:lumOff val="60000"/>
                  </a:schemeClr>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https://bills.parliament.uk/bills/3825</a:t>
            </a:r>
            <a:r>
              <a:rPr lang="en-US" sz="2000" dirty="0">
                <a:solidFill>
                  <a:schemeClr val="accent1">
                    <a:lumMod val="40000"/>
                    <a:lumOff val="60000"/>
                  </a:schemeClr>
                </a:solidFill>
                <a:latin typeface="Arial" panose="020B0604020202020204" pitchFamily="34" charset="0"/>
                <a:cs typeface="Arial" panose="020B0604020202020204" pitchFamily="34" charset="0"/>
              </a:rPr>
              <a:t> </a:t>
            </a:r>
          </a:p>
          <a:p>
            <a:pPr marL="0" indent="0">
              <a:lnSpc>
                <a:spcPct val="120000"/>
              </a:lnSpc>
              <a:buNone/>
            </a:pPr>
            <a:endParaRPr lang="en-US" sz="2000" dirty="0">
              <a:solidFill>
                <a:schemeClr val="accent1">
                  <a:lumMod val="60000"/>
                  <a:lumOff val="40000"/>
                </a:schemeClr>
              </a:solidFill>
              <a:latin typeface="Arial" panose="020B0604020202020204" pitchFamily="34" charset="0"/>
              <a:cs typeface="Arial" panose="020B0604020202020204" pitchFamily="34" charset="0"/>
            </a:endParaRPr>
          </a:p>
          <a:p>
            <a:pPr marL="0" indent="0">
              <a:lnSpc>
                <a:spcPct val="120000"/>
              </a:lnSpc>
              <a:buNone/>
            </a:pPr>
            <a:r>
              <a:rPr lang="en-GB" sz="2000" dirty="0">
                <a:solidFill>
                  <a:schemeClr val="bg1"/>
                </a:solidFill>
                <a:latin typeface="Arial" panose="020B0604020202020204" pitchFamily="34" charset="0"/>
                <a:cs typeface="Arial" panose="020B0604020202020204" pitchFamily="34" charset="0"/>
              </a:rPr>
              <a:t>Information Commissioner’s office (ICO) </a:t>
            </a:r>
            <a:r>
              <a:rPr lang="en-GB" sz="2000" dirty="0">
                <a:solidFill>
                  <a:schemeClr val="accent1">
                    <a:lumMod val="40000"/>
                    <a:lumOff val="60000"/>
                  </a:schemeClr>
                </a:solidFill>
                <a:latin typeface="Arial" panose="020B0604020202020204" pitchFamily="34" charset="0"/>
                <a:cs typeface="Arial" panose="020B0604020202020204" pitchFamily="34" charset="0"/>
                <a:hlinkClick r:id="rId5">
                  <a:extLst>
                    <a:ext uri="{A12FA001-AC4F-418D-AE19-62706E023703}">
                      <ahyp:hlinkClr xmlns:ahyp="http://schemas.microsoft.com/office/drawing/2018/hyperlinkcolor" val="tx"/>
                    </a:ext>
                  </a:extLst>
                </a:hlinkClick>
              </a:rPr>
              <a:t>http://www.ico.org.uk</a:t>
            </a:r>
            <a:r>
              <a:rPr lang="en-GB" sz="2000" dirty="0">
                <a:solidFill>
                  <a:schemeClr val="accent1">
                    <a:lumMod val="40000"/>
                    <a:lumOff val="60000"/>
                  </a:schemeClr>
                </a:solidFill>
                <a:latin typeface="Arial" panose="020B0604020202020204" pitchFamily="34" charset="0"/>
                <a:cs typeface="Arial" panose="020B0604020202020204" pitchFamily="34" charset="0"/>
              </a:rPr>
              <a:t> </a:t>
            </a:r>
          </a:p>
          <a:p>
            <a:pPr marL="0" indent="0">
              <a:lnSpc>
                <a:spcPct val="120000"/>
              </a:lnSpc>
              <a:buNone/>
            </a:pPr>
            <a:r>
              <a:rPr lang="en-GB" sz="2000" dirty="0">
                <a:solidFill>
                  <a:schemeClr val="bg1"/>
                </a:solidFill>
                <a:latin typeface="Arial" panose="020B0604020202020204" pitchFamily="34" charset="0"/>
                <a:cs typeface="Arial" panose="020B0604020202020204" pitchFamily="34" charset="0"/>
              </a:rPr>
              <a:t>Guidance from ICO:</a:t>
            </a:r>
          </a:p>
          <a:p>
            <a:pPr marL="0" indent="0">
              <a:lnSpc>
                <a:spcPct val="120000"/>
              </a:lnSpc>
              <a:buNone/>
            </a:pPr>
            <a:r>
              <a:rPr lang="en-US" sz="2000" dirty="0">
                <a:solidFill>
                  <a:schemeClr val="accent1">
                    <a:lumMod val="40000"/>
                    <a:lumOff val="60000"/>
                  </a:schemeClr>
                </a:solidFill>
                <a:latin typeface="Arial" panose="020B0604020202020204" pitchFamily="34" charset="0"/>
                <a:cs typeface="Arial" panose="020B0604020202020204" pitchFamily="34" charset="0"/>
                <a:hlinkClick r:id="rId6">
                  <a:extLst>
                    <a:ext uri="{A12FA001-AC4F-418D-AE19-62706E023703}">
                      <ahyp:hlinkClr xmlns:ahyp="http://schemas.microsoft.com/office/drawing/2018/hyperlinkcolor" val="tx"/>
                    </a:ext>
                  </a:extLst>
                </a:hlinkClick>
              </a:rPr>
              <a:t>What are the appropriate safeguards? | ICO</a:t>
            </a:r>
            <a:endParaRPr lang="en-GB" sz="2000" dirty="0">
              <a:solidFill>
                <a:schemeClr val="accent1">
                  <a:lumMod val="40000"/>
                  <a:lumOff val="60000"/>
                </a:schemeClr>
              </a:solidFill>
              <a:latin typeface="Arial" panose="020B0604020202020204" pitchFamily="34" charset="0"/>
              <a:cs typeface="Arial" panose="020B0604020202020204" pitchFamily="34" charset="0"/>
            </a:endParaRPr>
          </a:p>
          <a:p>
            <a:pPr marL="0" indent="0">
              <a:lnSpc>
                <a:spcPct val="120000"/>
              </a:lnSpc>
              <a:buNone/>
            </a:pPr>
            <a:r>
              <a:rPr lang="en-US" sz="2000" dirty="0">
                <a:solidFill>
                  <a:schemeClr val="accent1">
                    <a:lumMod val="40000"/>
                    <a:lumOff val="60000"/>
                  </a:schemeClr>
                </a:solidFill>
                <a:latin typeface="Arial" panose="020B0604020202020204" pitchFamily="34" charset="0"/>
                <a:cs typeface="Arial" panose="020B0604020202020204" pitchFamily="34" charset="0"/>
                <a:hlinkClick r:id="rId7">
                  <a:extLst>
                    <a:ext uri="{A12FA001-AC4F-418D-AE19-62706E023703}">
                      <ahyp:hlinkClr xmlns:ahyp="http://schemas.microsoft.com/office/drawing/2018/hyperlinkcolor" val="tx"/>
                    </a:ext>
                  </a:extLst>
                </a:hlinkClick>
              </a:rPr>
              <a:t>When do we need to do a DPIA? | ICO</a:t>
            </a:r>
            <a:r>
              <a:rPr lang="en-US" sz="2000" dirty="0">
                <a:solidFill>
                  <a:schemeClr val="accent1">
                    <a:lumMod val="40000"/>
                    <a:lumOff val="60000"/>
                  </a:schemeClr>
                </a:solidFill>
                <a:latin typeface="Arial" panose="020B0604020202020204" pitchFamily="34" charset="0"/>
                <a:cs typeface="Arial" panose="020B0604020202020204" pitchFamily="34" charset="0"/>
              </a:rPr>
              <a:t>  </a:t>
            </a:r>
            <a:endParaRPr lang="en-GB" sz="2000" dirty="0">
              <a:solidFill>
                <a:schemeClr val="accent1">
                  <a:lumMod val="40000"/>
                  <a:lumOff val="60000"/>
                </a:schemeClr>
              </a:solidFill>
              <a:latin typeface="Arial" panose="020B0604020202020204" pitchFamily="34" charset="0"/>
              <a:cs typeface="Arial" panose="020B0604020202020204" pitchFamily="34" charset="0"/>
            </a:endParaRPr>
          </a:p>
          <a:p>
            <a:pPr marL="0" indent="0">
              <a:lnSpc>
                <a:spcPct val="120000"/>
              </a:lnSpc>
              <a:buNone/>
            </a:pPr>
            <a:r>
              <a:rPr lang="pl-PL" sz="2000" dirty="0">
                <a:solidFill>
                  <a:schemeClr val="accent1">
                    <a:lumMod val="40000"/>
                    <a:lumOff val="60000"/>
                  </a:schemeClr>
                </a:solidFill>
                <a:latin typeface="Arial" panose="020B0604020202020204" pitchFamily="34" charset="0"/>
                <a:cs typeface="Arial" panose="020B0604020202020204" pitchFamily="34" charset="0"/>
                <a:hlinkClick r:id="rId8">
                  <a:extLst>
                    <a:ext uri="{A12FA001-AC4F-418D-AE19-62706E023703}">
                      <ahyp:hlinkClr xmlns:ahyp="http://schemas.microsoft.com/office/drawing/2018/hyperlinkcolor" val="tx"/>
                    </a:ext>
                  </a:extLst>
                </a:hlinkClick>
              </a:rPr>
              <a:t>How do we do a DPIA? | ICO</a:t>
            </a:r>
            <a:endParaRPr lang="en-US" sz="2000" dirty="0">
              <a:solidFill>
                <a:schemeClr val="accent1">
                  <a:lumMod val="40000"/>
                  <a:lumOff val="60000"/>
                </a:schemeClr>
              </a:solidFill>
              <a:latin typeface="Arial" panose="020B0604020202020204" pitchFamily="34" charset="0"/>
              <a:cs typeface="Arial" panose="020B0604020202020204" pitchFamily="34" charset="0"/>
            </a:endParaRPr>
          </a:p>
          <a:p>
            <a:pPr marL="0" indent="0">
              <a:lnSpc>
                <a:spcPct val="120000"/>
              </a:lnSpc>
              <a:buNone/>
            </a:pPr>
            <a:r>
              <a:rPr lang="en-US" sz="2000" dirty="0">
                <a:solidFill>
                  <a:schemeClr val="accent1">
                    <a:lumMod val="40000"/>
                    <a:lumOff val="60000"/>
                  </a:schemeClr>
                </a:solidFill>
                <a:latin typeface="Arial" panose="020B0604020202020204" pitchFamily="34" charset="0"/>
                <a:cs typeface="Arial" panose="020B0604020202020204" pitchFamily="34" charset="0"/>
                <a:hlinkClick r:id="rId9">
                  <a:extLst>
                    <a:ext uri="{A12FA001-AC4F-418D-AE19-62706E023703}">
                      <ahyp:hlinkClr xmlns:ahyp="http://schemas.microsoft.com/office/drawing/2018/hyperlinkcolor" val="tx"/>
                    </a:ext>
                  </a:extLst>
                </a:hlinkClick>
              </a:rPr>
              <a:t>How do we ensure individual rights in our AI systems? | ICO</a:t>
            </a:r>
            <a:endParaRPr lang="en-US" sz="2000" dirty="0">
              <a:solidFill>
                <a:schemeClr val="accent1">
                  <a:lumMod val="40000"/>
                  <a:lumOff val="60000"/>
                </a:schemeClr>
              </a:solidFill>
              <a:latin typeface="Arial" panose="020B0604020202020204" pitchFamily="34" charset="0"/>
              <a:cs typeface="Arial" panose="020B0604020202020204" pitchFamily="34" charset="0"/>
            </a:endParaRPr>
          </a:p>
          <a:p>
            <a:pPr marL="0" indent="0">
              <a:lnSpc>
                <a:spcPct val="100000"/>
              </a:lnSpc>
              <a:buNone/>
            </a:pPr>
            <a:r>
              <a:rPr lang="en-GB" sz="2000" dirty="0">
                <a:solidFill>
                  <a:schemeClr val="accent1">
                    <a:lumMod val="40000"/>
                    <a:lumOff val="60000"/>
                  </a:schemeClr>
                </a:solidFill>
                <a:latin typeface="Arial" panose="020B0604020202020204" pitchFamily="34" charset="0"/>
                <a:cs typeface="Arial" panose="020B0604020202020204" pitchFamily="34" charset="0"/>
                <a:hlinkClick r:id="rId10">
                  <a:extLst>
                    <a:ext uri="{A12FA001-AC4F-418D-AE19-62706E023703}">
                      <ahyp:hlinkClr xmlns:ahyp="http://schemas.microsoft.com/office/drawing/2018/hyperlinkcolor" val="tx"/>
                    </a:ext>
                  </a:extLst>
                </a:hlinkClick>
              </a:rPr>
              <a:t>What are the exemptions for research?</a:t>
            </a:r>
            <a:endParaRPr lang="en-GB" sz="2000" dirty="0">
              <a:solidFill>
                <a:schemeClr val="accent1">
                  <a:lumMod val="40000"/>
                  <a:lumOff val="60000"/>
                </a:schemeClr>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016249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a:extLst>
            <a:ext uri="{FF2B5EF4-FFF2-40B4-BE49-F238E27FC236}">
              <a16:creationId xmlns:a16="http://schemas.microsoft.com/office/drawing/2014/main" id="{C9A8F12A-09C0-1C54-8EFA-2179A6C2A8AE}"/>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02C495A1-78B2-B3D1-1877-304F5F6D7E4C}"/>
              </a:ext>
            </a:extLst>
          </p:cNvPr>
          <p:cNvSpPr>
            <a:spLocks noGrp="1"/>
          </p:cNvSpPr>
          <p:nvPr>
            <p:ph type="title"/>
          </p:nvPr>
        </p:nvSpPr>
        <p:spPr/>
        <p:txBody>
          <a:bodyPr/>
          <a:lstStyle/>
          <a:p>
            <a:r>
              <a:rPr lang="en-GB" sz="3600" dirty="0">
                <a:solidFill>
                  <a:schemeClr val="accent4">
                    <a:lumMod val="60000"/>
                    <a:lumOff val="40000"/>
                  </a:schemeClr>
                </a:solidFill>
                <a:latin typeface="Arial" panose="020B0604020202020204" pitchFamily="34" charset="0"/>
                <a:cs typeface="Arial" panose="020B0604020202020204" pitchFamily="34" charset="0"/>
              </a:rPr>
              <a:t>REFERENCES III </a:t>
            </a:r>
          </a:p>
        </p:txBody>
      </p:sp>
      <p:sp>
        <p:nvSpPr>
          <p:cNvPr id="10" name="Subtitle 9">
            <a:extLst>
              <a:ext uri="{FF2B5EF4-FFF2-40B4-BE49-F238E27FC236}">
                <a16:creationId xmlns:a16="http://schemas.microsoft.com/office/drawing/2014/main" id="{ED5D9886-9548-99C4-5C84-B51340750B90}"/>
              </a:ex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13" name="Text Placeholder 12">
            <a:extLst>
              <a:ext uri="{FF2B5EF4-FFF2-40B4-BE49-F238E27FC236}">
                <a16:creationId xmlns:a16="http://schemas.microsoft.com/office/drawing/2014/main" id="{F9828B22-E760-9E6D-78F3-9E71EDA054CA}"/>
              </a:ext>
            </a:extLst>
          </p:cNvPr>
          <p:cNvSpPr>
            <a:spLocks noGrp="1"/>
          </p:cNvSpPr>
          <p:nvPr>
            <p:ph type="body" sz="quarter" idx="14"/>
          </p:nvPr>
        </p:nvSpPr>
        <p:spPr>
          <a:xfrm>
            <a:off x="331470" y="1250228"/>
            <a:ext cx="8229600" cy="4971226"/>
          </a:xfrm>
        </p:spPr>
        <p:txBody>
          <a:bodyPr/>
          <a:lstStyle/>
          <a:p>
            <a:pPr marL="0" indent="0">
              <a:lnSpc>
                <a:spcPct val="120000"/>
              </a:lnSpc>
              <a:buNone/>
            </a:pPr>
            <a:r>
              <a:rPr lang="en-GB" sz="2800" b="1" dirty="0">
                <a:solidFill>
                  <a:schemeClr val="accent4">
                    <a:lumMod val="60000"/>
                    <a:lumOff val="40000"/>
                  </a:schemeClr>
                </a:solidFill>
                <a:latin typeface="Arial" panose="020B0604020202020204" pitchFamily="34" charset="0"/>
                <a:cs typeface="Arial" panose="020B0604020202020204" pitchFamily="34" charset="0"/>
              </a:rPr>
              <a:t>Right to information</a:t>
            </a:r>
          </a:p>
          <a:p>
            <a:pPr marL="0" indent="0">
              <a:lnSpc>
                <a:spcPct val="120000"/>
              </a:lnSpc>
              <a:buNone/>
            </a:pPr>
            <a:r>
              <a:rPr lang="en-US" sz="2400" dirty="0">
                <a:solidFill>
                  <a:schemeClr val="bg1"/>
                </a:solidFill>
                <a:latin typeface="Arial" panose="020B0604020202020204" pitchFamily="34" charset="0"/>
                <a:cs typeface="Arial" panose="020B0604020202020204" pitchFamily="34" charset="0"/>
              </a:rPr>
              <a:t>Benj Edwards, Ars Technica, “Artist finds private medical records in popular AI training dataset”</a:t>
            </a:r>
            <a:endParaRPr lang="en-GB" sz="2400" dirty="0">
              <a:solidFill>
                <a:schemeClr val="bg1"/>
              </a:solidFill>
              <a:latin typeface="Arial" panose="020B0604020202020204" pitchFamily="34" charset="0"/>
              <a:cs typeface="Arial" panose="020B0604020202020204" pitchFamily="34" charset="0"/>
            </a:endParaRPr>
          </a:p>
          <a:p>
            <a:pPr marL="0" indent="0">
              <a:lnSpc>
                <a:spcPct val="120000"/>
              </a:lnSpc>
              <a:buNone/>
            </a:pPr>
            <a:r>
              <a:rPr lang="en-US" sz="2200" dirty="0">
                <a:solidFill>
                  <a:schemeClr val="accent1">
                    <a:lumMod val="40000"/>
                    <a:lumOff val="60000"/>
                  </a:schemeClr>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https://arstechnica.com/information-technology/2022/09/artist-finds-private-medical-record-photos-in-popular-ai-training-data-set/</a:t>
            </a:r>
            <a:endParaRPr lang="en-US" sz="2200" dirty="0">
              <a:solidFill>
                <a:schemeClr val="accent1">
                  <a:lumMod val="40000"/>
                  <a:lumOff val="60000"/>
                </a:schemeClr>
              </a:solidFill>
              <a:latin typeface="Arial" panose="020B0604020202020204" pitchFamily="34" charset="0"/>
              <a:cs typeface="Arial" panose="020B0604020202020204" pitchFamily="34" charset="0"/>
            </a:endParaRPr>
          </a:p>
          <a:p>
            <a:pPr marL="0" indent="0">
              <a:lnSpc>
                <a:spcPct val="120000"/>
              </a:lnSpc>
              <a:buNone/>
            </a:pPr>
            <a:r>
              <a:rPr lang="en-US" sz="2000" dirty="0">
                <a:solidFill>
                  <a:schemeClr val="bg1"/>
                </a:solidFill>
                <a:latin typeface="Arial" panose="020B0604020202020204" pitchFamily="34" charset="0"/>
                <a:cs typeface="Arial" panose="020B0604020202020204" pitchFamily="34" charset="0"/>
              </a:rPr>
              <a:t>S</a:t>
            </a:r>
            <a:r>
              <a:rPr lang="en-US" sz="2400" dirty="0">
                <a:solidFill>
                  <a:schemeClr val="bg1"/>
                </a:solidFill>
                <a:latin typeface="Arial" panose="020B0604020202020204" pitchFamily="34" charset="0"/>
                <a:cs typeface="Arial" panose="020B0604020202020204" pitchFamily="34" charset="0"/>
              </a:rPr>
              <a:t>pawning.ai browser extension</a:t>
            </a:r>
          </a:p>
          <a:p>
            <a:pPr marL="0" indent="0">
              <a:lnSpc>
                <a:spcPct val="120000"/>
              </a:lnSpc>
              <a:buNone/>
            </a:pPr>
            <a:r>
              <a:rPr lang="en-US" sz="2400" dirty="0">
                <a:solidFill>
                  <a:schemeClr val="accent1">
                    <a:lumMod val="40000"/>
                    <a:lumOff val="60000"/>
                  </a:schemeClr>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https://site.spawning.ai/browser-extension</a:t>
            </a:r>
            <a:r>
              <a:rPr lang="en-US" sz="2400" dirty="0">
                <a:solidFill>
                  <a:schemeClr val="accent1">
                    <a:lumMod val="40000"/>
                    <a:lumOff val="60000"/>
                  </a:schemeClr>
                </a:solidFill>
                <a:latin typeface="Arial" panose="020B0604020202020204" pitchFamily="34" charset="0"/>
                <a:cs typeface="Arial" panose="020B0604020202020204" pitchFamily="34" charset="0"/>
              </a:rPr>
              <a:t> </a:t>
            </a:r>
          </a:p>
          <a:p>
            <a:pPr marL="0" indent="0">
              <a:lnSpc>
                <a:spcPct val="120000"/>
              </a:lnSpc>
              <a:buNone/>
            </a:pPr>
            <a:r>
              <a:rPr lang="en-US" sz="2400" dirty="0">
                <a:solidFill>
                  <a:schemeClr val="bg1"/>
                </a:solidFill>
                <a:latin typeface="Arial" panose="020B0604020202020204" pitchFamily="34" charset="0"/>
                <a:cs typeface="Arial" panose="020B0604020202020204" pitchFamily="34" charset="0"/>
              </a:rPr>
              <a:t>Lucas </a:t>
            </a:r>
            <a:r>
              <a:rPr lang="en-US" sz="2400" dirty="0" err="1">
                <a:solidFill>
                  <a:schemeClr val="bg1"/>
                </a:solidFill>
                <a:latin typeface="Arial" panose="020B0604020202020204" pitchFamily="34" charset="0"/>
                <a:cs typeface="Arial" panose="020B0604020202020204" pitchFamily="34" charset="0"/>
              </a:rPr>
              <a:t>Bourtoule</a:t>
            </a:r>
            <a:r>
              <a:rPr lang="en-US" sz="2400" dirty="0">
                <a:solidFill>
                  <a:schemeClr val="bg1"/>
                </a:solidFill>
                <a:latin typeface="Arial" panose="020B0604020202020204" pitchFamily="34" charset="0"/>
                <a:cs typeface="Arial" panose="020B0604020202020204" pitchFamily="34" charset="0"/>
              </a:rPr>
              <a:t> et al, “Machine Unlearning”</a:t>
            </a:r>
          </a:p>
          <a:p>
            <a:pPr marL="0" indent="0">
              <a:lnSpc>
                <a:spcPct val="120000"/>
              </a:lnSpc>
              <a:buNone/>
            </a:pPr>
            <a:r>
              <a:rPr lang="en-US" sz="2200" dirty="0">
                <a:solidFill>
                  <a:schemeClr val="accent1">
                    <a:lumMod val="40000"/>
                    <a:lumOff val="60000"/>
                  </a:schemeClr>
                </a:solidFill>
                <a:latin typeface="Arial" panose="020B0604020202020204" pitchFamily="34" charset="0"/>
                <a:cs typeface="Arial" panose="020B0604020202020204" pitchFamily="34" charset="0"/>
                <a:hlinkClick r:id="rId5">
                  <a:extLst>
                    <a:ext uri="{A12FA001-AC4F-418D-AE19-62706E023703}">
                      <ahyp:hlinkClr xmlns:ahyp="http://schemas.microsoft.com/office/drawing/2018/hyperlinkcolor" val="tx"/>
                    </a:ext>
                  </a:extLst>
                </a:hlinkClick>
              </a:rPr>
              <a:t>https://ieeexplore.ieee.org/document/9519428</a:t>
            </a:r>
            <a:r>
              <a:rPr lang="en-US" sz="2200" dirty="0">
                <a:solidFill>
                  <a:schemeClr val="accent1">
                    <a:lumMod val="40000"/>
                    <a:lumOff val="60000"/>
                  </a:schemeClr>
                </a:solidFill>
                <a:latin typeface="Arial" panose="020B0604020202020204" pitchFamily="34" charset="0"/>
                <a:cs typeface="Arial" panose="020B0604020202020204" pitchFamily="34" charset="0"/>
              </a:rPr>
              <a:t> </a:t>
            </a:r>
            <a:endParaRPr lang="en-GB" sz="2400" dirty="0">
              <a:solidFill>
                <a:schemeClr val="accent1">
                  <a:lumMod val="40000"/>
                  <a:lumOff val="60000"/>
                </a:schemeClr>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738794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a:extLst>
            <a:ext uri="{FF2B5EF4-FFF2-40B4-BE49-F238E27FC236}">
              <a16:creationId xmlns:a16="http://schemas.microsoft.com/office/drawing/2014/main" id="{6C871FC6-1B90-C644-EAED-8A9B217DF8B4}"/>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2DFA16D-B415-DAB1-0CBF-042BD6061CFD}"/>
              </a:ext>
            </a:extLst>
          </p:cNvPr>
          <p:cNvSpPr>
            <a:spLocks noGrp="1"/>
          </p:cNvSpPr>
          <p:nvPr>
            <p:ph type="title"/>
          </p:nvPr>
        </p:nvSpPr>
        <p:spPr/>
        <p:txBody>
          <a:bodyPr/>
          <a:lstStyle/>
          <a:p>
            <a:r>
              <a:rPr lang="en-GB" sz="3600" dirty="0">
                <a:solidFill>
                  <a:schemeClr val="accent4">
                    <a:lumMod val="60000"/>
                    <a:lumOff val="40000"/>
                  </a:schemeClr>
                </a:solidFill>
                <a:latin typeface="Arial" panose="020B0604020202020204" pitchFamily="34" charset="0"/>
                <a:cs typeface="Arial" panose="020B0604020202020204" pitchFamily="34" charset="0"/>
              </a:rPr>
              <a:t>REFERENCES IV</a:t>
            </a:r>
          </a:p>
        </p:txBody>
      </p:sp>
      <p:sp>
        <p:nvSpPr>
          <p:cNvPr id="10" name="Subtitle 9">
            <a:extLst>
              <a:ext uri="{FF2B5EF4-FFF2-40B4-BE49-F238E27FC236}">
                <a16:creationId xmlns:a16="http://schemas.microsoft.com/office/drawing/2014/main" id="{F4D97947-F280-3509-7A7A-E8792AB30A44}"/>
              </a:ex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13" name="Text Placeholder 12">
            <a:extLst>
              <a:ext uri="{FF2B5EF4-FFF2-40B4-BE49-F238E27FC236}">
                <a16:creationId xmlns:a16="http://schemas.microsoft.com/office/drawing/2014/main" id="{3C2DFDC7-C69E-4201-63EB-A744E0651FA2}"/>
              </a:ext>
            </a:extLst>
          </p:cNvPr>
          <p:cNvSpPr>
            <a:spLocks noGrp="1"/>
          </p:cNvSpPr>
          <p:nvPr>
            <p:ph type="body" sz="quarter" idx="14"/>
          </p:nvPr>
        </p:nvSpPr>
        <p:spPr>
          <a:xfrm>
            <a:off x="331470" y="1137344"/>
            <a:ext cx="8812530" cy="4971226"/>
          </a:xfrm>
        </p:spPr>
        <p:txBody>
          <a:bodyPr/>
          <a:lstStyle/>
          <a:p>
            <a:pPr marL="0" indent="0">
              <a:lnSpc>
                <a:spcPct val="120000"/>
              </a:lnSpc>
              <a:buNone/>
            </a:pPr>
            <a:r>
              <a:rPr lang="en-GB" sz="2800" b="1" dirty="0">
                <a:solidFill>
                  <a:schemeClr val="accent4">
                    <a:lumMod val="60000"/>
                    <a:lumOff val="40000"/>
                  </a:schemeClr>
                </a:solidFill>
                <a:latin typeface="Arial" panose="020B0604020202020204" pitchFamily="34" charset="0"/>
                <a:cs typeface="Arial" panose="020B0604020202020204" pitchFamily="34" charset="0"/>
              </a:rPr>
              <a:t>Training AI on copyright data</a:t>
            </a:r>
          </a:p>
          <a:p>
            <a:pPr marL="0" indent="0">
              <a:lnSpc>
                <a:spcPct val="120000"/>
              </a:lnSpc>
              <a:buNone/>
            </a:pPr>
            <a:r>
              <a:rPr lang="en-GB" sz="2400" dirty="0">
                <a:solidFill>
                  <a:schemeClr val="bg1"/>
                </a:solidFill>
                <a:latin typeface="Arial" panose="020B0604020202020204" pitchFamily="34" charset="0"/>
                <a:cs typeface="Arial" panose="020B0604020202020204" pitchFamily="34" charset="0"/>
              </a:rPr>
              <a:t>US: </a:t>
            </a:r>
            <a:r>
              <a:rPr lang="en-US" sz="2400" i="1" dirty="0" err="1">
                <a:solidFill>
                  <a:schemeClr val="bg1"/>
                </a:solidFill>
                <a:latin typeface="Arial" panose="020B0604020202020204" pitchFamily="34" charset="0"/>
                <a:cs typeface="Arial" panose="020B0604020202020204" pitchFamily="34" charset="0"/>
              </a:rPr>
              <a:t>Kadrey</a:t>
            </a:r>
            <a:r>
              <a:rPr lang="en-US" sz="2400" i="1" dirty="0">
                <a:solidFill>
                  <a:schemeClr val="bg1"/>
                </a:solidFill>
                <a:latin typeface="Arial" panose="020B0604020202020204" pitchFamily="34" charset="0"/>
                <a:cs typeface="Arial" panose="020B0604020202020204" pitchFamily="34" charset="0"/>
              </a:rPr>
              <a:t> v Meta</a:t>
            </a:r>
            <a:endParaRPr lang="en-GB" sz="2400" dirty="0">
              <a:solidFill>
                <a:schemeClr val="bg1"/>
              </a:solidFill>
              <a:latin typeface="Arial" panose="020B0604020202020204" pitchFamily="34" charset="0"/>
              <a:cs typeface="Arial" panose="020B0604020202020204" pitchFamily="34" charset="0"/>
            </a:endParaRPr>
          </a:p>
          <a:p>
            <a:pPr marL="0" indent="0">
              <a:lnSpc>
                <a:spcPct val="120000"/>
              </a:lnSpc>
              <a:buNone/>
            </a:pPr>
            <a:r>
              <a:rPr lang="en-US" sz="2400" dirty="0">
                <a:solidFill>
                  <a:schemeClr val="accent1">
                    <a:lumMod val="40000"/>
                    <a:lumOff val="60000"/>
                  </a:schemeClr>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https://www.courtlistener.com/docket/67569326/408</a:t>
            </a:r>
            <a:r>
              <a:rPr lang="en-US" sz="2400" dirty="0">
                <a:solidFill>
                  <a:schemeClr val="accent1">
                    <a:lumMod val="40000"/>
                    <a:lumOff val="60000"/>
                  </a:schemeClr>
                </a:solidFill>
                <a:latin typeface="Arial" panose="020B0604020202020204" pitchFamily="34" charset="0"/>
                <a:cs typeface="Arial" panose="020B0604020202020204" pitchFamily="34" charset="0"/>
              </a:rPr>
              <a:t> </a:t>
            </a:r>
          </a:p>
          <a:p>
            <a:pPr marL="0" indent="0">
              <a:lnSpc>
                <a:spcPct val="120000"/>
              </a:lnSpc>
              <a:buNone/>
            </a:pPr>
            <a:r>
              <a:rPr lang="en-US" sz="2400" i="1" dirty="0">
                <a:solidFill>
                  <a:schemeClr val="bg1"/>
                </a:solidFill>
                <a:latin typeface="Arial" panose="020B0604020202020204" pitchFamily="34" charset="0"/>
                <a:cs typeface="Arial" panose="020B0604020202020204" pitchFamily="34" charset="0"/>
              </a:rPr>
              <a:t>Bartz v Anthropic</a:t>
            </a:r>
          </a:p>
          <a:p>
            <a:pPr marL="0" indent="0">
              <a:lnSpc>
                <a:spcPct val="120000"/>
              </a:lnSpc>
              <a:buNone/>
            </a:pPr>
            <a:r>
              <a:rPr lang="en-US" sz="2400" dirty="0">
                <a:solidFill>
                  <a:schemeClr val="accent1">
                    <a:lumMod val="40000"/>
                    <a:lumOff val="60000"/>
                  </a:schemeClr>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https://www.courtlistener.com/docket/69058235/bartz-v-anthropic-pbc</a:t>
            </a:r>
            <a:r>
              <a:rPr lang="en-US" sz="2400" dirty="0">
                <a:solidFill>
                  <a:schemeClr val="accent1">
                    <a:lumMod val="40000"/>
                    <a:lumOff val="60000"/>
                  </a:schemeClr>
                </a:solidFill>
                <a:latin typeface="Arial" panose="020B0604020202020204" pitchFamily="34" charset="0"/>
                <a:cs typeface="Arial" panose="020B0604020202020204" pitchFamily="34" charset="0"/>
              </a:rPr>
              <a:t> </a:t>
            </a:r>
          </a:p>
          <a:p>
            <a:pPr marL="0" indent="0">
              <a:lnSpc>
                <a:spcPct val="120000"/>
              </a:lnSpc>
              <a:buNone/>
            </a:pPr>
            <a:r>
              <a:rPr lang="en-US" sz="2400" dirty="0">
                <a:solidFill>
                  <a:schemeClr val="bg1"/>
                </a:solidFill>
                <a:latin typeface="Arial" panose="020B0604020202020204" pitchFamily="34" charset="0"/>
                <a:cs typeface="Arial" panose="020B0604020202020204" pitchFamily="34" charset="0"/>
              </a:rPr>
              <a:t>Summary</a:t>
            </a:r>
            <a:r>
              <a:rPr lang="en-US" sz="2400" dirty="0">
                <a:solidFill>
                  <a:schemeClr val="accent1">
                    <a:lumMod val="40000"/>
                    <a:lumOff val="60000"/>
                  </a:schemeClr>
                </a:solidFill>
                <a:latin typeface="Arial" panose="020B0604020202020204" pitchFamily="34" charset="0"/>
                <a:cs typeface="Arial" panose="020B0604020202020204" pitchFamily="34" charset="0"/>
              </a:rPr>
              <a:t> </a:t>
            </a:r>
            <a:r>
              <a:rPr lang="en-US" sz="2400" dirty="0">
                <a:solidFill>
                  <a:schemeClr val="accent1">
                    <a:lumMod val="40000"/>
                    <a:lumOff val="60000"/>
                  </a:schemeClr>
                </a:solidFill>
                <a:latin typeface="Arial" panose="020B0604020202020204" pitchFamily="34" charset="0"/>
                <a:cs typeface="Arial" panose="020B0604020202020204" pitchFamily="34" charset="0"/>
                <a:hlinkClick r:id="rId5">
                  <a:extLst>
                    <a:ext uri="{A12FA001-AC4F-418D-AE19-62706E023703}">
                      <ahyp:hlinkClr xmlns:ahyp="http://schemas.microsoft.com/office/drawing/2018/hyperlinkcolor" val="tx"/>
                    </a:ext>
                  </a:extLst>
                </a:hlinkClick>
              </a:rPr>
              <a:t>Two California district judges rule that using books to train AI is fair use | White &amp; Case LLP</a:t>
            </a:r>
            <a:endParaRPr lang="en-US" sz="2400" dirty="0">
              <a:solidFill>
                <a:schemeClr val="accent1">
                  <a:lumMod val="40000"/>
                  <a:lumOff val="60000"/>
                </a:schemeClr>
              </a:solidFill>
              <a:latin typeface="Arial" panose="020B0604020202020204" pitchFamily="34" charset="0"/>
              <a:cs typeface="Arial" panose="020B0604020202020204" pitchFamily="34" charset="0"/>
            </a:endParaRPr>
          </a:p>
          <a:p>
            <a:pPr marL="0" indent="0">
              <a:lnSpc>
                <a:spcPct val="120000"/>
              </a:lnSpc>
              <a:buNone/>
            </a:pPr>
            <a:endParaRPr lang="en-US" sz="2400" dirty="0">
              <a:solidFill>
                <a:srgbClr val="00B0F0"/>
              </a:solidFill>
              <a:latin typeface="Arial" panose="020B0604020202020204" pitchFamily="34" charset="0"/>
              <a:cs typeface="Arial" panose="020B0604020202020204" pitchFamily="34" charset="0"/>
            </a:endParaRPr>
          </a:p>
          <a:p>
            <a:pPr marL="0" indent="0">
              <a:lnSpc>
                <a:spcPct val="120000"/>
              </a:lnSpc>
              <a:buNone/>
            </a:pPr>
            <a:r>
              <a:rPr lang="en-US" sz="2400" dirty="0">
                <a:solidFill>
                  <a:schemeClr val="bg1"/>
                </a:solidFill>
                <a:latin typeface="Arial" panose="020B0604020202020204" pitchFamily="34" charset="0"/>
                <a:cs typeface="Arial" panose="020B0604020202020204" pitchFamily="34" charset="0"/>
              </a:rPr>
              <a:t>UK: House of Lords inquiry, 4 Mar 2026  </a:t>
            </a:r>
            <a:r>
              <a:rPr lang="en-US" sz="2400" dirty="0">
                <a:solidFill>
                  <a:schemeClr val="accent1">
                    <a:lumMod val="40000"/>
                    <a:lumOff val="60000"/>
                  </a:schemeClr>
                </a:solidFill>
                <a:latin typeface="Arial" panose="020B0604020202020204" pitchFamily="34" charset="0"/>
                <a:cs typeface="Arial" panose="020B0604020202020204" pitchFamily="34" charset="0"/>
                <a:hlinkClick r:id="rId6">
                  <a:extLst>
                    <a:ext uri="{A12FA001-AC4F-418D-AE19-62706E023703}">
                      <ahyp:hlinkClr xmlns:ahyp="http://schemas.microsoft.com/office/drawing/2018/hyperlinkcolor" val="tx"/>
                    </a:ext>
                  </a:extLst>
                </a:hlinkClick>
              </a:rPr>
              <a:t>House of Lords - AI, copyright and the creative industries - Communications and Digital Committee</a:t>
            </a:r>
            <a:endParaRPr lang="en-US" sz="2400" dirty="0">
              <a:solidFill>
                <a:schemeClr val="accent1">
                  <a:lumMod val="40000"/>
                  <a:lumOff val="60000"/>
                </a:schemeClr>
              </a:solidFill>
              <a:latin typeface="Arial" panose="020B0604020202020204" pitchFamily="34" charset="0"/>
              <a:cs typeface="Arial" panose="020B0604020202020204" pitchFamily="34" charset="0"/>
            </a:endParaRPr>
          </a:p>
          <a:p>
            <a:pPr marL="0" indent="0">
              <a:lnSpc>
                <a:spcPct val="120000"/>
              </a:lnSpc>
              <a:buNone/>
            </a:pPr>
            <a:endParaRPr lang="en-US" sz="2400" i="1"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US" sz="22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2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78934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a:extLst>
            <a:ext uri="{FF2B5EF4-FFF2-40B4-BE49-F238E27FC236}">
              <a16:creationId xmlns:a16="http://schemas.microsoft.com/office/drawing/2014/main" id="{19AC4CA1-7CD1-6BF3-F11B-610559517744}"/>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6050C52-8334-EDF8-825F-5E1853A3BE92}"/>
              </a:ext>
            </a:extLst>
          </p:cNvPr>
          <p:cNvSpPr>
            <a:spLocks noGrp="1"/>
          </p:cNvSpPr>
          <p:nvPr>
            <p:ph type="title"/>
          </p:nvPr>
        </p:nvSpPr>
        <p:spPr/>
        <p:txBody>
          <a:bodyPr/>
          <a:lstStyle/>
          <a:p>
            <a:r>
              <a:rPr lang="en-GB" sz="3600" dirty="0">
                <a:solidFill>
                  <a:schemeClr val="accent4">
                    <a:lumMod val="60000"/>
                    <a:lumOff val="40000"/>
                  </a:schemeClr>
                </a:solidFill>
                <a:latin typeface="Arial" panose="020B0604020202020204" pitchFamily="34" charset="0"/>
                <a:cs typeface="Arial" panose="020B0604020202020204" pitchFamily="34" charset="0"/>
              </a:rPr>
              <a:t>REFERENCES V</a:t>
            </a:r>
          </a:p>
        </p:txBody>
      </p:sp>
      <p:sp>
        <p:nvSpPr>
          <p:cNvPr id="10" name="Subtitle 9">
            <a:extLst>
              <a:ext uri="{FF2B5EF4-FFF2-40B4-BE49-F238E27FC236}">
                <a16:creationId xmlns:a16="http://schemas.microsoft.com/office/drawing/2014/main" id="{0F1EF3E5-5CCF-9445-522D-71E390E7C05B}"/>
              </a:ex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13" name="Text Placeholder 12">
            <a:extLst>
              <a:ext uri="{FF2B5EF4-FFF2-40B4-BE49-F238E27FC236}">
                <a16:creationId xmlns:a16="http://schemas.microsoft.com/office/drawing/2014/main" id="{9ECC9A04-91F5-86C2-76FC-9542E3713355}"/>
              </a:ext>
            </a:extLst>
          </p:cNvPr>
          <p:cNvSpPr>
            <a:spLocks noGrp="1"/>
          </p:cNvSpPr>
          <p:nvPr>
            <p:ph type="body" sz="quarter" idx="14"/>
          </p:nvPr>
        </p:nvSpPr>
        <p:spPr>
          <a:xfrm>
            <a:off x="331470" y="1137344"/>
            <a:ext cx="8812530" cy="4971226"/>
          </a:xfrm>
        </p:spPr>
        <p:txBody>
          <a:bodyPr/>
          <a:lstStyle/>
          <a:p>
            <a:pPr marL="0" indent="0">
              <a:lnSpc>
                <a:spcPct val="120000"/>
              </a:lnSpc>
              <a:buNone/>
            </a:pPr>
            <a:r>
              <a:rPr lang="en-GB" sz="2800" b="1" dirty="0">
                <a:solidFill>
                  <a:schemeClr val="accent4">
                    <a:lumMod val="60000"/>
                    <a:lumOff val="40000"/>
                  </a:schemeClr>
                </a:solidFill>
                <a:latin typeface="Arial" panose="020B0604020202020204" pitchFamily="34" charset="0"/>
                <a:cs typeface="Arial" panose="020B0604020202020204" pitchFamily="34" charset="0"/>
              </a:rPr>
              <a:t>Technology Is Not Neutral </a:t>
            </a:r>
          </a:p>
          <a:p>
            <a:pPr marL="0" indent="0">
              <a:lnSpc>
                <a:spcPct val="120000"/>
              </a:lnSpc>
              <a:buNone/>
            </a:pPr>
            <a:r>
              <a:rPr lang="en-US" sz="2400" dirty="0" err="1">
                <a:solidFill>
                  <a:schemeClr val="bg1"/>
                </a:solidFill>
                <a:latin typeface="Arial" panose="020B0604020202020204" pitchFamily="34" charset="0"/>
                <a:cs typeface="Arial" panose="020B0604020202020204" pitchFamily="34" charset="0"/>
              </a:rPr>
              <a:t>Kranzberg’s</a:t>
            </a:r>
            <a:r>
              <a:rPr lang="en-US" sz="2400" dirty="0">
                <a:solidFill>
                  <a:schemeClr val="bg1"/>
                </a:solidFill>
                <a:latin typeface="Arial" panose="020B0604020202020204" pitchFamily="34" charset="0"/>
                <a:cs typeface="Arial" panose="020B0604020202020204" pitchFamily="34" charset="0"/>
              </a:rPr>
              <a:t> laws </a:t>
            </a:r>
          </a:p>
          <a:p>
            <a:pPr marL="0" indent="0">
              <a:lnSpc>
                <a:spcPct val="120000"/>
              </a:lnSpc>
              <a:buNone/>
            </a:pPr>
            <a:r>
              <a:rPr lang="en-US" sz="2400" dirty="0">
                <a:solidFill>
                  <a:schemeClr val="accent1">
                    <a:lumMod val="40000"/>
                    <a:lumOff val="60000"/>
                  </a:schemeClr>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Technology and History: "</a:t>
            </a:r>
            <a:r>
              <a:rPr lang="en-US" sz="2400" dirty="0" err="1">
                <a:solidFill>
                  <a:schemeClr val="accent1">
                    <a:lumMod val="40000"/>
                    <a:lumOff val="60000"/>
                  </a:schemeClr>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Kranzberg's</a:t>
            </a:r>
            <a:r>
              <a:rPr lang="en-US" sz="2400" dirty="0">
                <a:solidFill>
                  <a:schemeClr val="accent1">
                    <a:lumMod val="40000"/>
                    <a:lumOff val="60000"/>
                  </a:schemeClr>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 Laws“</a:t>
            </a:r>
            <a:endParaRPr lang="en-US" sz="2400" dirty="0">
              <a:solidFill>
                <a:schemeClr val="accent1">
                  <a:lumMod val="40000"/>
                  <a:lumOff val="60000"/>
                </a:schemeClr>
              </a:solidFill>
              <a:latin typeface="Arial" panose="020B0604020202020204" pitchFamily="34" charset="0"/>
              <a:cs typeface="Arial" panose="020B0604020202020204" pitchFamily="34" charset="0"/>
            </a:endParaRPr>
          </a:p>
          <a:p>
            <a:pPr marL="0" indent="0">
              <a:lnSpc>
                <a:spcPct val="120000"/>
              </a:lnSpc>
              <a:buNone/>
            </a:pPr>
            <a:endParaRPr lang="en-US" sz="2400" dirty="0">
              <a:solidFill>
                <a:schemeClr val="accent1">
                  <a:lumMod val="60000"/>
                  <a:lumOff val="40000"/>
                </a:schemeClr>
              </a:solidFill>
              <a:latin typeface="Arial" panose="020B0604020202020204" pitchFamily="34" charset="0"/>
              <a:cs typeface="Arial" panose="020B0604020202020204" pitchFamily="34" charset="0"/>
            </a:endParaRPr>
          </a:p>
          <a:p>
            <a:pPr marL="0" indent="0">
              <a:lnSpc>
                <a:spcPct val="120000"/>
              </a:lnSpc>
              <a:buNone/>
            </a:pPr>
            <a:r>
              <a:rPr lang="en-US" sz="2400" dirty="0">
                <a:solidFill>
                  <a:schemeClr val="bg1"/>
                </a:solidFill>
                <a:latin typeface="Arial" panose="020B0604020202020204" pitchFamily="34" charset="0"/>
                <a:cs typeface="Arial" panose="020B0604020202020204" pitchFamily="34" charset="0"/>
              </a:rPr>
              <a:t>Anthropic </a:t>
            </a:r>
            <a:r>
              <a:rPr lang="en-US" sz="2400" dirty="0" err="1">
                <a:solidFill>
                  <a:schemeClr val="bg1"/>
                </a:solidFill>
                <a:latin typeface="Arial" panose="020B0604020202020204" pitchFamily="34" charset="0"/>
                <a:cs typeface="Arial" panose="020B0604020202020204" pitchFamily="34" charset="0"/>
              </a:rPr>
              <a:t>ToS</a:t>
            </a:r>
            <a:r>
              <a:rPr lang="en-US" sz="2400" dirty="0">
                <a:solidFill>
                  <a:schemeClr val="bg1"/>
                </a:solidFill>
                <a:latin typeface="Arial" panose="020B0604020202020204" pitchFamily="34" charset="0"/>
                <a:cs typeface="Arial" panose="020B0604020202020204" pitchFamily="34" charset="0"/>
              </a:rPr>
              <a:t> &amp; US Government</a:t>
            </a:r>
          </a:p>
          <a:p>
            <a:pPr marL="0" indent="0">
              <a:lnSpc>
                <a:spcPct val="120000"/>
              </a:lnSpc>
              <a:buNone/>
            </a:pPr>
            <a:r>
              <a:rPr lang="en-US" sz="2400" dirty="0">
                <a:solidFill>
                  <a:schemeClr val="accent1">
                    <a:lumMod val="40000"/>
                    <a:lumOff val="60000"/>
                  </a:schemeClr>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Trump orders US government to cut ties with Anthropic; Hegseth declares supply chain 'risk' - ABC News</a:t>
            </a:r>
            <a:endParaRPr lang="en-US" sz="2400" dirty="0">
              <a:solidFill>
                <a:schemeClr val="accent1">
                  <a:lumMod val="40000"/>
                  <a:lumOff val="60000"/>
                </a:schemeClr>
              </a:solidFill>
              <a:latin typeface="Arial" panose="020B0604020202020204" pitchFamily="34" charset="0"/>
              <a:cs typeface="Arial" panose="020B0604020202020204" pitchFamily="34" charset="0"/>
            </a:endParaRPr>
          </a:p>
          <a:p>
            <a:pPr marL="0" indent="0">
              <a:lnSpc>
                <a:spcPct val="120000"/>
              </a:lnSpc>
              <a:buNone/>
            </a:pPr>
            <a:endParaRPr lang="en-US" sz="2400" dirty="0">
              <a:solidFill>
                <a:schemeClr val="bg1"/>
              </a:solidFill>
              <a:latin typeface="Arial" panose="020B0604020202020204" pitchFamily="34" charset="0"/>
              <a:cs typeface="Arial" panose="020B0604020202020204" pitchFamily="34" charset="0"/>
            </a:endParaRPr>
          </a:p>
          <a:p>
            <a:pPr marL="0" indent="0">
              <a:lnSpc>
                <a:spcPct val="100000"/>
              </a:lnSpc>
              <a:buNone/>
            </a:pPr>
            <a:r>
              <a:rPr lang="en-GB" sz="2400" dirty="0">
                <a:latin typeface="Arial" panose="020B0604020202020204" pitchFamily="34" charset="0"/>
                <a:cs typeface="Arial" panose="020B0604020202020204" pitchFamily="34" charset="0"/>
              </a:rPr>
              <a:t>GSM international standard TS47 CR1001</a:t>
            </a:r>
          </a:p>
          <a:p>
            <a:pPr marL="0" indent="0">
              <a:lnSpc>
                <a:spcPct val="100000"/>
              </a:lnSpc>
              <a:buNone/>
            </a:pPr>
            <a:r>
              <a:rPr lang="en-US" sz="2400" dirty="0">
                <a:solidFill>
                  <a:schemeClr val="accent1">
                    <a:lumMod val="40000"/>
                    <a:lumOff val="60000"/>
                  </a:schemeClr>
                </a:solidFill>
                <a:latin typeface="Arial" panose="020B0604020202020204" pitchFamily="34" charset="0"/>
                <a:cs typeface="Arial" panose="020B0604020202020204" pitchFamily="34" charset="0"/>
                <a:hlinkClick r:id="rId5">
                  <a:extLst>
                    <a:ext uri="{A12FA001-AC4F-418D-AE19-62706E023703}">
                      <ahyp:hlinkClr xmlns:ahyp="http://schemas.microsoft.com/office/drawing/2018/hyperlinkcolor" val="tx"/>
                    </a:ext>
                  </a:extLst>
                </a:hlinkClick>
              </a:rPr>
              <a:t>https://tinyurl.com/s8s5phbm</a:t>
            </a:r>
            <a:r>
              <a:rPr lang="en-US" sz="2400" dirty="0">
                <a:solidFill>
                  <a:schemeClr val="accent1">
                    <a:lumMod val="40000"/>
                    <a:lumOff val="60000"/>
                  </a:schemeClr>
                </a:solidFill>
                <a:latin typeface="Arial" panose="020B0604020202020204" pitchFamily="34" charset="0"/>
                <a:cs typeface="Arial" panose="020B0604020202020204" pitchFamily="34" charset="0"/>
              </a:rPr>
              <a:t> </a:t>
            </a:r>
          </a:p>
          <a:p>
            <a:pPr marL="0" indent="0">
              <a:lnSpc>
                <a:spcPct val="120000"/>
              </a:lnSpc>
              <a:buNone/>
            </a:pPr>
            <a:endParaRPr lang="en-US" sz="2400" i="1"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US" sz="22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2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325622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a:extLst>
            <a:ext uri="{FF2B5EF4-FFF2-40B4-BE49-F238E27FC236}">
              <a16:creationId xmlns:a16="http://schemas.microsoft.com/office/drawing/2014/main" id="{908B82C0-D466-E65C-7FDE-72AA277276D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A3C8005-1803-0F2C-A9EC-1385FCD731A7}"/>
              </a:ext>
            </a:extLst>
          </p:cNvPr>
          <p:cNvSpPr>
            <a:spLocks noGrp="1"/>
          </p:cNvSpPr>
          <p:nvPr>
            <p:ph type="title"/>
          </p:nvPr>
        </p:nvSpPr>
        <p:spPr/>
        <p:txBody>
          <a:bodyPr/>
          <a:lstStyle/>
          <a:p>
            <a:r>
              <a:rPr lang="en-GB" sz="3600" dirty="0">
                <a:solidFill>
                  <a:schemeClr val="accent4">
                    <a:lumMod val="60000"/>
                    <a:lumOff val="40000"/>
                  </a:schemeClr>
                </a:solidFill>
                <a:latin typeface="Arial" panose="020B0604020202020204" pitchFamily="34" charset="0"/>
                <a:cs typeface="Arial" panose="020B0604020202020204" pitchFamily="34" charset="0"/>
              </a:rPr>
              <a:t>REFERENCES VI</a:t>
            </a:r>
          </a:p>
        </p:txBody>
      </p:sp>
      <p:sp>
        <p:nvSpPr>
          <p:cNvPr id="10" name="Subtitle 9">
            <a:extLst>
              <a:ext uri="{FF2B5EF4-FFF2-40B4-BE49-F238E27FC236}">
                <a16:creationId xmlns:a16="http://schemas.microsoft.com/office/drawing/2014/main" id="{B214F2AB-4A23-504A-6375-808199B67935}"/>
              </a:ex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13" name="Text Placeholder 12">
            <a:extLst>
              <a:ext uri="{FF2B5EF4-FFF2-40B4-BE49-F238E27FC236}">
                <a16:creationId xmlns:a16="http://schemas.microsoft.com/office/drawing/2014/main" id="{D4919864-6B74-2CD3-CDA7-6908EE2B1E92}"/>
              </a:ext>
            </a:extLst>
          </p:cNvPr>
          <p:cNvSpPr>
            <a:spLocks noGrp="1"/>
          </p:cNvSpPr>
          <p:nvPr>
            <p:ph type="body" sz="quarter" idx="14"/>
          </p:nvPr>
        </p:nvSpPr>
        <p:spPr>
          <a:xfrm>
            <a:off x="331470" y="1137344"/>
            <a:ext cx="8812530" cy="4971226"/>
          </a:xfrm>
        </p:spPr>
        <p:txBody>
          <a:bodyPr/>
          <a:lstStyle/>
          <a:p>
            <a:pPr marL="0" indent="0">
              <a:lnSpc>
                <a:spcPct val="120000"/>
              </a:lnSpc>
              <a:buNone/>
            </a:pPr>
            <a:r>
              <a:rPr lang="en-GB" sz="2800" b="1" dirty="0">
                <a:solidFill>
                  <a:schemeClr val="accent4">
                    <a:lumMod val="60000"/>
                    <a:lumOff val="40000"/>
                  </a:schemeClr>
                </a:solidFill>
                <a:latin typeface="Arial" panose="020B0604020202020204" pitchFamily="34" charset="0"/>
                <a:cs typeface="Arial" panose="020B0604020202020204" pitchFamily="34" charset="0"/>
              </a:rPr>
              <a:t>Rogue Agents</a:t>
            </a:r>
          </a:p>
          <a:p>
            <a:pPr marL="0" indent="0">
              <a:lnSpc>
                <a:spcPct val="120000"/>
              </a:lnSpc>
              <a:buNone/>
            </a:pPr>
            <a:r>
              <a:rPr lang="en-GB" sz="2400" dirty="0">
                <a:solidFill>
                  <a:schemeClr val="bg1"/>
                </a:solidFill>
                <a:latin typeface="Arial" panose="020B0604020202020204" pitchFamily="34" charset="0"/>
                <a:cs typeface="Arial" panose="020B0604020202020204" pitchFamily="34" charset="0"/>
              </a:rPr>
              <a:t>Crabby-Rathbun’s rant </a:t>
            </a:r>
          </a:p>
          <a:p>
            <a:pPr marL="0" indent="0">
              <a:lnSpc>
                <a:spcPct val="120000"/>
              </a:lnSpc>
              <a:buNone/>
            </a:pPr>
            <a:r>
              <a:rPr lang="en-US" sz="2400" dirty="0">
                <a:solidFill>
                  <a:schemeClr val="accent1">
                    <a:lumMod val="40000"/>
                    <a:lumOff val="60000"/>
                  </a:schemeClr>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Gatekeeping in Open Source: The Scott Shambaugh Story – MJ Rathbun | Scientific Coder 🦀</a:t>
            </a:r>
            <a:endParaRPr lang="en-GB" sz="2400" dirty="0">
              <a:solidFill>
                <a:schemeClr val="accent1">
                  <a:lumMod val="40000"/>
                  <a:lumOff val="60000"/>
                </a:schemeClr>
              </a:solidFill>
              <a:latin typeface="Arial" panose="020B0604020202020204" pitchFamily="34" charset="0"/>
              <a:cs typeface="Arial" panose="020B0604020202020204" pitchFamily="34" charset="0"/>
            </a:endParaRPr>
          </a:p>
          <a:p>
            <a:pPr marL="0" indent="0">
              <a:lnSpc>
                <a:spcPct val="120000"/>
              </a:lnSpc>
              <a:buNone/>
            </a:pPr>
            <a:r>
              <a:rPr lang="en-GB" sz="2400" dirty="0">
                <a:solidFill>
                  <a:schemeClr val="bg1"/>
                </a:solidFill>
                <a:latin typeface="Arial" panose="020B0604020202020204" pitchFamily="34" charset="0"/>
                <a:cs typeface="Arial" panose="020B0604020202020204" pitchFamily="34" charset="0"/>
              </a:rPr>
              <a:t>Scott Shambaugh’s writeup </a:t>
            </a:r>
          </a:p>
          <a:p>
            <a:pPr marL="0" indent="0">
              <a:lnSpc>
                <a:spcPct val="120000"/>
              </a:lnSpc>
              <a:buNone/>
            </a:pPr>
            <a:r>
              <a:rPr lang="en-US" sz="2400" dirty="0">
                <a:solidFill>
                  <a:schemeClr val="accent1">
                    <a:lumMod val="40000"/>
                    <a:lumOff val="60000"/>
                  </a:schemeClr>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An AI Agent Published a Hit Piece on Me – Forensics and More Fallout – The </a:t>
            </a:r>
            <a:r>
              <a:rPr lang="en-US" sz="2400" dirty="0" err="1">
                <a:solidFill>
                  <a:schemeClr val="accent1">
                    <a:lumMod val="40000"/>
                    <a:lumOff val="60000"/>
                  </a:schemeClr>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Shamblog</a:t>
            </a:r>
            <a:endParaRPr lang="en-GB" sz="2400" dirty="0">
              <a:solidFill>
                <a:schemeClr val="accent1">
                  <a:lumMod val="40000"/>
                  <a:lumOff val="60000"/>
                </a:schemeClr>
              </a:solidFill>
              <a:latin typeface="Arial" panose="020B0604020202020204" pitchFamily="34" charset="0"/>
              <a:cs typeface="Arial" panose="020B0604020202020204" pitchFamily="34" charset="0"/>
            </a:endParaRPr>
          </a:p>
          <a:p>
            <a:pPr marL="0" indent="0">
              <a:lnSpc>
                <a:spcPct val="120000"/>
              </a:lnSpc>
              <a:buNone/>
            </a:pPr>
            <a:r>
              <a:rPr lang="en-US" sz="2400" dirty="0">
                <a:solidFill>
                  <a:schemeClr val="bg1"/>
                </a:solidFill>
                <a:latin typeface="Arial" panose="020B0604020202020204" pitchFamily="34" charset="0"/>
                <a:cs typeface="Arial" panose="020B0604020202020204" pitchFamily="34" charset="0"/>
              </a:rPr>
              <a:t>Andrej </a:t>
            </a:r>
            <a:r>
              <a:rPr lang="en-US" sz="2400" dirty="0" err="1">
                <a:solidFill>
                  <a:schemeClr val="bg1"/>
                </a:solidFill>
                <a:latin typeface="Arial" panose="020B0604020202020204" pitchFamily="34" charset="0"/>
                <a:cs typeface="Arial" panose="020B0604020202020204" pitchFamily="34" charset="0"/>
              </a:rPr>
              <a:t>Karpathy</a:t>
            </a:r>
            <a:r>
              <a:rPr lang="en-US" sz="2400" dirty="0">
                <a:solidFill>
                  <a:schemeClr val="bg1"/>
                </a:solidFill>
                <a:latin typeface="Arial" panose="020B0604020202020204" pitchFamily="34" charset="0"/>
                <a:cs typeface="Arial" panose="020B0604020202020204" pitchFamily="34" charset="0"/>
              </a:rPr>
              <a:t> quote</a:t>
            </a:r>
          </a:p>
          <a:p>
            <a:pPr marL="0" indent="0">
              <a:lnSpc>
                <a:spcPct val="120000"/>
              </a:lnSpc>
              <a:buNone/>
            </a:pPr>
            <a:r>
              <a:rPr lang="en-US" sz="2400" dirty="0">
                <a:solidFill>
                  <a:schemeClr val="accent1">
                    <a:lumMod val="40000"/>
                    <a:lumOff val="60000"/>
                  </a:schemeClr>
                </a:solidFill>
                <a:latin typeface="Arial" panose="020B0604020202020204" pitchFamily="34" charset="0"/>
                <a:cs typeface="Arial" panose="020B0604020202020204" pitchFamily="34" charset="0"/>
                <a:hlinkClick r:id="rId5">
                  <a:extLst>
                    <a:ext uri="{A12FA001-AC4F-418D-AE19-62706E023703}">
                      <ahyp:hlinkClr xmlns:ahyp="http://schemas.microsoft.com/office/drawing/2018/hyperlinkcolor" val="tx"/>
                    </a:ext>
                  </a:extLst>
                </a:hlinkClick>
              </a:rPr>
              <a:t>https://x.com/karpathy/status/2017442712388309406</a:t>
            </a:r>
            <a:r>
              <a:rPr lang="en-US" sz="2400" dirty="0">
                <a:solidFill>
                  <a:schemeClr val="accent1">
                    <a:lumMod val="40000"/>
                    <a:lumOff val="60000"/>
                  </a:schemeClr>
                </a:solidFill>
                <a:latin typeface="Arial" panose="020B0604020202020204" pitchFamily="34" charset="0"/>
                <a:cs typeface="Arial" panose="020B0604020202020204" pitchFamily="34" charset="0"/>
              </a:rPr>
              <a:t> </a:t>
            </a:r>
          </a:p>
          <a:p>
            <a:pPr marL="0" indent="0">
              <a:lnSpc>
                <a:spcPct val="120000"/>
              </a:lnSpc>
              <a:buNone/>
            </a:pPr>
            <a:r>
              <a:rPr lang="en-US" sz="2400" dirty="0">
                <a:solidFill>
                  <a:schemeClr val="bg1"/>
                </a:solidFill>
                <a:latin typeface="Arial" panose="020B0604020202020204" pitchFamily="34" charset="0"/>
                <a:cs typeface="Arial" panose="020B0604020202020204" pitchFamily="34" charset="0"/>
              </a:rPr>
              <a:t>XKCD on the sandboxing cycle </a:t>
            </a:r>
          </a:p>
          <a:p>
            <a:pPr marL="0" indent="0">
              <a:lnSpc>
                <a:spcPct val="120000"/>
              </a:lnSpc>
              <a:buNone/>
            </a:pPr>
            <a:r>
              <a:rPr lang="en-GB" sz="2400" dirty="0">
                <a:solidFill>
                  <a:schemeClr val="accent1">
                    <a:lumMod val="40000"/>
                    <a:lumOff val="60000"/>
                  </a:schemeClr>
                </a:solidFill>
                <a:latin typeface="Arial" panose="020B0604020202020204" pitchFamily="34" charset="0"/>
                <a:cs typeface="Arial" panose="020B0604020202020204" pitchFamily="34" charset="0"/>
                <a:hlinkClick r:id="rId6">
                  <a:extLst>
                    <a:ext uri="{A12FA001-AC4F-418D-AE19-62706E023703}">
                      <ahyp:hlinkClr xmlns:ahyp="http://schemas.microsoft.com/office/drawing/2018/hyperlinkcolor" val="tx"/>
                    </a:ext>
                  </a:extLst>
                </a:hlinkClick>
              </a:rPr>
              <a:t>https://xkcd.com/2044</a:t>
            </a:r>
            <a:endParaRPr lang="en-US" sz="2400" dirty="0">
              <a:solidFill>
                <a:schemeClr val="accent1">
                  <a:lumMod val="40000"/>
                  <a:lumOff val="60000"/>
                </a:schemeClr>
              </a:solidFill>
              <a:latin typeface="Arial" panose="020B0604020202020204" pitchFamily="34" charset="0"/>
              <a:cs typeface="Arial" panose="020B0604020202020204" pitchFamily="34" charset="0"/>
            </a:endParaRPr>
          </a:p>
          <a:p>
            <a:pPr marL="0" indent="0">
              <a:lnSpc>
                <a:spcPct val="120000"/>
              </a:lnSpc>
              <a:buNone/>
            </a:pPr>
            <a:endParaRPr lang="en-US" sz="2400" dirty="0">
              <a:solidFill>
                <a:schemeClr val="accent1">
                  <a:lumMod val="60000"/>
                  <a:lumOff val="40000"/>
                </a:schemeClr>
              </a:solidFill>
              <a:latin typeface="Arial" panose="020B0604020202020204" pitchFamily="34" charset="0"/>
              <a:cs typeface="Arial" panose="020B0604020202020204" pitchFamily="34" charset="0"/>
            </a:endParaRPr>
          </a:p>
          <a:p>
            <a:pPr marL="0" indent="0">
              <a:lnSpc>
                <a:spcPct val="120000"/>
              </a:lnSpc>
              <a:buNone/>
            </a:pPr>
            <a:endParaRPr lang="en-US" sz="2400" i="1"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US" sz="22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2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057488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a:extLst>
            <a:ext uri="{FF2B5EF4-FFF2-40B4-BE49-F238E27FC236}">
              <a16:creationId xmlns:a16="http://schemas.microsoft.com/office/drawing/2014/main" id="{7A823082-7B75-587E-97E2-E5432667DF8E}"/>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918A52A-E7A7-9E79-FCC8-EA5EC5FA0A10}"/>
              </a:ext>
            </a:extLst>
          </p:cNvPr>
          <p:cNvSpPr>
            <a:spLocks noGrp="1"/>
          </p:cNvSpPr>
          <p:nvPr>
            <p:ph type="title"/>
          </p:nvPr>
        </p:nvSpPr>
        <p:spPr/>
        <p:txBody>
          <a:bodyPr/>
          <a:lstStyle/>
          <a:p>
            <a:r>
              <a:rPr lang="en-GB" sz="3600" dirty="0">
                <a:solidFill>
                  <a:schemeClr val="accent4">
                    <a:lumMod val="60000"/>
                    <a:lumOff val="40000"/>
                  </a:schemeClr>
                </a:solidFill>
                <a:latin typeface="Arial" panose="020B0604020202020204" pitchFamily="34" charset="0"/>
                <a:cs typeface="Arial" panose="020B0604020202020204" pitchFamily="34" charset="0"/>
              </a:rPr>
              <a:t>REFERENCES VI</a:t>
            </a:r>
          </a:p>
        </p:txBody>
      </p:sp>
      <p:sp>
        <p:nvSpPr>
          <p:cNvPr id="10" name="Subtitle 9">
            <a:extLst>
              <a:ext uri="{FF2B5EF4-FFF2-40B4-BE49-F238E27FC236}">
                <a16:creationId xmlns:a16="http://schemas.microsoft.com/office/drawing/2014/main" id="{58EBDCB2-4564-B9FC-A078-D89FFF032987}"/>
              </a:ex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13" name="Text Placeholder 12">
            <a:extLst>
              <a:ext uri="{FF2B5EF4-FFF2-40B4-BE49-F238E27FC236}">
                <a16:creationId xmlns:a16="http://schemas.microsoft.com/office/drawing/2014/main" id="{EEFBF575-329D-B36C-4750-18C2EE20DB1E}"/>
              </a:ext>
            </a:extLst>
          </p:cNvPr>
          <p:cNvSpPr>
            <a:spLocks noGrp="1"/>
          </p:cNvSpPr>
          <p:nvPr>
            <p:ph type="body" sz="quarter" idx="14"/>
          </p:nvPr>
        </p:nvSpPr>
        <p:spPr>
          <a:xfrm>
            <a:off x="331470" y="1137344"/>
            <a:ext cx="8812530" cy="4971226"/>
          </a:xfrm>
        </p:spPr>
        <p:txBody>
          <a:bodyPr/>
          <a:lstStyle/>
          <a:p>
            <a:pPr marL="0" indent="0">
              <a:lnSpc>
                <a:spcPct val="120000"/>
              </a:lnSpc>
              <a:buNone/>
            </a:pPr>
            <a:r>
              <a:rPr lang="en-GB" sz="2800" b="1" dirty="0">
                <a:solidFill>
                  <a:schemeClr val="accent4">
                    <a:lumMod val="60000"/>
                    <a:lumOff val="40000"/>
                  </a:schemeClr>
                </a:solidFill>
                <a:latin typeface="Arial" panose="020B0604020202020204" pitchFamily="34" charset="0"/>
                <a:cs typeface="Arial" panose="020B0604020202020204" pitchFamily="34" charset="0"/>
              </a:rPr>
              <a:t>Indirect prompt injection</a:t>
            </a:r>
          </a:p>
          <a:p>
            <a:pPr marL="0" indent="0">
              <a:lnSpc>
                <a:spcPct val="120000"/>
              </a:lnSpc>
              <a:buNone/>
            </a:pPr>
            <a:r>
              <a:rPr lang="en-US" sz="2400" dirty="0">
                <a:solidFill>
                  <a:schemeClr val="bg1"/>
                </a:solidFill>
                <a:latin typeface="Arial" panose="020B0604020202020204" pitchFamily="34" charset="0"/>
                <a:cs typeface="Arial" panose="020B0604020202020204" pitchFamily="34" charset="0"/>
              </a:rPr>
              <a:t>Simon Willison’s “Lethal Trifecta” for AI agents</a:t>
            </a:r>
          </a:p>
          <a:p>
            <a:pPr marL="0" indent="0">
              <a:lnSpc>
                <a:spcPct val="120000"/>
              </a:lnSpc>
              <a:buNone/>
            </a:pPr>
            <a:r>
              <a:rPr lang="en-GB" sz="2400" dirty="0">
                <a:solidFill>
                  <a:schemeClr val="accent1">
                    <a:lumMod val="40000"/>
                    <a:lumOff val="60000"/>
                  </a:schemeClr>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https://simonwillison.net/2025/Jun/16/the-lethal-trifecta</a:t>
            </a:r>
            <a:r>
              <a:rPr lang="en-GB" sz="2400" dirty="0">
                <a:solidFill>
                  <a:schemeClr val="accent1">
                    <a:lumMod val="40000"/>
                    <a:lumOff val="60000"/>
                  </a:schemeClr>
                </a:solidFill>
                <a:latin typeface="Arial" panose="020B0604020202020204" pitchFamily="34" charset="0"/>
                <a:cs typeface="Arial" panose="020B0604020202020204" pitchFamily="34" charset="0"/>
              </a:rPr>
              <a:t> </a:t>
            </a:r>
          </a:p>
          <a:p>
            <a:pPr marL="0" indent="0">
              <a:lnSpc>
                <a:spcPct val="120000"/>
              </a:lnSpc>
              <a:buNone/>
            </a:pPr>
            <a:r>
              <a:rPr lang="en-US" sz="2400" dirty="0">
                <a:solidFill>
                  <a:schemeClr val="bg1"/>
                </a:solidFill>
                <a:latin typeface="Arial" panose="020B0604020202020204" pitchFamily="34" charset="0"/>
                <a:cs typeface="Arial" panose="020B0604020202020204" pitchFamily="34" charset="0"/>
              </a:rPr>
              <a:t>Shapira et al, AI agent lab experiment</a:t>
            </a:r>
          </a:p>
          <a:p>
            <a:pPr marL="0" indent="0">
              <a:lnSpc>
                <a:spcPct val="120000"/>
              </a:lnSpc>
              <a:buNone/>
            </a:pPr>
            <a:r>
              <a:rPr lang="en-GB" sz="2400" dirty="0">
                <a:solidFill>
                  <a:schemeClr val="accent1">
                    <a:lumMod val="40000"/>
                    <a:lumOff val="60000"/>
                  </a:schemeClr>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Agents of Chaos</a:t>
            </a:r>
            <a:endParaRPr lang="en-US" sz="2400" dirty="0">
              <a:solidFill>
                <a:schemeClr val="accent1">
                  <a:lumMod val="40000"/>
                  <a:lumOff val="60000"/>
                </a:schemeClr>
              </a:solidFill>
              <a:latin typeface="Arial" panose="020B0604020202020204" pitchFamily="34" charset="0"/>
              <a:cs typeface="Arial" panose="020B0604020202020204" pitchFamily="34" charset="0"/>
            </a:endParaRPr>
          </a:p>
          <a:p>
            <a:pPr marL="0" indent="0">
              <a:lnSpc>
                <a:spcPct val="140000"/>
              </a:lnSpc>
              <a:buNone/>
            </a:pPr>
            <a:r>
              <a:rPr lang="en-US" sz="2400" dirty="0">
                <a:latin typeface="Arial" panose="020B0604020202020204" pitchFamily="34" charset="0"/>
                <a:cs typeface="Arial" panose="020B0604020202020204" pitchFamily="34" charset="0"/>
              </a:rPr>
              <a:t>Beurer-Kellner et al, Design patterns for securing LLM agents against prompt injections </a:t>
            </a:r>
            <a:r>
              <a:rPr lang="en-US" sz="2400" dirty="0">
                <a:solidFill>
                  <a:schemeClr val="accent1">
                    <a:lumMod val="40000"/>
                    <a:lumOff val="60000"/>
                  </a:schemeClr>
                </a:solidFill>
                <a:latin typeface="Arial" panose="020B0604020202020204" pitchFamily="34" charset="0"/>
                <a:cs typeface="Arial" panose="020B0604020202020204" pitchFamily="34" charset="0"/>
                <a:hlinkClick r:id="rId5">
                  <a:extLst>
                    <a:ext uri="{A12FA001-AC4F-418D-AE19-62706E023703}">
                      <ahyp:hlinkClr xmlns:ahyp="http://schemas.microsoft.com/office/drawing/2018/hyperlinkcolor" val="tx"/>
                    </a:ext>
                  </a:extLst>
                </a:hlinkClick>
              </a:rPr>
              <a:t>https://arxiv.org/abs/2506.08837</a:t>
            </a:r>
            <a:r>
              <a:rPr lang="en-US" sz="2400" dirty="0">
                <a:solidFill>
                  <a:schemeClr val="accent1">
                    <a:lumMod val="40000"/>
                    <a:lumOff val="60000"/>
                  </a:schemeClr>
                </a:solidFill>
                <a:latin typeface="Arial" panose="020B0604020202020204" pitchFamily="34" charset="0"/>
                <a:cs typeface="Arial" panose="020B0604020202020204" pitchFamily="34" charset="0"/>
              </a:rPr>
              <a:t> </a:t>
            </a:r>
          </a:p>
          <a:p>
            <a:pPr marL="0" indent="0">
              <a:lnSpc>
                <a:spcPct val="120000"/>
              </a:lnSpc>
              <a:buNone/>
            </a:pPr>
            <a:endParaRPr lang="en-US" sz="2400" dirty="0">
              <a:solidFill>
                <a:schemeClr val="accent1">
                  <a:lumMod val="60000"/>
                  <a:lumOff val="40000"/>
                </a:schemeClr>
              </a:solidFill>
              <a:latin typeface="Arial" panose="020B0604020202020204" pitchFamily="34" charset="0"/>
              <a:cs typeface="Arial" panose="020B0604020202020204" pitchFamily="34" charset="0"/>
            </a:endParaRPr>
          </a:p>
          <a:p>
            <a:pPr marL="0" indent="0">
              <a:lnSpc>
                <a:spcPct val="120000"/>
              </a:lnSpc>
              <a:buNone/>
            </a:pPr>
            <a:endParaRPr lang="en-US" sz="2400" i="1"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US" sz="22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2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a:p>
            <a:pPr marL="0" indent="0">
              <a:lnSpc>
                <a:spcPct val="100000"/>
              </a:lnSpc>
              <a:buNone/>
            </a:pPr>
            <a:endParaRPr lang="en-GB" sz="24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9723240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accent6">
            <a:lumMod val="50000"/>
          </a:schemeClr>
        </a:solidFill>
        <a:effectLst/>
      </p:bgPr>
    </p:bg>
    <p:spTree>
      <p:nvGrpSpPr>
        <p:cNvPr id="1" name="">
          <a:extLst>
            <a:ext uri="{FF2B5EF4-FFF2-40B4-BE49-F238E27FC236}">
              <a16:creationId xmlns:a16="http://schemas.microsoft.com/office/drawing/2014/main" id="{8CBFD9C6-01CE-8DB2-FC93-7FCE928B773E}"/>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B0DCFD6A-6DF3-3212-A8B2-64D3D3FAFB02}"/>
              </a:ext>
            </a:extLst>
          </p:cNvPr>
          <p:cNvSpPr>
            <a:spLocks noGrp="1"/>
          </p:cNvSpPr>
          <p:nvPr>
            <p:ph type="title"/>
          </p:nvPr>
        </p:nvSpPr>
        <p:spPr/>
        <p:txBody>
          <a:bodyPr/>
          <a:lstStyle/>
          <a:p>
            <a:r>
              <a:rPr lang="en-GB" sz="3600" dirty="0">
                <a:solidFill>
                  <a:schemeClr val="accent4">
                    <a:lumMod val="60000"/>
                    <a:lumOff val="40000"/>
                  </a:schemeClr>
                </a:solidFill>
                <a:latin typeface="Arial" panose="020B0604020202020204" pitchFamily="34" charset="0"/>
                <a:cs typeface="Arial" panose="020B0604020202020204" pitchFamily="34" charset="0"/>
              </a:rPr>
              <a:t>REFERENCES VII</a:t>
            </a:r>
          </a:p>
        </p:txBody>
      </p:sp>
      <p:sp>
        <p:nvSpPr>
          <p:cNvPr id="10" name="Subtitle 9">
            <a:extLst>
              <a:ext uri="{FF2B5EF4-FFF2-40B4-BE49-F238E27FC236}">
                <a16:creationId xmlns:a16="http://schemas.microsoft.com/office/drawing/2014/main" id="{B5260896-DDCF-6766-E5E3-1959A77D8F2F}"/>
              </a:ext>
              <a:ext uri="{C183D7F6-B498-43B3-948B-1728B52AA6E4}">
                <adec:decorative xmlns:adec="http://schemas.microsoft.com/office/drawing/2017/decorative" val="1"/>
              </a:ext>
            </a:extLst>
          </p:cNvPr>
          <p:cNvSpPr>
            <a:spLocks noGrp="1"/>
          </p:cNvSpPr>
          <p:nvPr>
            <p:ph type="subTitle" idx="1"/>
          </p:nvPr>
        </p:nvSpPr>
        <p:spPr/>
        <p:txBody>
          <a:bodyPr/>
          <a:lstStyle/>
          <a:p>
            <a:r>
              <a:rPr lang="en-GB" dirty="0"/>
              <a:t>  </a:t>
            </a:r>
          </a:p>
        </p:txBody>
      </p:sp>
      <p:sp>
        <p:nvSpPr>
          <p:cNvPr id="13" name="Text Placeholder 12">
            <a:extLst>
              <a:ext uri="{FF2B5EF4-FFF2-40B4-BE49-F238E27FC236}">
                <a16:creationId xmlns:a16="http://schemas.microsoft.com/office/drawing/2014/main" id="{D93F1DFD-3884-FBC4-7525-EAB2AC435305}"/>
              </a:ext>
            </a:extLst>
          </p:cNvPr>
          <p:cNvSpPr>
            <a:spLocks noGrp="1"/>
          </p:cNvSpPr>
          <p:nvPr>
            <p:ph type="body" sz="quarter" idx="14"/>
          </p:nvPr>
        </p:nvSpPr>
        <p:spPr>
          <a:xfrm>
            <a:off x="331470" y="1137344"/>
            <a:ext cx="8229600" cy="4971226"/>
          </a:xfrm>
        </p:spPr>
        <p:txBody>
          <a:bodyPr/>
          <a:lstStyle/>
          <a:p>
            <a:pPr marL="0" indent="0">
              <a:lnSpc>
                <a:spcPct val="120000"/>
              </a:lnSpc>
              <a:buNone/>
            </a:pPr>
            <a:r>
              <a:rPr lang="en-GB" sz="2800" b="1" dirty="0">
                <a:solidFill>
                  <a:schemeClr val="accent4">
                    <a:lumMod val="60000"/>
                    <a:lumOff val="40000"/>
                  </a:schemeClr>
                </a:solidFill>
                <a:latin typeface="Arial" panose="020B0604020202020204" pitchFamily="34" charset="0"/>
                <a:cs typeface="Arial" panose="020B0604020202020204" pitchFamily="34" charset="0"/>
              </a:rPr>
              <a:t>Whistleblowing</a:t>
            </a:r>
          </a:p>
          <a:p>
            <a:pPr>
              <a:lnSpc>
                <a:spcPct val="120000"/>
              </a:lnSpc>
              <a:buFontTx/>
              <a:buChar char="-"/>
            </a:pPr>
            <a:r>
              <a:rPr lang="en-GB" sz="2200" dirty="0">
                <a:solidFill>
                  <a:schemeClr val="bg1"/>
                </a:solidFill>
                <a:latin typeface="Arial" panose="020B0604020202020204" pitchFamily="34" charset="0"/>
                <a:cs typeface="Arial" panose="020B0604020202020204" pitchFamily="34" charset="0"/>
              </a:rPr>
              <a:t>Frances Haugen and the angry emoji </a:t>
            </a:r>
          </a:p>
          <a:p>
            <a:pPr>
              <a:lnSpc>
                <a:spcPct val="120000"/>
              </a:lnSpc>
              <a:buFontTx/>
              <a:buChar char="-"/>
            </a:pPr>
            <a:r>
              <a:rPr lang="en-GB" sz="2200" dirty="0">
                <a:solidFill>
                  <a:schemeClr val="accent1">
                    <a:lumMod val="40000"/>
                    <a:lumOff val="60000"/>
                  </a:schemeClr>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https://www.nbcnews.com/tech/tech-news/emoji-reactions-cute-addition-facebook-became-headache-rcna3747</a:t>
            </a:r>
            <a:r>
              <a:rPr lang="en-GB" sz="2200" dirty="0">
                <a:solidFill>
                  <a:schemeClr val="accent1">
                    <a:lumMod val="40000"/>
                    <a:lumOff val="60000"/>
                  </a:schemeClr>
                </a:solidFill>
                <a:latin typeface="Arial" panose="020B0604020202020204" pitchFamily="34" charset="0"/>
                <a:cs typeface="Arial" panose="020B0604020202020204" pitchFamily="34" charset="0"/>
              </a:rPr>
              <a:t> </a:t>
            </a:r>
          </a:p>
          <a:p>
            <a:pPr marL="0" indent="0">
              <a:lnSpc>
                <a:spcPct val="120000"/>
              </a:lnSpc>
              <a:buNone/>
            </a:pPr>
            <a:r>
              <a:rPr lang="en-GB" sz="2200" dirty="0">
                <a:solidFill>
                  <a:schemeClr val="accent6">
                    <a:lumMod val="20000"/>
                    <a:lumOff val="80000"/>
                  </a:schemeClr>
                </a:solidFill>
                <a:latin typeface="Arial" panose="020B0604020202020204" pitchFamily="34" charset="0"/>
                <a:cs typeface="Arial" panose="020B0604020202020204" pitchFamily="34" charset="0"/>
              </a:rPr>
              <a:t>- </a:t>
            </a:r>
            <a:r>
              <a:rPr lang="en-GB" sz="2200" dirty="0">
                <a:solidFill>
                  <a:schemeClr val="bg1"/>
                </a:solidFill>
                <a:latin typeface="Arial" panose="020B0604020202020204" pitchFamily="34" charset="0"/>
                <a:cs typeface="Arial" panose="020B0604020202020204" pitchFamily="34" charset="0"/>
              </a:rPr>
              <a:t>UK government advice</a:t>
            </a:r>
            <a:r>
              <a:rPr lang="en-GB" sz="2200" dirty="0">
                <a:solidFill>
                  <a:schemeClr val="accent6">
                    <a:lumMod val="20000"/>
                    <a:lumOff val="80000"/>
                  </a:schemeClr>
                </a:solidFill>
                <a:latin typeface="Arial" panose="020B0604020202020204" pitchFamily="34" charset="0"/>
                <a:cs typeface="Arial" panose="020B0604020202020204" pitchFamily="34" charset="0"/>
              </a:rPr>
              <a:t> </a:t>
            </a:r>
            <a:r>
              <a:rPr lang="en-GB" sz="2200" dirty="0">
                <a:solidFill>
                  <a:schemeClr val="accent1">
                    <a:lumMod val="40000"/>
                    <a:lumOff val="60000"/>
                  </a:schemeClr>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https://www.gov.uk/whistleblowing</a:t>
            </a:r>
            <a:r>
              <a:rPr lang="en-GB" sz="2200" dirty="0">
                <a:solidFill>
                  <a:schemeClr val="accent1">
                    <a:lumMod val="40000"/>
                    <a:lumOff val="60000"/>
                  </a:schemeClr>
                </a:solidFill>
                <a:latin typeface="Arial" panose="020B0604020202020204" pitchFamily="34" charset="0"/>
                <a:cs typeface="Arial" panose="020B0604020202020204" pitchFamily="34" charset="0"/>
              </a:rPr>
              <a:t> </a:t>
            </a:r>
          </a:p>
          <a:p>
            <a:pPr>
              <a:lnSpc>
                <a:spcPct val="120000"/>
              </a:lnSpc>
              <a:buFontTx/>
              <a:buChar char="-"/>
            </a:pPr>
            <a:r>
              <a:rPr lang="en-GB" sz="2200" dirty="0">
                <a:solidFill>
                  <a:schemeClr val="bg1"/>
                </a:solidFill>
                <a:latin typeface="Arial" panose="020B0604020202020204" pitchFamily="34" charset="0"/>
                <a:cs typeface="Arial" panose="020B0604020202020204" pitchFamily="34" charset="0"/>
              </a:rPr>
              <a:t>UK support organization </a:t>
            </a:r>
            <a:r>
              <a:rPr lang="en-GB" sz="2200" dirty="0">
                <a:solidFill>
                  <a:schemeClr val="accent1">
                    <a:lumMod val="40000"/>
                    <a:lumOff val="60000"/>
                  </a:schemeClr>
                </a:solidFill>
                <a:latin typeface="Arial" panose="020B0604020202020204" pitchFamily="34" charset="0"/>
                <a:cs typeface="Arial" panose="020B0604020202020204" pitchFamily="34" charset="0"/>
                <a:hlinkClick r:id="rId5">
                  <a:extLst>
                    <a:ext uri="{A12FA001-AC4F-418D-AE19-62706E023703}">
                      <ahyp:hlinkClr xmlns:ahyp="http://schemas.microsoft.com/office/drawing/2018/hyperlinkcolor" val="tx"/>
                    </a:ext>
                  </a:extLst>
                </a:hlinkClick>
              </a:rPr>
              <a:t>https://protect-advice.org.uk/</a:t>
            </a:r>
            <a:r>
              <a:rPr lang="en-GB" sz="2200" dirty="0">
                <a:solidFill>
                  <a:schemeClr val="accent1">
                    <a:lumMod val="40000"/>
                    <a:lumOff val="60000"/>
                  </a:schemeClr>
                </a:solidFill>
                <a:latin typeface="Arial" panose="020B0604020202020204" pitchFamily="34" charset="0"/>
                <a:cs typeface="Arial" panose="020B0604020202020204" pitchFamily="34" charset="0"/>
              </a:rPr>
              <a:t> </a:t>
            </a:r>
          </a:p>
          <a:p>
            <a:pPr>
              <a:lnSpc>
                <a:spcPct val="120000"/>
              </a:lnSpc>
              <a:buFontTx/>
              <a:buChar char="-"/>
            </a:pPr>
            <a:r>
              <a:rPr lang="en-GB" sz="2200" dirty="0">
                <a:solidFill>
                  <a:schemeClr val="bg1"/>
                </a:solidFill>
                <a:latin typeface="Arial" panose="020B0604020202020204" pitchFamily="34" charset="0"/>
                <a:cs typeface="Arial" panose="020B0604020202020204" pitchFamily="34" charset="0"/>
              </a:rPr>
              <a:t>US/International support organizations</a:t>
            </a:r>
          </a:p>
          <a:p>
            <a:pPr>
              <a:lnSpc>
                <a:spcPct val="120000"/>
              </a:lnSpc>
              <a:buFontTx/>
              <a:buChar char="-"/>
            </a:pPr>
            <a:r>
              <a:rPr lang="en-GB" sz="2200" dirty="0">
                <a:solidFill>
                  <a:schemeClr val="accent1">
                    <a:lumMod val="40000"/>
                    <a:lumOff val="60000"/>
                  </a:schemeClr>
                </a:solidFill>
                <a:latin typeface="Arial" panose="020B0604020202020204" pitchFamily="34" charset="0"/>
                <a:cs typeface="Arial" panose="020B0604020202020204" pitchFamily="34" charset="0"/>
                <a:hlinkClick r:id="rId6">
                  <a:extLst>
                    <a:ext uri="{A12FA001-AC4F-418D-AE19-62706E023703}">
                      <ahyp:hlinkClr xmlns:ahyp="http://schemas.microsoft.com/office/drawing/2018/hyperlinkcolor" val="tx"/>
                    </a:ext>
                  </a:extLst>
                </a:hlinkClick>
              </a:rPr>
              <a:t>https://whistlebloweraid.org</a:t>
            </a:r>
            <a:r>
              <a:rPr lang="en-GB" sz="2200" dirty="0">
                <a:solidFill>
                  <a:schemeClr val="accent1">
                    <a:lumMod val="40000"/>
                    <a:lumOff val="60000"/>
                  </a:schemeClr>
                </a:solidFill>
                <a:latin typeface="Arial" panose="020B0604020202020204" pitchFamily="34" charset="0"/>
                <a:cs typeface="Arial" panose="020B0604020202020204" pitchFamily="34" charset="0"/>
              </a:rPr>
              <a:t> </a:t>
            </a:r>
          </a:p>
          <a:p>
            <a:pPr>
              <a:lnSpc>
                <a:spcPct val="120000"/>
              </a:lnSpc>
              <a:buFontTx/>
              <a:buChar char="-"/>
            </a:pPr>
            <a:r>
              <a:rPr lang="en-GB" sz="2200" dirty="0">
                <a:solidFill>
                  <a:schemeClr val="accent1">
                    <a:lumMod val="40000"/>
                    <a:lumOff val="60000"/>
                  </a:schemeClr>
                </a:solidFill>
                <a:latin typeface="Arial" panose="020B0604020202020204" pitchFamily="34" charset="0"/>
                <a:cs typeface="Arial" panose="020B0604020202020204" pitchFamily="34" charset="0"/>
                <a:hlinkClick r:id="rId7">
                  <a:extLst>
                    <a:ext uri="{A12FA001-AC4F-418D-AE19-62706E023703}">
                      <ahyp:hlinkClr xmlns:ahyp="http://schemas.microsoft.com/office/drawing/2018/hyperlinkcolor" val="tx"/>
                    </a:ext>
                  </a:extLst>
                </a:hlinkClick>
              </a:rPr>
              <a:t>https://www.whistleblowers.org/</a:t>
            </a:r>
            <a:r>
              <a:rPr lang="en-GB" sz="2200" dirty="0">
                <a:solidFill>
                  <a:schemeClr val="accent1">
                    <a:lumMod val="40000"/>
                    <a:lumOff val="60000"/>
                  </a:schemeClr>
                </a:solidFill>
                <a:latin typeface="Arial" panose="020B0604020202020204" pitchFamily="34" charset="0"/>
                <a:cs typeface="Arial" panose="020B0604020202020204" pitchFamily="34" charset="0"/>
              </a:rPr>
              <a:t> </a:t>
            </a:r>
          </a:p>
          <a:p>
            <a:pPr marL="0" indent="0">
              <a:lnSpc>
                <a:spcPct val="120000"/>
              </a:lnSpc>
              <a:buNone/>
            </a:pPr>
            <a:r>
              <a:rPr lang="en-GB" sz="2200" dirty="0">
                <a:solidFill>
                  <a:schemeClr val="bg1"/>
                </a:solidFill>
                <a:latin typeface="Arial" panose="020B0604020202020204" pitchFamily="34" charset="0"/>
                <a:cs typeface="Arial" panose="020B0604020202020204" pitchFamily="34" charset="0"/>
              </a:rPr>
              <a:t>  (US handbook: </a:t>
            </a:r>
            <a:r>
              <a:rPr lang="en-GB" sz="2200" dirty="0">
                <a:solidFill>
                  <a:schemeClr val="accent1">
                    <a:lumMod val="40000"/>
                    <a:lumOff val="60000"/>
                  </a:schemeClr>
                </a:solidFill>
                <a:latin typeface="Arial" panose="020B0604020202020204" pitchFamily="34" charset="0"/>
                <a:cs typeface="Arial" panose="020B0604020202020204" pitchFamily="34" charset="0"/>
                <a:hlinkClick r:id="rId8">
                  <a:extLst>
                    <a:ext uri="{A12FA001-AC4F-418D-AE19-62706E023703}">
                      <ahyp:hlinkClr xmlns:ahyp="http://schemas.microsoft.com/office/drawing/2018/hyperlinkcolor" val="tx"/>
                    </a:ext>
                  </a:extLst>
                </a:hlinkClick>
              </a:rPr>
              <a:t>https://www.whistleblowers.org/book/</a:t>
            </a:r>
            <a:r>
              <a:rPr lang="en-GB" sz="2200" dirty="0">
                <a:solidFill>
                  <a:schemeClr val="accent1">
                    <a:lumMod val="40000"/>
                    <a:lumOff val="60000"/>
                  </a:schemeClr>
                </a:solidFill>
                <a:latin typeface="Arial" panose="020B0604020202020204" pitchFamily="34" charset="0"/>
                <a:cs typeface="Arial" panose="020B0604020202020204" pitchFamily="34" charset="0"/>
              </a:rPr>
              <a:t> </a:t>
            </a:r>
            <a:r>
              <a:rPr lang="en-GB" sz="2200" dirty="0">
                <a:solidFill>
                  <a:schemeClr val="bg1"/>
                </a:solidFill>
                <a:latin typeface="Arial" panose="020B0604020202020204" pitchFamily="34" charset="0"/>
                <a:cs typeface="Arial" panose="020B0604020202020204" pitchFamily="34" charset="0"/>
              </a:rPr>
              <a:t>)</a:t>
            </a:r>
          </a:p>
          <a:p>
            <a:pPr>
              <a:lnSpc>
                <a:spcPct val="120000"/>
              </a:lnSpc>
              <a:buFontTx/>
              <a:buChar char="-"/>
            </a:pPr>
            <a:r>
              <a:rPr lang="en-GB" sz="2200" dirty="0">
                <a:solidFill>
                  <a:schemeClr val="bg1"/>
                </a:solidFill>
                <a:latin typeface="Arial" panose="020B0604020202020204" pitchFamily="34" charset="0"/>
                <a:cs typeface="Arial" panose="020B0604020202020204" pitchFamily="34" charset="0"/>
              </a:rPr>
              <a:t>Guidance for employers </a:t>
            </a:r>
            <a:r>
              <a:rPr lang="en-GB" sz="2200" dirty="0">
                <a:solidFill>
                  <a:schemeClr val="accent1">
                    <a:lumMod val="40000"/>
                    <a:lumOff val="60000"/>
                  </a:schemeClr>
                </a:solidFill>
                <a:latin typeface="Arial" panose="020B0604020202020204" pitchFamily="34" charset="0"/>
                <a:cs typeface="Arial" panose="020B0604020202020204" pitchFamily="34" charset="0"/>
                <a:hlinkClick r:id="rId9">
                  <a:extLst>
                    <a:ext uri="{A12FA001-AC4F-418D-AE19-62706E023703}">
                      <ahyp:hlinkClr xmlns:ahyp="http://schemas.microsoft.com/office/drawing/2018/hyperlinkcolor" val="tx"/>
                    </a:ext>
                  </a:extLst>
                </a:hlinkClick>
              </a:rPr>
              <a:t>https://www.gov.uk/government/publications/whistleblowing-guidance-and-code-of-practice-for-employers</a:t>
            </a:r>
            <a:r>
              <a:rPr lang="en-GB" sz="2200" dirty="0">
                <a:solidFill>
                  <a:schemeClr val="accent1">
                    <a:lumMod val="40000"/>
                    <a:lumOff val="6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386950572"/>
      </p:ext>
    </p:extLst>
  </p:cSld>
  <p:clrMapOvr>
    <a:masterClrMapping/>
  </p:clrMapOvr>
</p:sld>
</file>

<file path=ppt/theme/theme1.xml><?xml version="1.0" encoding="utf-8"?>
<a:theme xmlns:a="http://schemas.openxmlformats.org/drawingml/2006/main" name="Office Theme_blank">
  <a:themeElements>
    <a:clrScheme name="HP Colour Theme 2010">
      <a:dk1>
        <a:sysClr val="windowText" lastClr="000000"/>
      </a:dk1>
      <a:lt1>
        <a:sysClr val="window" lastClr="FFFFFF"/>
      </a:lt1>
      <a:dk2>
        <a:srgbClr val="858689"/>
      </a:dk2>
      <a:lt2>
        <a:srgbClr val="DDDEDD"/>
      </a:lt2>
      <a:accent1>
        <a:srgbClr val="007FC5"/>
      </a:accent1>
      <a:accent2>
        <a:srgbClr val="00A145"/>
      </a:accent2>
      <a:accent3>
        <a:srgbClr val="FFDD00"/>
      </a:accent3>
      <a:accent4>
        <a:srgbClr val="F39900"/>
      </a:accent4>
      <a:accent5>
        <a:srgbClr val="E31C19"/>
      </a:accent5>
      <a:accent6>
        <a:srgbClr val="56378A"/>
      </a:accent6>
      <a:hlink>
        <a:srgbClr val="0000FF"/>
      </a:hlink>
      <a:folHlink>
        <a:srgbClr val="800080"/>
      </a:folHlink>
    </a:clrScheme>
    <a:fontScheme name="HP-Futura">
      <a:majorFont>
        <a:latin typeface="Futura Bk"/>
        <a:ea typeface=""/>
        <a:cs typeface=""/>
      </a:majorFont>
      <a:minorFont>
        <a:latin typeface="Futura Bk"/>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ln w="12700" cmpd="sng">
          <a:solidFill>
            <a:schemeClr val="tx1"/>
          </a:solidFill>
        </a:ln>
        <a:effectLst/>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 Line/1 subhead line with content">
  <a:themeElements>
    <a:clrScheme name="HP Colour Theme 2010">
      <a:dk1>
        <a:sysClr val="windowText" lastClr="000000"/>
      </a:dk1>
      <a:lt1>
        <a:sysClr val="window" lastClr="FFFFFF"/>
      </a:lt1>
      <a:dk2>
        <a:srgbClr val="858689"/>
      </a:dk2>
      <a:lt2>
        <a:srgbClr val="DDDEDD"/>
      </a:lt2>
      <a:accent1>
        <a:srgbClr val="007FC5"/>
      </a:accent1>
      <a:accent2>
        <a:srgbClr val="00A145"/>
      </a:accent2>
      <a:accent3>
        <a:srgbClr val="FFDD00"/>
      </a:accent3>
      <a:accent4>
        <a:srgbClr val="F39900"/>
      </a:accent4>
      <a:accent5>
        <a:srgbClr val="E31C19"/>
      </a:accent5>
      <a:accent6>
        <a:srgbClr val="56378A"/>
      </a:accent6>
      <a:hlink>
        <a:srgbClr val="0000FF"/>
      </a:hlink>
      <a:folHlink>
        <a:srgbClr val="800080"/>
      </a:folHlink>
    </a:clrScheme>
    <a:fontScheme name="HP-Futura">
      <a:majorFont>
        <a:latin typeface="Futura Bk"/>
        <a:ea typeface=""/>
        <a:cs typeface=""/>
      </a:majorFont>
      <a:minorFont>
        <a:latin typeface="Futura Bk"/>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sz="1400" dirty="0">
            <a:latin typeface="Futura Bk"/>
            <a:cs typeface="Futura Bk"/>
          </a:defRPr>
        </a:defPPr>
      </a:lstStyle>
      <a:style>
        <a:lnRef idx="1">
          <a:schemeClr val="accent1"/>
        </a:lnRef>
        <a:fillRef idx="3">
          <a:schemeClr val="accent1"/>
        </a:fillRef>
        <a:effectRef idx="2">
          <a:schemeClr val="accent1"/>
        </a:effectRef>
        <a:fontRef idx="minor">
          <a:schemeClr val="lt1"/>
        </a:fontRef>
      </a:style>
    </a:spDef>
    <a:lnDef>
      <a:spPr>
        <a:ln w="12700" cmpd="sng">
          <a:solidFill>
            <a:schemeClr val="bg1"/>
          </a:solidFill>
        </a:ln>
        <a:effectLst/>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24583</TotalTime>
  <Words>6216</Words>
  <Application>Microsoft Office PowerPoint</Application>
  <PresentationFormat>On-screen Show (4:3)</PresentationFormat>
  <Paragraphs>476</Paragraphs>
  <Slides>36</Slides>
  <Notes>36</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36</vt:i4>
      </vt:variant>
    </vt:vector>
  </HeadingPairs>
  <TitlesOfParts>
    <vt:vector size="45" baseType="lpstr">
      <vt:lpstr>Arial</vt:lpstr>
      <vt:lpstr>Calibri</vt:lpstr>
      <vt:lpstr>Courier New</vt:lpstr>
      <vt:lpstr>Futura Bk</vt:lpstr>
      <vt:lpstr>Futura Hv</vt:lpstr>
      <vt:lpstr>Lucida Grande</vt:lpstr>
      <vt:lpstr>Lucida Sans</vt:lpstr>
      <vt:lpstr>Office Theme_blank</vt:lpstr>
      <vt:lpstr>1 Line/1 subhead line with content</vt:lpstr>
      <vt:lpstr>Privacy, and rogue AI agents</vt:lpstr>
      <vt:lpstr>René Carmille</vt:lpstr>
      <vt:lpstr> This session includes</vt:lpstr>
      <vt:lpstr>Privacy</vt:lpstr>
      <vt:lpstr>Definitions</vt:lpstr>
      <vt:lpstr>Data protection guidance</vt:lpstr>
      <vt:lpstr>Personal data rights</vt:lpstr>
      <vt:lpstr>Right to be informed of AI training use</vt:lpstr>
      <vt:lpstr>Right to be informed</vt:lpstr>
      <vt:lpstr>Technology is not neutral</vt:lpstr>
      <vt:lpstr>“AI Mobile Device” TS47 CR1001    </vt:lpstr>
      <vt:lpstr>TS47 CR1001 privacy requirements </vt:lpstr>
      <vt:lpstr>Rogue AI Agents</vt:lpstr>
      <vt:lpstr>Networked AI agents</vt:lpstr>
      <vt:lpstr>XKCD: Sandboxing cycle (2018) </vt:lpstr>
      <vt:lpstr>The “Lethal Trifecta” for AI agents</vt:lpstr>
      <vt:lpstr>Prompt injection attacks</vt:lpstr>
      <vt:lpstr>Prompt injection defences  </vt:lpstr>
      <vt:lpstr>What can you do?</vt:lpstr>
      <vt:lpstr>What can you do? </vt:lpstr>
      <vt:lpstr>What can you do? #2</vt:lpstr>
      <vt:lpstr>Frances Haugen</vt:lpstr>
      <vt:lpstr>What can you do? #3</vt:lpstr>
      <vt:lpstr>What can you do? Employer</vt:lpstr>
      <vt:lpstr>Privacy, and rogue AI agents</vt:lpstr>
      <vt:lpstr>Copyright: Kadrey v Meta 😂</vt:lpstr>
      <vt:lpstr>Copyright law for training commercial AI</vt:lpstr>
      <vt:lpstr>References</vt:lpstr>
      <vt:lpstr>REFERENCES I</vt:lpstr>
      <vt:lpstr>REFERENCES II</vt:lpstr>
      <vt:lpstr>REFERENCES III </vt:lpstr>
      <vt:lpstr>REFERENCES IV</vt:lpstr>
      <vt:lpstr>REFERENCES V</vt:lpstr>
      <vt:lpstr>REFERENCES VI</vt:lpstr>
      <vt:lpstr>REFERENCES VI</vt:lpstr>
      <vt:lpstr>REFERENCES VII</vt:lpstr>
    </vt:vector>
  </TitlesOfParts>
  <Company>GK Presentations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Miranda Mowbray</cp:lastModifiedBy>
  <cp:revision>1569</cp:revision>
  <dcterms:created xsi:type="dcterms:W3CDTF">2011-03-03T11:23:14Z</dcterms:created>
  <dcterms:modified xsi:type="dcterms:W3CDTF">2026-03-09T12:29:47Z</dcterms:modified>
</cp:coreProperties>
</file>